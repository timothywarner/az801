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303" r:id="rId5"/>
    <p:sldId id="292" r:id="rId6"/>
    <p:sldId id="293" r:id="rId7"/>
    <p:sldId id="349" r:id="rId8"/>
    <p:sldId id="348" r:id="rId9"/>
    <p:sldId id="343" r:id="rId10"/>
    <p:sldId id="350" r:id="rId11"/>
    <p:sldId id="346" r:id="rId12"/>
    <p:sldId id="351" r:id="rId13"/>
    <p:sldId id="347" r:id="rId14"/>
    <p:sldId id="331" r:id="rId15"/>
    <p:sldId id="342"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9FBF36-3BEA-4C25-BB38-D5E2E2784EF8}" v="29" dt="2025-08-24T13:02:15.153"/>
    <p1510:client id="{73F28621-DC9A-4344-946C-A0E24DA80259}" v="3" dt="2025-08-26T07:17:32.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62889" autoAdjust="0"/>
  </p:normalViewPr>
  <p:slideViewPr>
    <p:cSldViewPr snapToGrid="0" snapToObjects="1">
      <p:cViewPr varScale="1">
        <p:scale>
          <a:sx n="86" d="100"/>
          <a:sy n="86" d="100"/>
        </p:scale>
        <p:origin x="1660" y="28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Sat, 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establish why server role migration matters and what your options are when moving to newer Windows Server platforms.
BULLETS:
• Server role migration ensures critical services run on supported platforms - Running Windows Server 2012 R2 in 2025? You're out of support, missing security patches, and failing compliance audits. Migration isn't optional - it's survival. Modern platforms bring performance improvements, security enhancements, and cloud integration capabilities you can't get on legacy systems.
• Options include in-place upgrade, side-by-side migration, or hybrid approach - In-place upgrade runs setup on existing servers - fast but risky with no easy rollback. Side-by-side builds new servers alongside old ones - safer but requires more resources. Hybrid leverages Azure for gradual migration - perfect for cloud-first organizations. Each method has specific use cases we'll explore.
• Preserves workloads like IIS, Hyper-V, and Remote Desktop Services - These aren't simple file copies. Each role has unique considerations: IIS needs application pools and SSL certs, Hyper-V requires VM compatibility and storage migration, RDS needs user profiles and published apps. We preserve functionality, not just data.
• Minimizes downtime through staged cutover and rollback options - Smart migration uses phased approaches. Migrate and test with pilot groups, perform staged cutover during maintenance windows, keep old servers as warm standby for quick rollback. Document rollback procedures BEFORE you start - trust me on this one.
• Contoso uses role migrations to modernize infrastructure without breaking apps - Contoso runs legacy .NET apps on Windows Server 2012 R2 with IIS 8.5. They migrate to Windows Server 2025 using side-by-side approach: build new IIS 10 servers, use Web Deploy to migrate apps, test thoroughly, then cut over DNS. Result: modern platform with zero application changes required.
AZ-801 EXAM TIP: Know which roles support in-place upgrade. IIS, File Services, and DNS typically upgrade smoothly. Active Directory, Exchange, and SQL Server usually require side-by-side migration. Hyper-V clusters need rolling upgrades. The exam often asks "Which method causes LEAST disruption?" - answer depends on the specific role.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Choosing the right migration strategy is critical - pick wrong and you'll either face unnecessary downtime or spend months on unnecessary complexity.
BULLETS:
• In-place upgrade keeps settings, fastest but least flexible - Run Windows Server 2025 setup on your existing server, it preserves configurations, installed roles, and data. Typically completes in 2-4 hours. But here's the catch: if something goes wrong, recovery is complex. No easy rollback except full restore from backup. Best for simple, non-critical workloads with good backups.
• Side-by-side migration enables testing and rollback paths - Build new servers with latest OS, migrate roles and data separately, test thoroughly before cutover. Takes longer but gives you parallel running for validation. Old servers remain untouched for instant rollback. This is Microsoft's recommended approach for production workloads - safety over speed.
• Hybrid migration blends on-prem and cloud for gradual transition - Perfect for cloud adoption scenarios. Migrate some workloads to Azure (IIS to App Service, file servers to Azure Files), keep others on-premises temporarily, then complete migration over time. Reduces capital expense and enables geographic distribution. Requires Azure connectivity and hybrid identity.
• Assessment tools map dependencies and risks - Use Microsoft Assessment and Planning (MAP) Toolkit or Azure Migrate to discover workloads, map application dependencies, identify compatibility issues, and estimate Azure costs. These tools prevent surprises like "Oh, that app requires Windows Server 2008 compatibility mode" discovered during migration.
• Fabrikam uses side-by-side to validate RDS before retiring old servers - Fabrikam has 500 users on RDS running Windows Server 2016. They build new RDS farm on Windows Server 2025, migrate Connection Broker database, publish same RemoteApps to pilot users, validate for 30 days with pilot group, then migrate remaining users in waves. Old farm stays online for 60 days as insurance.
AZ-801 EXAM TIP: The exam loves decision trees. In-place upgrade when: simple roles, good backups, acceptable risk, maintenance window available. Side-by-side when: complex roles, need rollback, zero downtime required, testing needed. Hybrid when: cloud destination planned, CAPEX constraints, geographic distribution needed. Always consider licensing costs in your answer.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IIS migration is where most admins hit their first roadblock - it's not just copying files, it's preserving the entire web application ecosystem.
BULLETS:
• Web Deploy tool packages IIS sites, content, and settings - Web Deploy (msdeploy.exe) is Microsoft's Swiss Army knife for IIS migration. It packages entire sites including content files, IIS configuration, SSL certificates, and even database schemas. Command line gives granular control: msdeploy -verb:sync -source:webServer,computerName=Source -dest:webServer,computerName=Target. GUI available in IIS Manager for simpler scenarios.
• SSL/TLS certificates migrate to preserve secure connections - Certificates are critical - lose them and your HTTPS sites break. Export certificates WITH private keys from source using IIS Manager or certutil. Import on target server and update bindings. Pro tip: Document certificate passwords in your password manager. Also migrate intermediate certificates for complete chain. Check expiration dates - perfect time to renew.
• Application pool settings maintain app isolation - Each app pool has specific settings: .NET version, pipeline mode, identity, recycling conditions. Export using appcmd: AppCmd list apppool /config /xml &gt; apppools.xml. Import on target and verify .NET Framework versions match. Custom identities need passwords reset. Enable 32-bit applications if needed. This is where compatibility issues surface.
• Backup configs for rollback safety - Before touching anything: AppCmd add backup "PreMigration". Also backup applicationHost.config manually. Keep IIS configuration history enabled. Document current state: site bindings, app pool assignments, handler mappings, modules. Screenshot everything in IIS Manager. If migration fails, you can restore quickly with AppCmd restore backup "PreMigration".
• Adventure Works migrates customer portal to Windows Server 2025 - Adventure Works runs their e-commerce portal on IIS 8.5 (Server 2012 R2) with 15 sites, 8 application pools, wildcard SSL certificate. They use Web Deploy to package everything, build new Server 2025 with IIS 10, import package with msdeploy, update DNS with lower TTL for testing, validate with hosts file first, then cutover during maintenance window. Total downtime: 5 minutes for DNS propagation.
AZ-801 EXAM TIP: Know Web Deploy parameters for the exam. -verb:sync for migration, -source:webServer for entire server, -source:iisApp for single application. Skip dependencies with -disableLink parameter. The exam often asks about certificate migration - remember you MUST export with private key (use .pfx format). If asked about configuration backup, it's AppCmd add backup, not the Windows Server Backup feature.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Hyper-V migration is where virtualization meets production reality - moving running VMs without anyone noticing is the goal, and Windows Server makes it possible.
BULLETS:
• Shared-nothing live migration moves VMs between hosts - This is the magic of modern Hyper-V. Move running VMs between hosts with no shared storage required. Just needs network connectivity between hosts. Configure with PowerShell: Enable-VMMigration, Set-VMMigrationNetwork. Authentication via CredSSP or Kerberos (constrained delegation for multiple hops). VM never goes offline - users keep working while you migrate.
• Cross-version migration supports newer Windows Server versions - You can live migrate from Windows Server 2016 to 2019 to 2022 to 2025, but it's one-way. VMs retain their configuration version until you explicitly upgrade. Check with Get-VM | Select Name, Version. Upgrade with Update-VMVersion but know this prevents moving back to older hosts. Plan your cluster upgrade strategy accordingly.
• Storage migration transfers VM disks to new storage platforms - Move VHD/VHDX files while VM is running. Perfect for storage upgrades or moving from local to SAN. Use Move-VMStorage cmdlet or Hyper-V Manager. Can move to SMB 3.0 shares for scale-out file server scenarios. Monitor progress with Get-VMStorageMigrationJob. Throttle bandwidth if needed to prevent network saturation during business hours.
• Network configuration updates preserve VM connectivity - Virtual switches must exist on destination with same names, or map during migration. External switches need physical NICs with same capabilities. VLANs must be configured identically. Use Compare-VMSwitch to verify configuration matches. Set-VMNetworkAdapter to update settings post-migration if needed. Don't forget to update VM network optimization settings.
• Tailwind Traders upgrades Hyper-V clusters from 2019 to 2022 - Tailwind runs 200 VMs across 8-node cluster on Windows Server 2019. They perform rolling upgrade: evict one node, clean install Server 2022, rejoin cluster in mixed mode, live migrate VMs to upgraded node, repeat for all nodes, then raise cluster functional level with Update-ClusterFunctionalLevel. Zero downtime across entire upgrade. Timeline: one node per week to minimize risk.
AZ-801 EXAM TIP: Remember migration requirements - shared-nothing needs no shared storage but requires network connectivity. Kerberos delegation needed for double-hop scenarios (migrating through intermediate host). Cross-version migration is ONE-WAY after VM version upgrade. The exam loves asking about cluster functional levels - can run mixed mode temporarily but must upgrade all nodes before raising level. Storage migration works with VMs running, but not during checkpoint operations.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Remote Desktop Services migration is the most complex role migration you'll face - multiple components, user profiles, and published applications all need to move in harmony.
BULLETS:
• Component migration covers Gateway, Broker, and Session Hosts - RDS isn't monolithic - it's multiple role services working together. Connection Broker holds the brains (session database, published apps), Gateway provides external access, Session Hosts run user sessions. Migrate Broker first (it coordinates everything), then Gateway (preserves external access), finally Session Hosts (where users actually work). Web Access and Licensing servers are simpler - just reinstall and reconfigure.
• Preserve published RemoteApps and session collections - RemoteApps are stored in Connection Broker database. Export with Export-RDPersonalVirtualDesktopAssignment, backup WID database if using local database. Session collections define which users access which Session Hosts - document with Get-RDSessionCollection. After migration, import settings and verify app publishing with Get-RDRemoteApp. Users shouldn't notice any difference in their app list.
• User profile migration retains personalization and settings - User Profile Disks (UPDs) or FSLogix profiles must migrate intact. For UPDs, copy VHDX files to new location, update collection settings with Set-RDVirtualDesktopCollectionConfiguration. FSLogix just needs profile path updated in GPO. Roaming profiles require NTFS permissions preserved - use Robocopy /SEC. Test with pilot users first - profile corruption is career-limiting.
• Certificates migrate to maintain secure connectivity - RD Gateway needs SSL certificate for external access. RD Connection Broker needs certificate for high availability. Export certificates with private keys, import on new servers, update bindings in RD Gateway Manager. Use same certificate across farm for simplicity. Don't forget to update external DNS and firewall rules for new Gateway IP if side-by-side migration.
• Fabrikam refreshes RDS farms with Windows Server 2025 for compliance - Fabrikam runs 2000-user RDS farm on Server 2016, out of compliance soon. They build parallel Server 2025 farm, migrate Connection Broker database using SQL backup/restore, configure identical RemoteApp collection, redirect pilot users via DNS round-robin, validate all apps work, migrate user profiles with Robocopy maintaining permissions, cutover remaining users over weekend. Keep old farm for 30-day rollback window.
AZ-801 EXAM TIP: Know the migration order: Connection Broker first (it's the control plane), then Gateway (external access), then Session Hosts (user sessions). The exam often tests certificate requirements - Gateway NEEDS public SSL cert, Broker needs cert only for HA configurations. User Profile Disks are VHDX files - migrate like any other file but preserve NTFS permissions. If asked about database migration, Connection Broker supports SQL Server or WID (Windows Internal Database) - WID requires backup/restore, SQL just needs connection string update.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key resources and a systematic approach to server role migration that minimizes risk and downtime.
The shortened URL go.techtrainertim.com/blah should point to:
- Windows Server Migration Guide official documentation
- Web Deploy (msdeploy) command reference and examples
- Hyper-V Live Migration deep dive and requirements
- RDS migration step-by-step walkthrough
- PowerShell scripts for bulk migration operations
Remember the migration decision framework:
1. Assess current environment - inventory, dependencies, compatibility
2. Choose migration method - in-place, side-by-side, or hybrid
3. Build target environment - new servers, storage, networking
4. Migrate in phases - pilot, staged rollout, full cutover
5. Validate and optimize - performance testing, user acceptance
6. Decommission source - after validation period
For the AZ-801 exam, focus on:
- Migration method selection criteria
- Web Deploy parameters and IIS migration tools
- Hyper-V live migration requirements and limitations
- RDS component dependencies and migration order
- Certificate migration for all roles
- PowerShell cmdlets for each role migration
Critical PowerShell to memorize:
- msdeploy -verb:sync (IIS migration)
- Enable-VMMigration (Hyper-V setup)
- Move-VM (live migration)
- Move-VMStorage (storage migration)
- Export-RDPersonalVirtualDesktopAssignment (RDS config)
- Update-ClusterFunctionalLevel (cluster upgrade)
Migration gotchas to remember:
- IIS app pools need matching .NET Framework versions
- Hyper-V VM version upgrade is one-way
- RDS Connection Broker must migrate before Session Hosts
- Certificates must include private keys for migration
- Always test with pilot groups before full cutover
- Document rollback procedures before starting</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Sat, 11/8/2025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18: Migrate Server Roles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sz="1800" dirty="0"/>
              <a:t>18.1. Choose an appropriate migration method </a:t>
            </a:r>
          </a:p>
          <a:p>
            <a:pPr>
              <a:spcBef>
                <a:spcPts val="200"/>
              </a:spcBef>
              <a:spcAft>
                <a:spcPts val="400"/>
              </a:spcAft>
            </a:pPr>
            <a:r>
              <a:rPr lang="en-US" sz="1800" dirty="0"/>
              <a:t>18.2. Migrate IIS workloads and configurations </a:t>
            </a:r>
          </a:p>
          <a:p>
            <a:pPr>
              <a:spcBef>
                <a:spcPts val="200"/>
              </a:spcBef>
              <a:spcAft>
                <a:spcPts val="400"/>
              </a:spcAft>
            </a:pPr>
            <a:r>
              <a:rPr lang="en-US" sz="1800" dirty="0"/>
              <a:t>18.3. Migrate Hyper-V hosts </a:t>
            </a:r>
          </a:p>
          <a:p>
            <a:pPr>
              <a:spcBef>
                <a:spcPts val="200"/>
              </a:spcBef>
              <a:spcAft>
                <a:spcPts val="400"/>
              </a:spcAft>
            </a:pPr>
            <a:r>
              <a:rPr lang="en-US" sz="1800" dirty="0"/>
              <a:t>18.4. Migrate Remote Desktop Services (RDS) host servers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18.1 Choose an appropriate migration method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06926" cy="463628"/>
          </a:xfrm>
        </p:spPr>
        <p:txBody>
          <a:bodyPr/>
          <a:lstStyle/>
          <a:p>
            <a:r>
              <a:rPr lang="en-US" sz="2400" dirty="0"/>
              <a:t>Modernize workloads while preserving functionality</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Server role migration ensures critical services run on supported platforms</a:t>
            </a:r>
          </a:p>
          <a:p>
            <a:r>
              <a:rPr lang="en-US" sz="1800" dirty="0"/>
              <a:t>Options include in-place upgrade, side-by-side migration, or hybrid approach</a:t>
            </a:r>
          </a:p>
          <a:p>
            <a:r>
              <a:rPr lang="en-US" sz="1800" dirty="0"/>
              <a:t>Preserves workloads like IIS, Hyper-V, and Remote Desktop Services</a:t>
            </a:r>
          </a:p>
          <a:p>
            <a:r>
              <a:rPr lang="en-US" sz="1800" dirty="0"/>
              <a:t>Minimizes downtime through staged cutover and rollback options</a:t>
            </a:r>
          </a:p>
          <a:p>
            <a:r>
              <a:rPr lang="en-US" sz="1800" dirty="0"/>
              <a:t>Contoso uses role migrations to modernize infrastructure without breaking apps</a:t>
            </a:r>
          </a:p>
        </p:txBody>
      </p:sp>
    </p:spTree>
    <p:extLst>
      <p:ext uri="{BB962C8B-B14F-4D97-AF65-F5344CB8AC3E}">
        <p14:creationId xmlns:p14="http://schemas.microsoft.com/office/powerpoint/2010/main" val="3473255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47291" cy="463628"/>
          </a:xfrm>
        </p:spPr>
        <p:txBody>
          <a:bodyPr/>
          <a:lstStyle/>
          <a:p>
            <a:r>
              <a:rPr lang="en-US" sz="2400"/>
              <a:t>Select the right migration strategy for your environment</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In-place upgrade keeps settings, fastest but least flexible</a:t>
            </a:r>
          </a:p>
          <a:p>
            <a:r>
              <a:rPr lang="en-US" sz="1800" dirty="0"/>
              <a:t>Side-by-side migration enables testing and rollback paths</a:t>
            </a:r>
          </a:p>
          <a:p>
            <a:r>
              <a:rPr lang="en-US" sz="1800" dirty="0"/>
              <a:t>Hybrid migration blends on-prem and cloud for gradual transition</a:t>
            </a:r>
          </a:p>
          <a:p>
            <a:r>
              <a:rPr lang="en-US" sz="1800" dirty="0"/>
              <a:t>Assessment tools map dependencies and risks</a:t>
            </a:r>
          </a:p>
          <a:p>
            <a:r>
              <a:rPr lang="en-US" sz="1800" dirty="0" err="1"/>
              <a:t>Fabrikam</a:t>
            </a:r>
            <a:r>
              <a:rPr lang="en-US" sz="1800" dirty="0"/>
              <a:t> uses side-by-side to validate RDS before retiring old servers</a:t>
            </a:r>
          </a:p>
        </p:txBody>
      </p:sp>
    </p:spTree>
    <p:extLst>
      <p:ext uri="{BB962C8B-B14F-4D97-AF65-F5344CB8AC3E}">
        <p14:creationId xmlns:p14="http://schemas.microsoft.com/office/powerpoint/2010/main" val="3059093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18.2 Migrate IIS workloads and configurations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10901" cy="463628"/>
          </a:xfrm>
        </p:spPr>
        <p:txBody>
          <a:bodyPr/>
          <a:lstStyle/>
          <a:p>
            <a:r>
              <a:rPr lang="en-US"/>
              <a:t>Move web applications with minimal disruption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Web Deploy tool packages IIS sites, content, and settings</a:t>
            </a:r>
          </a:p>
          <a:p>
            <a:r>
              <a:rPr lang="en-US" sz="1800" dirty="0"/>
              <a:t>SSL/TLS certificates migrate to preserve secure connections</a:t>
            </a:r>
          </a:p>
          <a:p>
            <a:r>
              <a:rPr lang="en-US" sz="1800" dirty="0"/>
              <a:t>Application pool settings maintain app isolation</a:t>
            </a:r>
          </a:p>
          <a:p>
            <a:r>
              <a:rPr lang="en-US" sz="1800" dirty="0"/>
              <a:t>Backup configs for rollback safety</a:t>
            </a:r>
          </a:p>
          <a:p>
            <a:r>
              <a:rPr lang="en-US" sz="1800" dirty="0"/>
              <a:t>Adventure Works migrates customer portal to Windows Server 2025</a:t>
            </a:r>
          </a:p>
        </p:txBody>
      </p:sp>
    </p:spTree>
    <p:extLst>
      <p:ext uri="{BB962C8B-B14F-4D97-AF65-F5344CB8AC3E}">
        <p14:creationId xmlns:p14="http://schemas.microsoft.com/office/powerpoint/2010/main" val="345918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18.3 Migrate Hyper-V hosts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47291" cy="463628"/>
          </a:xfrm>
        </p:spPr>
        <p:txBody>
          <a:bodyPr/>
          <a:lstStyle/>
          <a:p>
            <a:r>
              <a:rPr lang="en-US" sz="2000"/>
              <a:t>Modernize virtualization infrastructure with minimal downtime</a:t>
            </a:r>
            <a:endParaRPr lang="en-US" sz="20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Shared-nothing live migration moves VMs between hosts</a:t>
            </a:r>
          </a:p>
          <a:p>
            <a:r>
              <a:rPr lang="en-US" sz="1800" dirty="0"/>
              <a:t>Cross-version migration supports newer Windows Server versions</a:t>
            </a:r>
          </a:p>
          <a:p>
            <a:r>
              <a:rPr lang="en-US" sz="1800" dirty="0"/>
              <a:t>Storage migration transfers VM disks to new storage platforms</a:t>
            </a:r>
          </a:p>
          <a:p>
            <a:r>
              <a:rPr lang="en-US" sz="1800" dirty="0"/>
              <a:t>Network configuration updates preserve VM connectivity</a:t>
            </a:r>
          </a:p>
          <a:p>
            <a:r>
              <a:rPr lang="en-US" sz="1800" dirty="0">
                <a:latin typeface="Open Sans"/>
                <a:ea typeface="Open Sans"/>
                <a:cs typeface="Open Sans"/>
              </a:rPr>
              <a:t>Tailwind Traders upgrades Hyper-V clusters from 2019 to 2022</a:t>
            </a:r>
            <a:endParaRPr lang="en-US" sz="1800" dirty="0">
              <a:ea typeface="Open Sans"/>
              <a:cs typeface="Open Sans"/>
            </a:endParaRPr>
          </a:p>
        </p:txBody>
      </p:sp>
    </p:spTree>
    <p:extLst>
      <p:ext uri="{BB962C8B-B14F-4D97-AF65-F5344CB8AC3E}">
        <p14:creationId xmlns:p14="http://schemas.microsoft.com/office/powerpoint/2010/main" val="276408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18.4 </a:t>
            </a:r>
            <a:r>
              <a:rPr lang="en-US" sz="3600" dirty="0">
                <a:solidFill>
                  <a:srgbClr val="0978D8"/>
                </a:solidFill>
              </a:rPr>
              <a:t>Migrate Remote Desktop Services (RDS) host servers </a:t>
            </a:r>
          </a:p>
        </p:txBody>
      </p:sp>
    </p:spTree>
    <p:extLst>
      <p:ext uri="{BB962C8B-B14F-4D97-AF65-F5344CB8AC3E}">
        <p14:creationId xmlns:p14="http://schemas.microsoft.com/office/powerpoint/2010/main" val="1645881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Transition RDS workloads securely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Component migration covers Gateway, Broker, and Session Hosts</a:t>
            </a:r>
          </a:p>
          <a:p>
            <a:r>
              <a:rPr lang="en-US" sz="1800" dirty="0"/>
              <a:t>Preserve published </a:t>
            </a:r>
            <a:r>
              <a:rPr lang="en-US" sz="1800" dirty="0" err="1"/>
              <a:t>RemoteApps</a:t>
            </a:r>
            <a:r>
              <a:rPr lang="en-US" sz="1800" dirty="0"/>
              <a:t> and session collections</a:t>
            </a:r>
          </a:p>
          <a:p>
            <a:r>
              <a:rPr lang="en-US" sz="1800" dirty="0"/>
              <a:t>User profile migration retains personalization and settings</a:t>
            </a:r>
          </a:p>
          <a:p>
            <a:r>
              <a:rPr lang="en-US" sz="1800" dirty="0"/>
              <a:t>Certificates migrate to maintain secure connectivity</a:t>
            </a:r>
          </a:p>
          <a:p>
            <a:r>
              <a:rPr lang="en-US" sz="1800" dirty="0" err="1"/>
              <a:t>Fabrikam</a:t>
            </a:r>
            <a:r>
              <a:rPr lang="en-US" sz="1800" dirty="0"/>
              <a:t> refreshes RDS farms with Windows Server 2025 for compliance</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3.xml><?xml version="1.0" encoding="utf-8"?>
<ds:datastoreItem xmlns:ds="http://schemas.openxmlformats.org/officeDocument/2006/customXml" ds:itemID="{380B4CB2-F7A4-4E63-A0A3-C272A02450C0}"/>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34388</TotalTime>
  <Words>2981</Words>
  <Application>Microsoft Office PowerPoint</Application>
  <PresentationFormat>On-screen Show (16:9)</PresentationFormat>
  <Paragraphs>52</Paragraphs>
  <Slides>12</Slides>
  <Notes>7</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Modernize workloads while preserving functionality</vt:lpstr>
      <vt:lpstr>Select the right migration strategy for your environment</vt:lpstr>
      <vt:lpstr>PowerPoint Presentation</vt:lpstr>
      <vt:lpstr>Move web applications with minimal disruption</vt:lpstr>
      <vt:lpstr>PowerPoint Presentation</vt:lpstr>
      <vt:lpstr>Modernize virtualization infrastructure with minimal downtime</vt:lpstr>
      <vt:lpstr>PowerPoint Presentation</vt:lpstr>
      <vt:lpstr>Transition RDS workloads securely</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106</cp:revision>
  <dcterms:created xsi:type="dcterms:W3CDTF">2015-09-28T19:52:00Z</dcterms:created>
  <dcterms:modified xsi:type="dcterms:W3CDTF">2025-11-08T17:37:15Z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