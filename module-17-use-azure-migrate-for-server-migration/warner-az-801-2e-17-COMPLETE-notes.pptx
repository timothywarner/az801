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5"/>
  </p:notesMasterIdLst>
  <p:sldIdLst>
    <p:sldId id="303" r:id="rId5"/>
    <p:sldId id="292" r:id="rId6"/>
    <p:sldId id="293" r:id="rId7"/>
    <p:sldId id="348" r:id="rId8"/>
    <p:sldId id="347" r:id="rId9"/>
    <p:sldId id="343" r:id="rId10"/>
    <p:sldId id="349" r:id="rId11"/>
    <p:sldId id="346" r:id="rId12"/>
    <p:sldId id="331" r:id="rId13"/>
    <p:sldId id="342"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F1EB12-6F42-4F62-A2D4-EE94D54489BA}" v="23" dt="2025-08-24T12:55:44.148"/>
    <p1510:client id="{68742FCC-1CE2-4A7A-A053-D5BAE1C01254}" v="1" dt="2025-08-26T07:13:18.2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1180" autoAdjust="0"/>
    <p:restoredTop sz="86886" autoAdjust="0"/>
  </p:normalViewPr>
  <p:slideViewPr>
    <p:cSldViewPr snapToGrid="0" snapToObjects="1">
      <p:cViewPr varScale="1">
        <p:scale>
          <a:sx n="160" d="100"/>
          <a:sy n="160" d="100"/>
        </p:scale>
        <p:origin x="116" y="32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30B86B03-DDEF-47F6-B408-86A01F5C0B2F}"/>
    <pc:docChg chg="delSld modSld">
      <pc:chgData name="Tim Warner" userId="1d9b2d89684621c1" providerId="LiveId" clId="{30B86B03-DDEF-47F6-B408-86A01F5C0B2F}" dt="2025-06-24T21:13:19.174" v="49"/>
      <pc:docMkLst>
        <pc:docMk/>
      </pc:docMkLst>
      <pc:sldChg chg="modSp mod">
        <pc:chgData name="Tim Warner" userId="1d9b2d89684621c1" providerId="LiveId" clId="{30B86B03-DDEF-47F6-B408-86A01F5C0B2F}" dt="2025-06-24T21:12:55.895" v="45" actId="403"/>
        <pc:sldMkLst>
          <pc:docMk/>
          <pc:sldMk cId="2539485740" sldId="292"/>
        </pc:sldMkLst>
      </pc:sldChg>
      <pc:sldChg chg="modSp mod">
        <pc:chgData name="Tim Warner" userId="1d9b2d89684621c1" providerId="LiveId" clId="{30B86B03-DDEF-47F6-B408-86A01F5C0B2F}" dt="2025-06-24T21:13:06.138" v="47"/>
        <pc:sldMkLst>
          <pc:docMk/>
          <pc:sldMk cId="486668636" sldId="293"/>
        </pc:sldMkLst>
      </pc:sldChg>
      <pc:sldChg chg="modSp mod">
        <pc:chgData name="Tim Warner" userId="1d9b2d89684621c1" providerId="LiveId" clId="{30B86B03-DDEF-47F6-B408-86A01F5C0B2F}" dt="2025-06-24T21:13:12.815" v="48"/>
        <pc:sldMkLst>
          <pc:docMk/>
          <pc:sldMk cId="1829040019" sldId="343"/>
        </pc:sldMkLst>
      </pc:sldChg>
      <pc:sldChg chg="modSp mod">
        <pc:chgData name="Tim Warner" userId="1d9b2d89684621c1" providerId="LiveId" clId="{30B86B03-DDEF-47F6-B408-86A01F5C0B2F}" dt="2025-06-24T21:13:19.174" v="49"/>
        <pc:sldMkLst>
          <pc:docMk/>
          <pc:sldMk cId="947907938" sldId="346"/>
        </pc:sldMkLst>
      </pc:sldChg>
      <pc:sldChg chg="del">
        <pc:chgData name="Tim Warner" userId="1d9b2d89684621c1" providerId="LiveId" clId="{30B86B03-DDEF-47F6-B408-86A01F5C0B2F}" dt="2025-06-24T21:13:00.168" v="46" actId="2696"/>
        <pc:sldMkLst>
          <pc:docMk/>
          <pc:sldMk cId="578841353" sldId="347"/>
        </pc:sldMkLst>
      </pc:sldChg>
    </pc:docChg>
  </pc:docChgLst>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Tim Warner" userId="1d9b2d89684621c1" providerId="LiveId" clId="{C5F4564D-62A0-4415-961F-8AF3A1378AC2}"/>
    <pc:docChg chg="modSld">
      <pc:chgData name="Tim Warner" userId="1d9b2d89684621c1" providerId="LiveId" clId="{C5F4564D-62A0-4415-961F-8AF3A1378AC2}" dt="2025-06-24T20:53:46.374" v="40"/>
      <pc:docMkLst>
        <pc:docMk/>
      </pc:docMkLst>
      <pc:sldChg chg="modSp mod">
        <pc:chgData name="Tim Warner" userId="1d9b2d89684621c1" providerId="LiveId" clId="{C5F4564D-62A0-4415-961F-8AF3A1378AC2}" dt="2025-06-24T20:53:17.656" v="36" actId="20577"/>
        <pc:sldMkLst>
          <pc:docMk/>
          <pc:sldMk cId="2539485740" sldId="292"/>
        </pc:sldMkLst>
      </pc:sldChg>
      <pc:sldChg chg="modSp mod">
        <pc:chgData name="Tim Warner" userId="1d9b2d89684621c1" providerId="LiveId" clId="{C5F4564D-62A0-4415-961F-8AF3A1378AC2}" dt="2025-06-24T20:53:25.112" v="37"/>
        <pc:sldMkLst>
          <pc:docMk/>
          <pc:sldMk cId="486668636" sldId="293"/>
        </pc:sldMkLst>
      </pc:sldChg>
      <pc:sldChg chg="modSp mod">
        <pc:chgData name="Tim Warner" userId="1d9b2d89684621c1" providerId="LiveId" clId="{C5F4564D-62A0-4415-961F-8AF3A1378AC2}" dt="2025-06-24T20:53:33.021" v="38"/>
        <pc:sldMkLst>
          <pc:docMk/>
          <pc:sldMk cId="1829040019" sldId="343"/>
        </pc:sldMkLst>
      </pc:sldChg>
      <pc:sldChg chg="modSp mod">
        <pc:chgData name="Tim Warner" userId="1d9b2d89684621c1" providerId="LiveId" clId="{C5F4564D-62A0-4415-961F-8AF3A1378AC2}" dt="2025-06-24T20:53:39.395" v="39"/>
        <pc:sldMkLst>
          <pc:docMk/>
          <pc:sldMk cId="947907938" sldId="346"/>
        </pc:sldMkLst>
      </pc:sldChg>
      <pc:sldChg chg="modSp mod">
        <pc:chgData name="Tim Warner" userId="1d9b2d89684621c1" providerId="LiveId" clId="{C5F4564D-62A0-4415-961F-8AF3A1378AC2}" dt="2025-06-24T20:53:46.374" v="40"/>
        <pc:sldMkLst>
          <pc:docMk/>
          <pc:sldMk cId="914007193" sldId="347"/>
        </pc:sldMkLst>
      </pc:sldChg>
    </pc:docChg>
  </pc:docChgLst>
  <pc:docChgLst>
    <pc:chgData name="Tim Warner" userId="1d9b2d89684621c1" providerId="LiveId" clId="{4E6B5FD3-CB80-4C25-ADA7-8D9979C03CD2}"/>
    <pc:docChg chg="addSld modSld">
      <pc:chgData name="Tim Warner" userId="1d9b2d89684621c1" providerId="LiveId" clId="{4E6B5FD3-CB80-4C25-ADA7-8D9979C03CD2}" dt="2025-06-24T21:10:14.100" v="47"/>
      <pc:docMkLst>
        <pc:docMk/>
      </pc:docMkLst>
      <pc:sldChg chg="modSp mod">
        <pc:chgData name="Tim Warner" userId="1d9b2d89684621c1" providerId="LiveId" clId="{4E6B5FD3-CB80-4C25-ADA7-8D9979C03CD2}" dt="2025-06-24T21:09:29.399" v="39" actId="404"/>
        <pc:sldMkLst>
          <pc:docMk/>
          <pc:sldMk cId="2539485740" sldId="292"/>
        </pc:sldMkLst>
      </pc:sldChg>
      <pc:sldChg chg="modSp mod">
        <pc:chgData name="Tim Warner" userId="1d9b2d89684621c1" providerId="LiveId" clId="{4E6B5FD3-CB80-4C25-ADA7-8D9979C03CD2}" dt="2025-06-24T21:09:40.346" v="42"/>
        <pc:sldMkLst>
          <pc:docMk/>
          <pc:sldMk cId="486668636" sldId="293"/>
        </pc:sldMkLst>
      </pc:sldChg>
      <pc:sldChg chg="modSp mod">
        <pc:chgData name="Tim Warner" userId="1d9b2d89684621c1" providerId="LiveId" clId="{4E6B5FD3-CB80-4C25-ADA7-8D9979C03CD2}" dt="2025-06-24T21:09:47.228" v="43"/>
        <pc:sldMkLst>
          <pc:docMk/>
          <pc:sldMk cId="1829040019" sldId="343"/>
        </pc:sldMkLst>
      </pc:sldChg>
      <pc:sldChg chg="modSp mod">
        <pc:chgData name="Tim Warner" userId="1d9b2d89684621c1" providerId="LiveId" clId="{4E6B5FD3-CB80-4C25-ADA7-8D9979C03CD2}" dt="2025-06-24T21:09:53.355" v="44"/>
        <pc:sldMkLst>
          <pc:docMk/>
          <pc:sldMk cId="947907938" sldId="346"/>
        </pc:sldMkLst>
      </pc:sldChg>
      <pc:sldChg chg="modSp mod">
        <pc:chgData name="Tim Warner" userId="1d9b2d89684621c1" providerId="LiveId" clId="{4E6B5FD3-CB80-4C25-ADA7-8D9979C03CD2}" dt="2025-06-24T21:09:59.769" v="45"/>
        <pc:sldMkLst>
          <pc:docMk/>
          <pc:sldMk cId="578841353" sldId="347"/>
        </pc:sldMkLst>
      </pc:sldChg>
      <pc:sldChg chg="modSp add mod">
        <pc:chgData name="Tim Warner" userId="1d9b2d89684621c1" providerId="LiveId" clId="{4E6B5FD3-CB80-4C25-ADA7-8D9979C03CD2}" dt="2025-06-24T21:10:07.272" v="46"/>
        <pc:sldMkLst>
          <pc:docMk/>
          <pc:sldMk cId="2481810106" sldId="348"/>
        </pc:sldMkLst>
      </pc:sldChg>
      <pc:sldChg chg="modSp add mod">
        <pc:chgData name="Tim Warner" userId="1d9b2d89684621c1" providerId="LiveId" clId="{4E6B5FD3-CB80-4C25-ADA7-8D9979C03CD2}" dt="2025-06-24T21:10:14.100" v="47"/>
        <pc:sldMkLst>
          <pc:docMk/>
          <pc:sldMk cId="2982385580" sldId="349"/>
        </pc:sldMkLst>
      </pc:sldChg>
    </pc:docChg>
  </pc:docChgLst>
  <pc:docChgLst>
    <pc:chgData name="Tim Warner" userId="1d9b2d89684621c1" providerId="LiveId" clId="{C51613CA-9081-4D80-8B21-3ED98F1A1FC0}"/>
    <pc:docChg chg="custSel delSld modSld">
      <pc:chgData name="Tim Warner" userId="1d9b2d89684621c1" providerId="LiveId" clId="{C51613CA-9081-4D80-8B21-3ED98F1A1FC0}" dt="2025-06-24T20:45:32.397" v="52" actId="1076"/>
      <pc:docMkLst>
        <pc:docMk/>
      </pc:docMkLst>
      <pc:sldChg chg="addSp modSp mod modClrScheme chgLayout">
        <pc:chgData name="Tim Warner" userId="1d9b2d89684621c1" providerId="LiveId" clId="{C51613CA-9081-4D80-8B21-3ED98F1A1FC0}" dt="2025-06-24T20:45:32.397" v="52" actId="1076"/>
        <pc:sldMkLst>
          <pc:docMk/>
          <pc:sldMk cId="2539485740" sldId="292"/>
        </pc:sldMkLst>
      </pc:sldChg>
      <pc:sldChg chg="modSp mod">
        <pc:chgData name="Tim Warner" userId="1d9b2d89684621c1" providerId="LiveId" clId="{C51613CA-9081-4D80-8B21-3ED98F1A1FC0}" dt="2025-06-24T20:36:24.916" v="42"/>
        <pc:sldMkLst>
          <pc:docMk/>
          <pc:sldMk cId="486668636" sldId="293"/>
        </pc:sldMkLst>
      </pc:sldChg>
      <pc:sldChg chg="modSp mod">
        <pc:chgData name="Tim Warner" userId="1d9b2d89684621c1" providerId="LiveId" clId="{C51613CA-9081-4D80-8B21-3ED98F1A1FC0}" dt="2025-06-24T20:36:32.145" v="43"/>
        <pc:sldMkLst>
          <pc:docMk/>
          <pc:sldMk cId="1829040019" sldId="343"/>
        </pc:sldMkLst>
      </pc:sldChg>
      <pc:sldChg chg="del">
        <pc:chgData name="Tim Warner" userId="1d9b2d89684621c1" providerId="LiveId" clId="{C51613CA-9081-4D80-8B21-3ED98F1A1FC0}" dt="2025-06-24T20:36:15.013" v="41" actId="2696"/>
        <pc:sldMkLst>
          <pc:docMk/>
          <pc:sldMk cId="1558763963" sldId="344"/>
        </pc:sldMkLst>
      </pc:sldChg>
      <pc:sldChg chg="del">
        <pc:chgData name="Tim Warner" userId="1d9b2d89684621c1" providerId="LiveId" clId="{C51613CA-9081-4D80-8B21-3ED98F1A1FC0}" dt="2025-06-24T20:36:15.013" v="41" actId="2696"/>
        <pc:sldMkLst>
          <pc:docMk/>
          <pc:sldMk cId="4156641597" sldId="345"/>
        </pc:sldMkLst>
      </pc:sldChg>
      <pc:sldChg chg="modSp mod">
        <pc:chgData name="Tim Warner" userId="1d9b2d89684621c1" providerId="LiveId" clId="{C51613CA-9081-4D80-8B21-3ED98F1A1FC0}" dt="2025-06-24T20:36:38.385" v="44"/>
        <pc:sldMkLst>
          <pc:docMk/>
          <pc:sldMk cId="947907938" sldId="346"/>
        </pc:sldMkLst>
      </pc:sldChg>
      <pc:sldChg chg="del">
        <pc:chgData name="Tim Warner" userId="1d9b2d89684621c1" providerId="LiveId" clId="{C51613CA-9081-4D80-8B21-3ED98F1A1FC0}" dt="2025-06-24T20:36:15.013" v="41" actId="2696"/>
        <pc:sldMkLst>
          <pc:docMk/>
          <pc:sldMk cId="3422763557" sldId="347"/>
        </pc:sldMkLst>
      </pc:sldChg>
    </pc:docChg>
  </pc:docChgLst>
  <pc:docChgLst>
    <pc:chgData name="Tim Warner" userId="1d9b2d89684621c1" providerId="LiveId" clId="{D3B804F1-31BB-4684-80BA-7BDCF2BE2A5E}"/>
    <pc:docChg chg="modSld">
      <pc:chgData name="Tim Warner" userId="1d9b2d89684621c1" providerId="LiveId" clId="{D3B804F1-31BB-4684-80BA-7BDCF2BE2A5E}" dt="2025-06-24T20:46:52.963" v="42"/>
      <pc:docMkLst>
        <pc:docMk/>
      </pc:docMkLst>
      <pc:sldChg chg="modSp mod">
        <pc:chgData name="Tim Warner" userId="1d9b2d89684621c1" providerId="LiveId" clId="{D3B804F1-31BB-4684-80BA-7BDCF2BE2A5E}" dt="2025-06-24T20:46:46.059" v="41"/>
        <pc:sldMkLst>
          <pc:docMk/>
          <pc:sldMk cId="1829040019" sldId="343"/>
        </pc:sldMkLst>
      </pc:sldChg>
      <pc:sldChg chg="modSp mod">
        <pc:chgData name="Tim Warner" userId="1d9b2d89684621c1" providerId="LiveId" clId="{D3B804F1-31BB-4684-80BA-7BDCF2BE2A5E}" dt="2025-06-24T20:46:52.963" v="42"/>
        <pc:sldMkLst>
          <pc:docMk/>
          <pc:sldMk cId="947907938" sldId="346"/>
        </pc:sldMkLst>
      </pc:sldChg>
    </pc:docChg>
  </pc:docChgLst>
  <pc:docChgLst>
    <pc:chgData name="Tim Warner" userId="1d9b2d89684621c1" providerId="LiveId" clId="{DBCC51AC-05C6-4CE3-B0C0-79574934C41D}"/>
    <pc:docChg chg="addSld modSld">
      <pc:chgData name="Tim Warner" userId="1d9b2d89684621c1" providerId="LiveId" clId="{DBCC51AC-05C6-4CE3-B0C0-79574934C41D}" dt="2025-06-24T21:03:29.409" v="64"/>
      <pc:docMkLst>
        <pc:docMk/>
      </pc:docMkLst>
      <pc:sldChg chg="modSp mod">
        <pc:chgData name="Tim Warner" userId="1d9b2d89684621c1" providerId="LiveId" clId="{DBCC51AC-05C6-4CE3-B0C0-79574934C41D}" dt="2025-06-24T21:02:50.527" v="59" actId="20577"/>
        <pc:sldMkLst>
          <pc:docMk/>
          <pc:sldMk cId="2539485740" sldId="292"/>
        </pc:sldMkLst>
      </pc:sldChg>
      <pc:sldChg chg="modSp mod">
        <pc:chgData name="Tim Warner" userId="1d9b2d89684621c1" providerId="LiveId" clId="{DBCC51AC-05C6-4CE3-B0C0-79574934C41D}" dt="2025-06-24T21:03:00.362" v="61"/>
        <pc:sldMkLst>
          <pc:docMk/>
          <pc:sldMk cId="486668636" sldId="293"/>
        </pc:sldMkLst>
      </pc:sldChg>
      <pc:sldChg chg="modSp mod">
        <pc:chgData name="Tim Warner" userId="1d9b2d89684621c1" providerId="LiveId" clId="{DBCC51AC-05C6-4CE3-B0C0-79574934C41D}" dt="2025-06-24T21:03:12.357" v="62"/>
        <pc:sldMkLst>
          <pc:docMk/>
          <pc:sldMk cId="1829040019" sldId="343"/>
        </pc:sldMkLst>
      </pc:sldChg>
      <pc:sldChg chg="modSp mod">
        <pc:chgData name="Tim Warner" userId="1d9b2d89684621c1" providerId="LiveId" clId="{DBCC51AC-05C6-4CE3-B0C0-79574934C41D}" dt="2025-06-24T21:03:19.782" v="63"/>
        <pc:sldMkLst>
          <pc:docMk/>
          <pc:sldMk cId="947907938" sldId="346"/>
        </pc:sldMkLst>
      </pc:sldChg>
      <pc:sldChg chg="modSp add mod">
        <pc:chgData name="Tim Warner" userId="1d9b2d89684621c1" providerId="LiveId" clId="{DBCC51AC-05C6-4CE3-B0C0-79574934C41D}" dt="2025-06-24T21:03:29.409" v="64"/>
        <pc:sldMkLst>
          <pc:docMk/>
          <pc:sldMk cId="578841353" sldId="347"/>
        </pc:sldMkLst>
      </pc:sld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Tim Warner" userId="1d9b2d89684621c1" providerId="LiveId" clId="{D492D3F7-A47E-49C7-A890-44F786178671}"/>
    <pc:docChg chg="addSld modSld">
      <pc:chgData name="Tim Warner" userId="1d9b2d89684621c1" providerId="LiveId" clId="{D492D3F7-A47E-49C7-A890-44F786178671}" dt="2025-06-24T20:48:36.970" v="50"/>
      <pc:docMkLst>
        <pc:docMk/>
      </pc:docMkLst>
      <pc:sldChg chg="modSp mod">
        <pc:chgData name="Tim Warner" userId="1d9b2d89684621c1" providerId="LiveId" clId="{D492D3F7-A47E-49C7-A890-44F786178671}" dt="2025-06-24T20:47:54.867" v="43" actId="20577"/>
        <pc:sldMkLst>
          <pc:docMk/>
          <pc:sldMk cId="2539485740" sldId="292"/>
        </pc:sldMkLst>
      </pc:sldChg>
      <pc:sldChg chg="modSp mod">
        <pc:chgData name="Tim Warner" userId="1d9b2d89684621c1" providerId="LiveId" clId="{D492D3F7-A47E-49C7-A890-44F786178671}" dt="2025-06-24T20:48:05.402" v="45"/>
        <pc:sldMkLst>
          <pc:docMk/>
          <pc:sldMk cId="486668636" sldId="293"/>
        </pc:sldMkLst>
      </pc:sldChg>
      <pc:sldChg chg="modSp mod">
        <pc:chgData name="Tim Warner" userId="1d9b2d89684621c1" providerId="LiveId" clId="{D492D3F7-A47E-49C7-A890-44F786178671}" dt="2025-06-24T20:48:11.870" v="46"/>
        <pc:sldMkLst>
          <pc:docMk/>
          <pc:sldMk cId="1829040019" sldId="343"/>
        </pc:sldMkLst>
      </pc:sldChg>
      <pc:sldChg chg="modSp mod">
        <pc:chgData name="Tim Warner" userId="1d9b2d89684621c1" providerId="LiveId" clId="{D492D3F7-A47E-49C7-A890-44F786178671}" dt="2025-06-24T20:48:18.143" v="47"/>
        <pc:sldMkLst>
          <pc:docMk/>
          <pc:sldMk cId="947907938" sldId="346"/>
        </pc:sldMkLst>
      </pc:sldChg>
      <pc:sldChg chg="modSp add mod">
        <pc:chgData name="Tim Warner" userId="1d9b2d89684621c1" providerId="LiveId" clId="{D492D3F7-A47E-49C7-A890-44F786178671}" dt="2025-06-24T20:48:25.657" v="48"/>
        <pc:sldMkLst>
          <pc:docMk/>
          <pc:sldMk cId="914007193" sldId="347"/>
        </pc:sldMkLst>
      </pc:sldChg>
      <pc:sldChg chg="modSp add mod">
        <pc:chgData name="Tim Warner" userId="1d9b2d89684621c1" providerId="LiveId" clId="{D492D3F7-A47E-49C7-A890-44F786178671}" dt="2025-06-24T20:48:36.970" v="50"/>
        <pc:sldMkLst>
          <pc:docMk/>
          <pc:sldMk cId="1161106545" sldId="348"/>
        </pc:sldMkLst>
      </pc:sld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5607CA2D-28E3-410C-9D7E-4E5693CD5A18}"/>
    <pc:docChg chg="delSld modSld">
      <pc:chgData name="Tim Warner" userId="1d9b2d89684621c1" providerId="LiveId" clId="{5607CA2D-28E3-410C-9D7E-4E5693CD5A18}" dt="2025-06-24T20:57:28.292" v="48"/>
      <pc:docMkLst>
        <pc:docMk/>
      </pc:docMkLst>
      <pc:sldChg chg="modSp mod">
        <pc:chgData name="Tim Warner" userId="1d9b2d89684621c1" providerId="LiveId" clId="{5607CA2D-28E3-410C-9D7E-4E5693CD5A18}" dt="2025-06-24T20:56:46.304" v="42" actId="20577"/>
        <pc:sldMkLst>
          <pc:docMk/>
          <pc:sldMk cId="2539485740" sldId="292"/>
        </pc:sldMkLst>
      </pc:sldChg>
      <pc:sldChg chg="modSp mod">
        <pc:chgData name="Tim Warner" userId="1d9b2d89684621c1" providerId="LiveId" clId="{5607CA2D-28E3-410C-9D7E-4E5693CD5A18}" dt="2025-06-24T20:57:00.201" v="44"/>
        <pc:sldMkLst>
          <pc:docMk/>
          <pc:sldMk cId="486668636" sldId="293"/>
        </pc:sldMkLst>
      </pc:sldChg>
      <pc:sldChg chg="modSp mod">
        <pc:chgData name="Tim Warner" userId="1d9b2d89684621c1" providerId="LiveId" clId="{5607CA2D-28E3-410C-9D7E-4E5693CD5A18}" dt="2025-06-24T20:57:06.720" v="45"/>
        <pc:sldMkLst>
          <pc:docMk/>
          <pc:sldMk cId="1829040019" sldId="343"/>
        </pc:sldMkLst>
      </pc:sldChg>
      <pc:sldChg chg="modSp mod">
        <pc:chgData name="Tim Warner" userId="1d9b2d89684621c1" providerId="LiveId" clId="{5607CA2D-28E3-410C-9D7E-4E5693CD5A18}" dt="2025-06-24T20:57:13.334" v="46"/>
        <pc:sldMkLst>
          <pc:docMk/>
          <pc:sldMk cId="947907938" sldId="346"/>
        </pc:sldMkLst>
      </pc:sldChg>
      <pc:sldChg chg="modSp mod">
        <pc:chgData name="Tim Warner" userId="1d9b2d89684621c1" providerId="LiveId" clId="{5607CA2D-28E3-410C-9D7E-4E5693CD5A18}" dt="2025-06-24T20:57:20.908" v="47"/>
        <pc:sldMkLst>
          <pc:docMk/>
          <pc:sldMk cId="914007193" sldId="347"/>
        </pc:sldMkLst>
      </pc:sldChg>
      <pc:sldChg chg="del">
        <pc:chgData name="Tim Warner" userId="1d9b2d89684621c1" providerId="LiveId" clId="{5607CA2D-28E3-410C-9D7E-4E5693CD5A18}" dt="2025-06-24T20:56:53.498" v="43" actId="2696"/>
        <pc:sldMkLst>
          <pc:docMk/>
          <pc:sldMk cId="3950908850" sldId="348"/>
        </pc:sldMkLst>
      </pc:sldChg>
      <pc:sldChg chg="modSp mod">
        <pc:chgData name="Tim Warner" userId="1d9b2d89684621c1" providerId="LiveId" clId="{5607CA2D-28E3-410C-9D7E-4E5693CD5A18}" dt="2025-06-24T20:57:28.292" v="48"/>
        <pc:sldMkLst>
          <pc:docMk/>
          <pc:sldMk cId="1639766347" sldId="349"/>
        </pc:sldMkLst>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30AA01FF-FB21-41D6-980B-78D2390319E9}"/>
    <pc:docChg chg="addSld modSld">
      <pc:chgData name="Tim Warner" userId="1d9b2d89684621c1" providerId="LiveId" clId="{30AA01FF-FB21-41D6-980B-78D2390319E9}" dt="2025-06-24T20:55:39.664" v="48"/>
      <pc:docMkLst>
        <pc:docMk/>
      </pc:docMkLst>
      <pc:sldChg chg="modSp mod">
        <pc:chgData name="Tim Warner" userId="1d9b2d89684621c1" providerId="LiveId" clId="{30AA01FF-FB21-41D6-980B-78D2390319E9}" dt="2025-06-24T20:54:45.944" v="40" actId="20577"/>
        <pc:sldMkLst>
          <pc:docMk/>
          <pc:sldMk cId="2539485740" sldId="292"/>
        </pc:sldMkLst>
      </pc:sldChg>
      <pc:sldChg chg="modSp mod">
        <pc:chgData name="Tim Warner" userId="1d9b2d89684621c1" providerId="LiveId" clId="{30AA01FF-FB21-41D6-980B-78D2390319E9}" dt="2025-06-24T20:54:58.416" v="43"/>
        <pc:sldMkLst>
          <pc:docMk/>
          <pc:sldMk cId="486668636" sldId="293"/>
        </pc:sldMkLst>
      </pc:sldChg>
      <pc:sldChg chg="modSp mod">
        <pc:chgData name="Tim Warner" userId="1d9b2d89684621c1" providerId="LiveId" clId="{30AA01FF-FB21-41D6-980B-78D2390319E9}" dt="2025-06-24T20:55:04.785" v="44"/>
        <pc:sldMkLst>
          <pc:docMk/>
          <pc:sldMk cId="1829040019" sldId="343"/>
        </pc:sldMkLst>
      </pc:sldChg>
      <pc:sldChg chg="modSp mod">
        <pc:chgData name="Tim Warner" userId="1d9b2d89684621c1" providerId="LiveId" clId="{30AA01FF-FB21-41D6-980B-78D2390319E9}" dt="2025-06-24T20:55:11.567" v="45"/>
        <pc:sldMkLst>
          <pc:docMk/>
          <pc:sldMk cId="947907938" sldId="346"/>
        </pc:sldMkLst>
      </pc:sldChg>
      <pc:sldChg chg="modSp mod">
        <pc:chgData name="Tim Warner" userId="1d9b2d89684621c1" providerId="LiveId" clId="{30AA01FF-FB21-41D6-980B-78D2390319E9}" dt="2025-06-24T20:55:18.694" v="46"/>
        <pc:sldMkLst>
          <pc:docMk/>
          <pc:sldMk cId="914007193" sldId="347"/>
        </pc:sldMkLst>
      </pc:sldChg>
      <pc:sldChg chg="modSp add mod">
        <pc:chgData name="Tim Warner" userId="1d9b2d89684621c1" providerId="LiveId" clId="{30AA01FF-FB21-41D6-980B-78D2390319E9}" dt="2025-06-24T20:55:39.664" v="48"/>
        <pc:sldMkLst>
          <pc:docMk/>
          <pc:sldMk cId="3950908850" sldId="348"/>
        </pc:sldMkLst>
      </pc:sldChg>
      <pc:sldChg chg="modSp add mod">
        <pc:chgData name="Tim Warner" userId="1d9b2d89684621c1" providerId="LiveId" clId="{30AA01FF-FB21-41D6-980B-78D2390319E9}" dt="2025-06-24T20:55:30.160" v="47"/>
        <pc:sldMkLst>
          <pc:docMk/>
          <pc:sldMk cId="1639766347" sldId="349"/>
        </pc:sldMkLst>
      </pc:sldChg>
    </pc:docChg>
  </pc:docChgLst>
  <pc:docChgLst>
    <pc:chgData name="Tim Warner" userId="1d9b2d89684621c1" providerId="LiveId" clId="{20F1EB12-6F42-4F62-A2D4-EE94D54489BA}"/>
    <pc:docChg chg="addSld modSld">
      <pc:chgData name="Tim Warner" userId="1d9b2d89684621c1" providerId="LiveId" clId="{20F1EB12-6F42-4F62-A2D4-EE94D54489BA}" dt="2025-08-24T12:55:44.148" v="36" actId="20577"/>
      <pc:docMkLst>
        <pc:docMk/>
      </pc:docMkLst>
      <pc:sldChg chg="modSp mod modAnim">
        <pc:chgData name="Tim Warner" userId="1d9b2d89684621c1" providerId="LiveId" clId="{20F1EB12-6F42-4F62-A2D4-EE94D54489BA}" dt="2025-08-24T12:55:44.148" v="36" actId="20577"/>
        <pc:sldMkLst>
          <pc:docMk/>
          <pc:sldMk cId="4092314469" sldId="331"/>
        </pc:sldMkLst>
        <pc:spChg chg="mod">
          <ac:chgData name="Tim Warner" userId="1d9b2d89684621c1" providerId="LiveId" clId="{20F1EB12-6F42-4F62-A2D4-EE94D54489BA}" dt="2025-08-24T12:55:24.828" v="31" actId="403"/>
          <ac:spMkLst>
            <pc:docMk/>
            <pc:sldMk cId="4092314469" sldId="331"/>
            <ac:spMk id="2" creationId="{58DE03C8-8D21-7742-BC45-5373CF43F0B8}"/>
          </ac:spMkLst>
        </pc:spChg>
        <pc:spChg chg="mod">
          <ac:chgData name="Tim Warner" userId="1d9b2d89684621c1" providerId="LiveId" clId="{20F1EB12-6F42-4F62-A2D4-EE94D54489BA}" dt="2025-08-24T12:55:44.148" v="36" actId="20577"/>
          <ac:spMkLst>
            <pc:docMk/>
            <pc:sldMk cId="4092314469" sldId="331"/>
            <ac:spMk id="3" creationId="{514D88C4-C6AF-3654-026D-9E5843DEC367}"/>
          </ac:spMkLst>
        </pc:spChg>
      </pc:sldChg>
      <pc:sldChg chg="modSp add mod modAnim">
        <pc:chgData name="Tim Warner" userId="1d9b2d89684621c1" providerId="LiveId" clId="{20F1EB12-6F42-4F62-A2D4-EE94D54489BA}" dt="2025-08-24T12:54:18.862" v="21" actId="20577"/>
        <pc:sldMkLst>
          <pc:docMk/>
          <pc:sldMk cId="2100988133" sldId="347"/>
        </pc:sldMkLst>
        <pc:spChg chg="mod">
          <ac:chgData name="Tim Warner" userId="1d9b2d89684621c1" providerId="LiveId" clId="{20F1EB12-6F42-4F62-A2D4-EE94D54489BA}" dt="2025-08-24T12:54:01.352" v="16" actId="404"/>
          <ac:spMkLst>
            <pc:docMk/>
            <pc:sldMk cId="2100988133" sldId="347"/>
            <ac:spMk id="2" creationId="{58DE03C8-8D21-7742-BC45-5373CF43F0B8}"/>
          </ac:spMkLst>
        </pc:spChg>
        <pc:spChg chg="mod">
          <ac:chgData name="Tim Warner" userId="1d9b2d89684621c1" providerId="LiveId" clId="{20F1EB12-6F42-4F62-A2D4-EE94D54489BA}" dt="2025-08-24T12:54:18.862" v="21" actId="20577"/>
          <ac:spMkLst>
            <pc:docMk/>
            <pc:sldMk cId="2100988133" sldId="347"/>
            <ac:spMk id="3" creationId="{514D88C4-C6AF-3654-026D-9E5843DEC367}"/>
          </ac:spMkLst>
        </pc:spChg>
      </pc:sldChg>
      <pc:sldChg chg="modSp add mod modAnim">
        <pc:chgData name="Tim Warner" userId="1d9b2d89684621c1" providerId="LiveId" clId="{20F1EB12-6F42-4F62-A2D4-EE94D54489BA}" dt="2025-08-24T12:53:47.580" v="13" actId="20577"/>
        <pc:sldMkLst>
          <pc:docMk/>
          <pc:sldMk cId="132568321" sldId="348"/>
        </pc:sldMkLst>
        <pc:spChg chg="mod">
          <ac:chgData name="Tim Warner" userId="1d9b2d89684621c1" providerId="LiveId" clId="{20F1EB12-6F42-4F62-A2D4-EE94D54489BA}" dt="2025-08-24T12:53:29.906" v="8" actId="404"/>
          <ac:spMkLst>
            <pc:docMk/>
            <pc:sldMk cId="132568321" sldId="348"/>
            <ac:spMk id="2" creationId="{58DE03C8-8D21-7742-BC45-5373CF43F0B8}"/>
          </ac:spMkLst>
        </pc:spChg>
        <pc:spChg chg="mod">
          <ac:chgData name="Tim Warner" userId="1d9b2d89684621c1" providerId="LiveId" clId="{20F1EB12-6F42-4F62-A2D4-EE94D54489BA}" dt="2025-08-24T12:53:47.580" v="13" actId="20577"/>
          <ac:spMkLst>
            <pc:docMk/>
            <pc:sldMk cId="132568321" sldId="348"/>
            <ac:spMk id="3" creationId="{514D88C4-C6AF-3654-026D-9E5843DEC367}"/>
          </ac:spMkLst>
        </pc:spChg>
      </pc:sldChg>
      <pc:sldChg chg="modSp add mod modAnim">
        <pc:chgData name="Tim Warner" userId="1d9b2d89684621c1" providerId="LiveId" clId="{20F1EB12-6F42-4F62-A2D4-EE94D54489BA}" dt="2025-08-24T12:54:47.774" v="27" actId="20577"/>
        <pc:sldMkLst>
          <pc:docMk/>
          <pc:sldMk cId="3127754988" sldId="349"/>
        </pc:sldMkLst>
        <pc:spChg chg="mod">
          <ac:chgData name="Tim Warner" userId="1d9b2d89684621c1" providerId="LiveId" clId="{20F1EB12-6F42-4F62-A2D4-EE94D54489BA}" dt="2025-08-24T12:54:29.887" v="22"/>
          <ac:spMkLst>
            <pc:docMk/>
            <pc:sldMk cId="3127754988" sldId="349"/>
            <ac:spMk id="2" creationId="{58DE03C8-8D21-7742-BC45-5373CF43F0B8}"/>
          </ac:spMkLst>
        </pc:spChg>
        <pc:spChg chg="mod">
          <ac:chgData name="Tim Warner" userId="1d9b2d89684621c1" providerId="LiveId" clId="{20F1EB12-6F42-4F62-A2D4-EE94D54489BA}" dt="2025-08-24T12:54:47.774" v="27" actId="20577"/>
          <ac:spMkLst>
            <pc:docMk/>
            <pc:sldMk cId="3127754988" sldId="349"/>
            <ac:spMk id="3" creationId="{514D88C4-C6AF-3654-026D-9E5843DEC367}"/>
          </ac:spMkLst>
        </pc:spChg>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7B0F5AF6-250C-4369-82D1-D7941885BC7D}"/>
    <pc:docChg chg="delSld modSld">
      <pc:chgData name="Tim Warner" userId="1d9b2d89684621c1" providerId="LiveId" clId="{7B0F5AF6-250C-4369-82D1-D7941885BC7D}" dt="2025-06-24T21:07:27.097" v="40"/>
      <pc:docMkLst>
        <pc:docMk/>
      </pc:docMkLst>
      <pc:sldChg chg="modSp mod">
        <pc:chgData name="Tim Warner" userId="1d9b2d89684621c1" providerId="LiveId" clId="{7B0F5AF6-250C-4369-82D1-D7941885BC7D}" dt="2025-06-24T21:07:27.097" v="40"/>
        <pc:sldMkLst>
          <pc:docMk/>
          <pc:sldMk cId="578841353" sldId="347"/>
        </pc:sldMkLst>
      </pc:sldChg>
      <pc:sldChg chg="del">
        <pc:chgData name="Tim Warner" userId="1d9b2d89684621c1" providerId="LiveId" clId="{7B0F5AF6-250C-4369-82D1-D7941885BC7D}" dt="2025-06-24T21:07:00.240" v="36" actId="2696"/>
        <pc:sldMkLst>
          <pc:docMk/>
          <pc:sldMk cId="3347137768" sldId="348"/>
        </pc:sldMkLst>
      </pc:sldChg>
    </pc:docChg>
  </pc:docChgLst>
  <pc:docChgLst>
    <pc:chgData name="Tim Warner" userId="1d9b2d89684621c1" providerId="LiveId" clId="{FA1F7F18-94F2-4EC1-968C-E8340A6E2430}"/>
    <pc:docChg chg="undo custSel addSld delSld modSld">
      <pc:chgData name="Tim Warner" userId="1d9b2d89684621c1" providerId="LiveId" clId="{FA1F7F18-94F2-4EC1-968C-E8340A6E2430}" dt="2025-06-24T21:00:16.739" v="49" actId="403"/>
      <pc:docMkLst>
        <pc:docMk/>
      </pc:docMkLst>
      <pc:sldChg chg="modSp mod">
        <pc:chgData name="Tim Warner" userId="1d9b2d89684621c1" providerId="LiveId" clId="{FA1F7F18-94F2-4EC1-968C-E8340A6E2430}" dt="2025-06-24T20:59:45.532" v="45"/>
        <pc:sldMkLst>
          <pc:docMk/>
          <pc:sldMk cId="914007193" sldId="347"/>
        </pc:sldMkLst>
      </pc:sldChg>
      <pc:sldChg chg="modSp mod">
        <pc:chgData name="Tim Warner" userId="1d9b2d89684621c1" providerId="LiveId" clId="{FA1F7F18-94F2-4EC1-968C-E8340A6E2430}" dt="2025-06-24T20:59:52.578" v="46"/>
        <pc:sldMkLst>
          <pc:docMk/>
          <pc:sldMk cId="1639766347" sldId="349"/>
        </pc:sldMkLst>
      </pc:sldChg>
      <pc:sldChg chg="modSp add mod">
        <pc:chgData name="Tim Warner" userId="1d9b2d89684621c1" providerId="LiveId" clId="{FA1F7F18-94F2-4EC1-968C-E8340A6E2430}" dt="2025-06-24T21:00:06.308" v="48"/>
        <pc:sldMkLst>
          <pc:docMk/>
          <pc:sldMk cId="871822834" sldId="350"/>
        </pc:sldMkLst>
      </pc:sldChg>
      <pc:sldChg chg="add del">
        <pc:chgData name="Tim Warner" userId="1d9b2d89684621c1" providerId="LiveId" clId="{FA1F7F18-94F2-4EC1-968C-E8340A6E2430}" dt="2025-06-24T20:58:54.427" v="40"/>
        <pc:sldMkLst>
          <pc:docMk/>
          <pc:sldMk cId="2342006186" sldId="350"/>
        </pc:sldMkLst>
      </pc:sldChg>
    </pc:docChg>
  </pc:docChgLst>
  <pc:docChgLst>
    <pc:chgData name="Tim Warner" userId="1d9b2d89684621c1" providerId="LiveId" clId="{D0B44B65-70BF-4519-8E4C-BDC5735B7FF3}"/>
    <pc:docChg chg="custSel addSld delSld modSld">
      <pc:chgData name="Tim Warner" userId="1d9b2d89684621c1" providerId="LiveId" clId="{D0B44B65-70BF-4519-8E4C-BDC5735B7FF3}" dt="2025-06-24T20:30:42.639" v="74"/>
      <pc:docMkLst>
        <pc:docMk/>
      </pc:docMkLst>
      <pc:sldChg chg="modSp mod">
        <pc:chgData name="Tim Warner" userId="1d9b2d89684621c1" providerId="LiveId" clId="{D0B44B65-70BF-4519-8E4C-BDC5735B7FF3}" dt="2025-06-24T20:16:51.778" v="1" actId="14100"/>
        <pc:sldMkLst>
          <pc:docMk/>
          <pc:sldMk cId="3662525184" sldId="30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7.393" v="72"/>
        <pc:sldMkLst>
          <pc:docMk/>
          <pc:sldMk cId="3422763557" sldId="347"/>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Tim Warner" userId="1d9b2d89684621c1" providerId="LiveId" clId="{9A7F7F4D-19DD-4660-B7A4-5A018234B85D}"/>
    <pc:docChg chg="delSld modSld">
      <pc:chgData name="Tim Warner" userId="1d9b2d89684621c1" providerId="LiveId" clId="{9A7F7F4D-19DD-4660-B7A4-5A018234B85D}" dt="2025-06-24T21:11:54.225" v="37"/>
      <pc:docMkLst>
        <pc:docMk/>
      </pc:docMkLst>
      <pc:sldChg chg="modSp mod">
        <pc:chgData name="Tim Warner" userId="1d9b2d89684621c1" providerId="LiveId" clId="{9A7F7F4D-19DD-4660-B7A4-5A018234B85D}" dt="2025-06-24T21:11:54.225" v="37"/>
        <pc:sldMkLst>
          <pc:docMk/>
          <pc:sldMk cId="578841353" sldId="347"/>
        </pc:sldMkLst>
      </pc:sldChg>
      <pc:sldChg chg="del">
        <pc:chgData name="Tim Warner" userId="1d9b2d89684621c1" providerId="LiveId" clId="{9A7F7F4D-19DD-4660-B7A4-5A018234B85D}" dt="2025-06-24T21:11:24.612" v="33" actId="2696"/>
        <pc:sldMkLst>
          <pc:docMk/>
          <pc:sldMk cId="2481810106" sldId="348"/>
        </pc:sldMkLst>
      </pc:sldChg>
      <pc:sldChg chg="del">
        <pc:chgData name="Tim Warner" userId="1d9b2d89684621c1" providerId="LiveId" clId="{9A7F7F4D-19DD-4660-B7A4-5A018234B85D}" dt="2025-06-24T21:11:24.612" v="33" actId="2696"/>
        <pc:sldMkLst>
          <pc:docMk/>
          <pc:sldMk cId="2982385580" sldId="349"/>
        </pc:sldMkLst>
      </pc:sldChg>
    </pc:docChg>
  </pc:docChgLst>
  <pc:docChgLst>
    <pc:chgData name="Tim Warner" userId="1d9b2d89684621c1" providerId="LiveId" clId="{C199C607-1779-4E65-A440-75F0EDB3003B}"/>
    <pc:docChg chg="delSld modSld">
      <pc:chgData name="Tim Warner" userId="1d9b2d89684621c1" providerId="LiveId" clId="{C199C607-1779-4E65-A440-75F0EDB3003B}" dt="2025-06-24T21:02:01.694" v="45"/>
      <pc:docMkLst>
        <pc:docMk/>
      </pc:docMkLst>
      <pc:sldChg chg="del">
        <pc:chgData name="Tim Warner" userId="1d9b2d89684621c1" providerId="LiveId" clId="{C199C607-1779-4E65-A440-75F0EDB3003B}" dt="2025-06-24T21:01:42.769" v="42" actId="2696"/>
        <pc:sldMkLst>
          <pc:docMk/>
          <pc:sldMk cId="914007193" sldId="347"/>
        </pc:sldMkLst>
      </pc:sldChg>
      <pc:sldChg chg="del">
        <pc:chgData name="Tim Warner" userId="1d9b2d89684621c1" providerId="LiveId" clId="{C199C607-1779-4E65-A440-75F0EDB3003B}" dt="2025-06-24T21:01:42.769" v="42" actId="2696"/>
        <pc:sldMkLst>
          <pc:docMk/>
          <pc:sldMk cId="1639766347" sldId="349"/>
        </pc:sldMkLst>
      </pc:sldChg>
      <pc:sldChg chg="del">
        <pc:chgData name="Tim Warner" userId="1d9b2d89684621c1" providerId="LiveId" clId="{C199C607-1779-4E65-A440-75F0EDB3003B}" dt="2025-06-24T21:01:42.769" v="42" actId="2696"/>
        <pc:sldMkLst>
          <pc:docMk/>
          <pc:sldMk cId="871822834" sldId="350"/>
        </pc:sldMkLst>
      </pc:sldChg>
    </pc:docChg>
  </pc:docChgLst>
  <pc:docChgLst>
    <pc:chgData name="scsjcain84" userId="S::scsjcain84_gmail.com#ext#@pearsoneducationinc.onmicrosoft.com::4399dd98-ee8b-4212-9001-7919755a3260" providerId="AD" clId="Web-{68742FCC-1CE2-4A7A-A053-D5BAE1C01254}"/>
    <pc:docChg chg="modSld">
      <pc:chgData name="scsjcain84" userId="S::scsjcain84_gmail.com#ext#@pearsoneducationinc.onmicrosoft.com::4399dd98-ee8b-4212-9001-7919755a3260" providerId="AD" clId="Web-{68742FCC-1CE2-4A7A-A053-D5BAE1C01254}" dt="2025-08-26T07:13:18.206" v="0"/>
      <pc:docMkLst>
        <pc:docMk/>
      </pc:docMkLst>
      <pc:sldChg chg="mod modShow">
        <pc:chgData name="scsjcain84" userId="S::scsjcain84_gmail.com#ext#@pearsoneducationinc.onmicrosoft.com::4399dd98-ee8b-4212-9001-7919755a3260" providerId="AD" clId="Web-{68742FCC-1CE2-4A7A-A053-D5BAE1C01254}" dt="2025-08-26T07:13:18.206" v="0"/>
        <pc:sldMkLst>
          <pc:docMk/>
          <pc:sldMk cId="4080705565" sldId="342"/>
        </pc:sldMkLst>
      </pc:sldChg>
    </pc:docChg>
  </pc:docChgLst>
  <pc:docChgLst>
    <pc:chgData name="Tim Warner" userId="1d9b2d89684621c1" providerId="LiveId" clId="{714D1BBA-1A26-4734-9F47-2E733DD8EF17}"/>
    <pc:docChg chg="modSld">
      <pc:chgData name="Tim Warner" userId="1d9b2d89684621c1" providerId="LiveId" clId="{714D1BBA-1A26-4734-9F47-2E733DD8EF17}" dt="2025-06-24T20:50:19.480" v="62"/>
      <pc:docMkLst>
        <pc:docMk/>
      </pc:docMkLst>
      <pc:sldChg chg="modSp mod">
        <pc:chgData name="Tim Warner" userId="1d9b2d89684621c1" providerId="LiveId" clId="{714D1BBA-1A26-4734-9F47-2E733DD8EF17}" dt="2025-06-24T20:50:12.538" v="61"/>
        <pc:sldMkLst>
          <pc:docMk/>
          <pc:sldMk cId="914007193" sldId="347"/>
        </pc:sldMkLst>
      </pc:sldChg>
      <pc:sldChg chg="modSp mod">
        <pc:chgData name="Tim Warner" userId="1d9b2d89684621c1" providerId="LiveId" clId="{714D1BBA-1A26-4734-9F47-2E733DD8EF17}" dt="2025-06-24T20:50:19.480" v="62"/>
        <pc:sldMkLst>
          <pc:docMk/>
          <pc:sldMk cId="1161106545" sldId="348"/>
        </pc:sldMkLst>
      </pc:sldChg>
    </pc:docChg>
  </pc:docChgLst>
  <pc:docChgLst>
    <pc:chgData name="Tim Warner" userId="1d9b2d89684621c1" providerId="LiveId" clId="{B5F1AAD0-ADAB-4083-A1A6-BF815195C21B}"/>
    <pc:docChg chg="addSld modSld">
      <pc:chgData name="Tim Warner" userId="1d9b2d89684621c1" providerId="LiveId" clId="{B5F1AAD0-ADAB-4083-A1A6-BF815195C21B}" dt="2025-06-24T21:06:10.912" v="50"/>
      <pc:docMkLst>
        <pc:docMk/>
      </pc:docMkLst>
      <pc:sldChg chg="modSp mod">
        <pc:chgData name="Tim Warner" userId="1d9b2d89684621c1" providerId="LiveId" clId="{B5F1AAD0-ADAB-4083-A1A6-BF815195C21B}" dt="2025-06-24T21:06:03.881" v="49"/>
        <pc:sldMkLst>
          <pc:docMk/>
          <pc:sldMk cId="578841353" sldId="347"/>
        </pc:sldMkLst>
      </pc:sldChg>
      <pc:sldChg chg="modSp add mod">
        <pc:chgData name="Tim Warner" userId="1d9b2d89684621c1" providerId="LiveId" clId="{B5F1AAD0-ADAB-4083-A1A6-BF815195C21B}" dt="2025-06-24T21:06:10.912" v="50"/>
        <pc:sldMkLst>
          <pc:docMk/>
          <pc:sldMk cId="3347137768" sldId="348"/>
        </pc:sldMkLst>
      </pc:sldChg>
    </pc:docChg>
  </pc:docChgLst>
  <pc:docChgLst>
    <pc:chgData name="Tim Warner" userId="1d9b2d89684621c1" providerId="LiveId" clId="{F70FC672-E669-40ED-876E-721E7E559E1C}"/>
    <pc:docChg chg="delSld modSld">
      <pc:chgData name="Tim Warner" userId="1d9b2d89684621c1" providerId="LiveId" clId="{F70FC672-E669-40ED-876E-721E7E559E1C}" dt="2025-06-24T20:52:01.720" v="51"/>
      <pc:docMkLst>
        <pc:docMk/>
      </pc:docMkLst>
      <pc:sldChg chg="modSp mod">
        <pc:chgData name="Tim Warner" userId="1d9b2d89684621c1" providerId="LiveId" clId="{F70FC672-E669-40ED-876E-721E7E559E1C}" dt="2025-06-24T20:52:01.720" v="51"/>
        <pc:sldMkLst>
          <pc:docMk/>
          <pc:sldMk cId="914007193" sldId="347"/>
        </pc:sldMkLst>
      </pc:sldChg>
      <pc:sldChg chg="del">
        <pc:chgData name="Tim Warner" userId="1d9b2d89684621c1" providerId="LiveId" clId="{F70FC672-E669-40ED-876E-721E7E559E1C}" dt="2025-06-24T20:51:33.607" v="47" actId="2696"/>
        <pc:sldMkLst>
          <pc:docMk/>
          <pc:sldMk cId="1161106545" sldId="348"/>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FRAMER: Welcome to Lesson 17 where we're tackling Azure Migrate - Microsoft's end-to-end platform for moving your on-premises workloads into Azure. This lesson maps directly to the AZ-801 "Implement Disaster Recovery" domain, specifically the migration and business continuity objectives. Three learning objectives today, and all three are exam-heavy.</a:t>
            </a:r>
          </a:p>
          <a:p/>
          <a:p>
            <a:r>
              <a:t>17.1. Deploy and configure Azure Migrate appliance: We're starting with the appliance - this is the lightweight VM you deploy on-premises that discovers everything you've got running. The appliance is your scout, your inventory engine, and your performance collector all rolled into one. For the exam, you need to know deployment methods (OVA for VMware, VHD for Hyper-V), credential requirements, and what data it collects.</a:t>
            </a:r>
          </a:p>
          <a:p/>
          <a:p>
            <a:r>
              <a:t>17.2. Migrate VM workloads to Azure VMs: This is classic lift-and-shift migration. You're taking existing VMs and moving them to Azure with minimal changes. The exam tests you on assessment reports, test migrations, replication options (agentless vs agent-based), and migration waves for phased rollouts.</a:t>
            </a:r>
          </a:p>
          <a:p/>
          <a:p>
            <a:r>
              <a:t>17.3. Migrate physical servers to Azure VMs: Physical-to-virtual conversion - taking that bare-metal server and turning it into an Azure VM. The exam loves asking about boot disk conversion, driver injection, and P2V requirements. This objective shows up in migration scenarios where companies have legacy hardware they need to move.</a:t>
            </a:r>
          </a:p>
          <a:p/>
          <a:p>
            <a:r>
              <a:t>AZ-801 EXAM TIP: Azure Migrate questions always test your understanding of assessment before migration. The exam will give you a scenario with compatibility issues or sizing concerns, and you need to know that assessment reports show these problems before you waste time trying to migrate unsupported workloads.</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Azure Migrate isn't just one tool - it's a unified platform that brings together server migration, database migration, and web app migration in a single portal experience. Let's break down why this matters for the AZ-801 exam.</a:t>
            </a:r>
          </a:p>
          <a:p/>
          <a:p>
            <a:r>
              <a:t>Azure Migrate is Microsoft's unified platform for server, database, and app migration: The key word here is "unified" - you're not juggling separate tools for different workload types. Everything flows through the Azure Migrate hub in the portal. For servers, you get Azure Migrate: Server Migration. For databases, you get Azure Database Migration Service integration. For web apps, App Service Migration Assistant plugs in. The exam wants you to understand that Azure Migrate is the orchestration layer on top of these specialized tools.</a:t>
            </a:r>
          </a:p>
          <a:p/>
          <a:p>
            <a:r>
              <a:t>Provides tools for discovery, assessment, and workload migration: These three phases are sequential and exam-critical. Discovery happens first - the appliance scans your environment and inventories every VM, physical server, and application. Assessment comes next - Azure Migrate analyzes the discovered workloads and generates compatibility reports, cost estimates, and sizing recommendations. Migration is the final phase - actually moving workloads based on assessment data. The exam tests whether you understand prerequisites for each phase.</a:t>
            </a:r>
          </a:p>
          <a:p/>
          <a:p>
            <a:r>
              <a:t>Supports VMware, Hyper-V, physical servers, and cloud VMs: Multi-platform support is huge. VMware shops use the OVA appliance to discover vCenter-managed VMs. Hyper-V environments deploy the VHD appliance and discover standalone hosts or clusters. Physical servers require agent-based discovery because there's no hypervisor. Cloud VMs from AWS or GCP can also be discovered and migrated - you're not limited to on-premises sources.</a:t>
            </a:r>
          </a:p>
          <a:p/>
          <a:p>
            <a:r>
              <a:t>Integrates with cost estimation, dependency mapping, and sizing: The assessment engine does more than just compatibility checks. Cost estimation uses Azure Pricing Calculator integration to project monthly costs based on actual resource consumption. Dependency mapping shows which servers communicate with which other servers - this prevents you from migrating Server A without also migrating Server B that it depends on. Right-sizing recommendations prevent over-provisioning by analyzing actual CPU, memory, and disk usage instead of allocated capacity.</a:t>
            </a:r>
          </a:p>
          <a:p/>
          <a:p>
            <a:r>
              <a:t>Contoso uses Azure Migrate to discover 500 VMs across VMware and Hyper-V, generating a unified assessment report showing 480 VMs ready for migration and 20 flagged for remediation due to unsupported OS versions.</a:t>
            </a:r>
          </a:p>
          <a:p/>
          <a:p>
            <a:r>
              <a:t>AZ-801 EXAM TIP: The exam tests Azure Migrate project limits. One Azure Migrate project can have up to 10 appliances registered, and each appliance can discover up to 10,000 VMs for VMware or 5,000 VMs for Hyper-V. If a scenario describes a large environment exceeding these limits, the answer involves creating multiple Azure Migrate projects or deploying additional appliances.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The Azure Migrate appliance is where everything starts. This is a virtual machine you deploy into your existing on-premises environment, and it runs continuously to collect performance data and send metadata back to Azure. Deployment and configuration are heavily tested on AZ-801.</a:t>
            </a:r>
          </a:p>
          <a:p/>
          <a:p>
            <a:r>
              <a:t>Appliance discovers workloads and performance data: The appliance performs agentless discovery, meaning it doesn't install any software on the VMs being discovered. For VMware, the appliance connects to vCenter Server using vSphere APIs and pulls VM configuration data - CPU count, memory size, disk capacity, network adapters. For Hyper-V, it uses WMI and PowerShell remoting to query Hyper-V hosts. Performance data collection includes CPU utilization, memory consumption, disk IOPS, and network throughput - sampled every 5 minutes by default and sent to Azure for analysis.</a:t>
            </a:r>
          </a:p>
          <a:p/>
          <a:p>
            <a:r>
              <a:t>OVA template for VMware; VHD image for Hyper-V: Deployment method depends on your virtualization platform. For VMware environments, you download an OVA file from the Azure portal, import it into vCenter, and power on the appliance VM. The OVA is pre-configured with Windows Server 2022, all required services, and 8 vCPUs with 32 GB RAM. For Hyper-V, you download a VHD image, import it into Hyper-V Manager, and start the VM. Both appliances are functionally identical after configuration - the only difference is packaging format.</a:t>
            </a:r>
          </a:p>
          <a:p/>
          <a:p>
            <a:r>
              <a:t>Credentials required to inventory servers and applications: The appliance needs read-only access to discover workloads. For VMware, you create a vCenter read-only user account - no administrative privileges needed. For Hyper-V, you need domain credentials or local administrator accounts on each Hyper-V host to query WMI and run PowerShell cmdlets. For application discovery (finding installed software and dependencies), the appliance requires guest OS credentials - Windows domain accounts or Linux SSH credentials. These guest credentials are optional for basic server discovery but required for dependency mapping.</a:t>
            </a:r>
          </a:p>
          <a:p/>
          <a:p>
            <a:r>
              <a:t>Collects metrics for right-sizing recommendations: Performance metrics drive the assessment engine. The appliance collects CPU percentile usage (P95 by default), memory consumption, disk throughput (IOPS and MB/s), and network utilization. Azure Migrate analyzes at least 24 hours of metrics (7-30 days recommended for production) and recommends Azure VM sizes based on actual usage patterns. If your on-premises VM has 8 vCPUs allocated but only averages 20% CPU utilization, Azure Migrate might recommend a 2-vCPU Azure VM to save costs.</a:t>
            </a:r>
          </a:p>
          <a:p/>
          <a:p>
            <a:r>
              <a:t>Fabrikam deploys an appliance to inventory 200 VMware VMs, providing vCenter read-only credentials and waiting 7 days to collect performance data before running assessments for accurate right-sizing.</a:t>
            </a:r>
          </a:p>
          <a:p/>
          <a:p>
            <a:r>
              <a:t>AZ-801 EXAM TIP: Know appliance requirements and limits. The appliance needs internet connectivity to Azure endpoints (*.azure.com, *.microsoft.com) on port 443. Proxy servers are supported but must allow HTTPS inspection bypass for Azure Migrate traffic. One appliance can discover up to 10,000 VMware VMs or 5,000 VMs for Hyper-V. For physical server discovery, the limit is 1,000 servers per appliance. The exam tests whether you know when to deploy multiple appliances based on scale.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Now we move from discovery and assessment into actual migration. This is the lift-and-shift process - taking existing VMs and moving them to Azure IaaS with minimal changes. The exam focuses on test migrations, replication options, and phased rollout strategies.</a:t>
            </a:r>
          </a:p>
          <a:p/>
          <a:p>
            <a:r>
              <a:t>Assessment generates compatibility and cost reports: Before migrating anything, you run an assessment in the Azure Migrate portal. The assessment analyzes discovered VMs and produces two critical reports. The readiness report flags compatibility issues - unsupported OS versions, 32-bit operating systems, VMs with more than 64 disks, or configurations that won't work in Azure. The cost report estimates monthly Azure spend based on recommended VM sizes, storage types (Standard HDD, Standard SSD, Premium SSD), and data transfer costs. The exam tests your ability to interpret assessment results and identify blockers before migration.</a:t>
            </a:r>
          </a:p>
          <a:p/>
          <a:p>
            <a:r>
              <a:t>Test migration validates functionality before cutover: Test migration is non-negotiable best practice and heavily tested on AZ-801. You create a test migration in an isolated Azure virtual network - completely separate from production networks. The test VM runs in Azure, allowing you to validate application functionality, check performance, and verify connectivity without affecting the source VM which keeps running on-premises. After validation, you clean up the test resources and proceed to production migration. The exam asks about test migration best practices and troubleshooting failed test migrations.</a:t>
            </a:r>
          </a:p>
          <a:p/>
          <a:p>
            <a:r>
              <a:t>Migration waves group workloads for phased rollout: You don't migrate 500 VMs all at once - that's asking for trouble. Migration waves let you group related workloads and migrate them in phases. Wave 1 might be non-critical development VMs to validate the process. Wave 2 could be web tier servers. Wave 3 might be database servers with their dependencies. Each wave completes, gets validated, and then you move to the next wave. The exam tests your ability to design migration waves based on application dependencies and business priorities.</a:t>
            </a:r>
          </a:p>
          <a:p/>
          <a:p>
            <a:r>
              <a:t>Supports agentless or agent-based replication: Replication method is exam-critical. Agentless replication for VMware uses the Azure Migrate appliance to replicate VM disks at the hypervisor level - no software installed on source VMs. For Hyper-V, agentless replication uses Hyper-V Replica technology. Agent-based replication installs the Mobility Service agent on each VM - required for physical servers but optional for VMware/Hyper-V. Agent-based gives you more control and supports scenarios like replicating from AWS or GCP where you don't have hypervisor access.</a:t>
            </a:r>
          </a:p>
          <a:p/>
          <a:p>
            <a:r>
              <a:t>Adventure Works lifts critical HR workloads to Azure in staged waves: Wave 1 migrates 20 web servers, Wave 2 moves 10 application servers, and Wave 3 migrates 5 SQL Server VMs after validating dependencies.</a:t>
            </a:r>
          </a:p>
          <a:p/>
          <a:p>
            <a:r>
              <a:t>AZ-801 EXAM TIP: The exam tests replication architecture and RPO (Recovery Point Objective). Agentless replication for VMware provides 1-hour RPO - changes are replicated to Azure every hour. Agent-based replication provides near-real-time RPO (5-15 minutes) because the Mobility Service captures disk writes continuously. Know when to choose each method: agentless for simplicity and lower overhead, agent-based for tighter RPO or when migrating from non-VMware/Hyper-V 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Physical server migration - P2V conversion - is the most complex migration scenario and heavily tested on AZ-801. You're taking bare-metal servers and converting them to Azure VMs. This involves boot disk conversion, driver injection, and handling hardware dependencies.</a:t>
            </a:r>
          </a:p>
          <a:p/>
          <a:p>
            <a:r>
              <a:t>Physical server discovery collects OS and hardware info: Physical server discovery requires the Azure Migrate appliance or a separate discovery tool running on a Windows Server in your datacenter. The discovery tool connects to each physical server and collects inventory data - OS version, installed applications, CPU sockets, memory capacity, disk configuration, and network adapters. For Windows servers, discovery uses WMI remoting. For Linux servers, it uses SSH. You need local administrator or root credentials for each server being discovered. The exam tests discovery prerequisites and credential requirements.</a:t>
            </a:r>
          </a:p>
          <a:p/>
          <a:p>
            <a:r>
              <a:t>Physical-to-virtual (P2V) conversion creates Azure VMs: P2V is the magic step. Azure Migrate installs the Mobility Service agent on each physical server, captures disk contents, and streams data to Azure. The physical server's boot disk, data disks, and system state are replicated to Azure Blob Storage. When you trigger cutover, Azure Migrate creates an Azure VM from the replicated disks. The VM uses Azure Compute generation 2 with UEFI boot by default. The exam tests P2V architecture and what happens during conversion.</a:t>
            </a:r>
          </a:p>
          <a:p/>
          <a:p>
            <a:r>
              <a:t>Boot disk conversion ensures compatibility in Azure: Physical servers often have legacy boot configurations - MBR partitions, BIOS boot, or custom bootloaders. Azure Migrate automatically converts MBR to GPT, upgrades BIOS to UEFI, and ensures the boot configuration works in Hyper-V (Azure's hypervisor). For Linux servers, GRUB bootloader settings are updated. For Windows servers, Boot Configuration Data (BCD) is modified to reference Azure virtual hardware. The exam tests boot disk conversion and troubleshooting boot failures after P2V migration.</a:t>
            </a:r>
          </a:p>
          <a:p/>
          <a:p>
            <a:r>
              <a:t>Driver injection handles hardware differences: Physical servers have drivers for specific hardware - network interface cards, storage controllers, video adapters. In Azure, that physical hardware doesn't exist. Azure Migrate injects Hyper-V Integration Services (for Windows) or Linux Integration Services (for Linux) so the VM can interact with Azure virtual hardware. Network drivers are replaced with Azure Virtual Network adapters. Storage drivers switch from physical RAID controllers to Hyper-V storage. The exam tests driver injection and why VMs might not boot without proper drivers.</a:t>
            </a:r>
          </a:p>
          <a:p/>
          <a:p>
            <a:r>
              <a:t>Tailwind Traders migrates legacy physical servers to modern Azure IaaS: 10 Windows Server 2016 physical servers and 5 RHEL 8 Linux servers undergo P2V conversion with automatic boot disk upgrades and driver injection.</a:t>
            </a:r>
          </a:p>
          <a:p/>
          <a:p>
            <a:r>
              <a:t>AZ-801 EXAM TIP: Physical server migration always requires agent-based replication - there's no agentless option because you don't have hypervisor-level access. The Mobility Service agent must be installed on each physical server before migration. The exam tests Mobility Service prerequisites: internet connectivity to Azure, 6 GB free disk space on the system drive, supported OS version (Windows Server 2012 R2 or later, recent Linux distributions), and no conflicting software like backup agents that lock VSS snapshots.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Let's wrap up with the complete migration workflow and resources you need for deeper study. The architecture diagram at the URL shows the end-to-end process from on-premises discovery through Azure deployment.</a:t>
            </a:r>
          </a:p>
          <a:p/>
          <a:p>
            <a:r>
              <a:t>The diagram illustrates four key components: the Azure Migrate appliance sitting in your on-premises environment, the Azure Migrate service orchestrating everything in the cloud, the replication data path from source VMs to Azure Storage, and the final Azure VMs created after cutover. Pay attention to network requirements - the appliance needs outbound HTTPS (port 443) to Azure, but no inbound ports need to be opened in your firewall.</a:t>
            </a:r>
          </a:p>
          <a:p/>
          <a:p>
            <a:r>
              <a:t>For additional study, Microsoft Learn has comprehensive Azure Migrate documentation including step-by-step tutorials, architecture deep-dives, and troubleshooting guides. The exam objectives explicitly mention deploying Azure Migrate, running assessments, and executing migrations - so hands-on practice in your own Azure subscription is essential.</a:t>
            </a:r>
          </a:p>
          <a:p/>
          <a:p>
            <a:r>
              <a:t>AZ-801 EXAM TIP: The exam tests end-to-end migration scenarios. You might see a question like: "Contoso has 300 VMware VMs to migrate. They deployed an appliance, ran discovery, but the assessment shows 50 VMs are not ready for migration. What's the next step?" The correct answer is to remediate the flagged VMs (upgrade unsupported OS versions, fix disk configurations) BEFORE attempting migration. Don't skip assessment or ignore readiness warnings - that's a common exam trap.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8/26/2025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17: Use Azure Migrate for Server Migration</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dirty="0"/>
              <a:t>17.1. Deploy and configure Azure Migrate appliance </a:t>
            </a:r>
          </a:p>
          <a:p>
            <a:pPr>
              <a:spcBef>
                <a:spcPts val="200"/>
              </a:spcBef>
              <a:spcAft>
                <a:spcPts val="400"/>
              </a:spcAft>
            </a:pPr>
            <a:r>
              <a:rPr lang="en-US" dirty="0"/>
              <a:t>17.2. Migrate VM workloads to Azure VMs </a:t>
            </a:r>
          </a:p>
          <a:p>
            <a:pPr>
              <a:spcBef>
                <a:spcPts val="200"/>
              </a:spcBef>
              <a:spcAft>
                <a:spcPts val="400"/>
              </a:spcAft>
            </a:pPr>
            <a:r>
              <a:rPr lang="en-US" dirty="0"/>
              <a:t>17.3. Migrate physical servers to Azure VMs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17.1 Deploy and configure Azure Migrate appliance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47291" cy="463628"/>
          </a:xfrm>
        </p:spPr>
        <p:txBody>
          <a:bodyPr/>
          <a:lstStyle/>
          <a:p>
            <a:r>
              <a:rPr lang="en-US" sz="2400"/>
              <a:t>Central hub for discovery, assessment, and migration</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Azure Migrate is Microsoft’s unified platform for server, database, and app migration</a:t>
            </a:r>
          </a:p>
          <a:p>
            <a:r>
              <a:rPr lang="en-US" sz="1800" dirty="0"/>
              <a:t>Provides tools for discovery, assessment, and workload migration</a:t>
            </a:r>
          </a:p>
          <a:p>
            <a:r>
              <a:rPr lang="en-US" sz="1800" dirty="0"/>
              <a:t>Supports VMware, Hyper-V, physical servers, and cloud VMs</a:t>
            </a:r>
          </a:p>
          <a:p>
            <a:r>
              <a:rPr lang="en-US" sz="1800" dirty="0"/>
              <a:t>Integrates with cost estimation, dependency mapping, and sizing</a:t>
            </a:r>
          </a:p>
          <a:p>
            <a:r>
              <a:rPr lang="en-US" sz="1800" dirty="0"/>
              <a:t>Contoso uses Azure Migrate to plan its datacenter exit strategy</a:t>
            </a:r>
          </a:p>
        </p:txBody>
      </p:sp>
    </p:spTree>
    <p:extLst>
      <p:ext uri="{BB962C8B-B14F-4D97-AF65-F5344CB8AC3E}">
        <p14:creationId xmlns:p14="http://schemas.microsoft.com/office/powerpoint/2010/main" val="132568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55242" cy="463628"/>
          </a:xfrm>
        </p:spPr>
        <p:txBody>
          <a:bodyPr/>
          <a:lstStyle/>
          <a:p>
            <a:r>
              <a:rPr lang="en-US" sz="2400"/>
              <a:t>Set up the on-premises appliance for discovery</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Appliance discovers workloads and performance data</a:t>
            </a:r>
          </a:p>
          <a:p>
            <a:r>
              <a:rPr lang="en-US" sz="1800" dirty="0"/>
              <a:t>OVA template for VMware; VHD image for Hyper-V</a:t>
            </a:r>
          </a:p>
          <a:p>
            <a:r>
              <a:rPr lang="en-US" sz="1800" dirty="0"/>
              <a:t>Credentials required to inventory servers and applications</a:t>
            </a:r>
          </a:p>
          <a:p>
            <a:r>
              <a:rPr lang="en-US" sz="1800" dirty="0"/>
              <a:t>Collects metrics for right-sizing recommendations</a:t>
            </a:r>
          </a:p>
          <a:p>
            <a:r>
              <a:rPr lang="en-US" sz="1800" dirty="0" err="1"/>
              <a:t>Fabrikam</a:t>
            </a:r>
            <a:r>
              <a:rPr lang="en-US" sz="1800" dirty="0"/>
              <a:t> deploys an appliance to inventory 200 VMware VMs</a:t>
            </a:r>
          </a:p>
        </p:txBody>
      </p:sp>
    </p:spTree>
    <p:extLst>
      <p:ext uri="{BB962C8B-B14F-4D97-AF65-F5344CB8AC3E}">
        <p14:creationId xmlns:p14="http://schemas.microsoft.com/office/powerpoint/2010/main" val="210098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17.2 Migrate VM workloads to Azure VMs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Lift and shift virtual machines into Azure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Assessment generates compatibility and cost reports</a:t>
            </a:r>
          </a:p>
          <a:p>
            <a:r>
              <a:rPr lang="en-US" sz="1800" dirty="0"/>
              <a:t>Test migration validates functionality before cutover</a:t>
            </a:r>
          </a:p>
          <a:p>
            <a:r>
              <a:rPr lang="en-US" sz="1800" dirty="0"/>
              <a:t>Migration waves group workloads for phased rollout</a:t>
            </a:r>
          </a:p>
          <a:p>
            <a:r>
              <a:rPr lang="en-US" sz="1800" dirty="0"/>
              <a:t>Supports agentless or agent-based replication</a:t>
            </a:r>
          </a:p>
          <a:p>
            <a:r>
              <a:rPr lang="en-US" sz="1800" dirty="0"/>
              <a:t>Adventure Works lifts critical HR workloads to Azure in staged waves</a:t>
            </a:r>
          </a:p>
        </p:txBody>
      </p:sp>
    </p:spTree>
    <p:extLst>
      <p:ext uri="{BB962C8B-B14F-4D97-AF65-F5344CB8AC3E}">
        <p14:creationId xmlns:p14="http://schemas.microsoft.com/office/powerpoint/2010/main" val="312775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17.3 </a:t>
            </a:r>
            <a:r>
              <a:rPr lang="en-US" sz="3600" dirty="0">
                <a:solidFill>
                  <a:srgbClr val="0978D8"/>
                </a:solidFill>
              </a:rPr>
              <a:t>Migrate physical servers to Azure VMs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91023" cy="463628"/>
          </a:xfrm>
        </p:spPr>
        <p:txBody>
          <a:bodyPr/>
          <a:lstStyle/>
          <a:p>
            <a:r>
              <a:rPr lang="en-US"/>
              <a:t>Bring physical workloads into Azure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Physical server discovery collects OS and hardware info</a:t>
            </a:r>
          </a:p>
          <a:p>
            <a:r>
              <a:rPr lang="en-US" sz="1800" dirty="0"/>
              <a:t>Physical-to-virtual (P2V) conversion creates Azure VMs</a:t>
            </a:r>
          </a:p>
          <a:p>
            <a:r>
              <a:rPr lang="en-US" sz="1800" dirty="0"/>
              <a:t>Boot disk conversion ensures compatibility in Azure</a:t>
            </a:r>
          </a:p>
          <a:p>
            <a:r>
              <a:rPr lang="en-US" sz="1800" dirty="0"/>
              <a:t>Driver injection handles hardware differences</a:t>
            </a:r>
          </a:p>
          <a:p>
            <a:r>
              <a:rPr lang="en-US" sz="1800" dirty="0"/>
              <a:t>Tailwind Traders migrates legacy physical servers to modern Azure IaaS</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2.xml><?xml version="1.0" encoding="utf-8"?>
<ds:datastoreItem xmlns:ds="http://schemas.openxmlformats.org/officeDocument/2006/customXml" ds:itemID="{113FDF0B-8107-4016-AB6B-CA71E6D253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34387</TotalTime>
  <Words>287</Words>
  <Application>Microsoft Office PowerPoint</Application>
  <PresentationFormat>On-screen Show (16:9)</PresentationFormat>
  <Paragraphs>38</Paragraphs>
  <Slides>10</Slides>
  <Notes>1</Notes>
  <HiddenSlides>1</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Standard_LiveLessons_2017</vt:lpstr>
      <vt:lpstr>PowerPoint Presentation</vt:lpstr>
      <vt:lpstr>PowerPoint Presentation</vt:lpstr>
      <vt:lpstr>PowerPoint Presentation</vt:lpstr>
      <vt:lpstr>Central hub for discovery, assessment, and migration</vt:lpstr>
      <vt:lpstr>Set up the on-premises appliance for discovery</vt:lpstr>
      <vt:lpstr>PowerPoint Presentation</vt:lpstr>
      <vt:lpstr>Lift and shift virtual machines into Azure</vt:lpstr>
      <vt:lpstr>PowerPoint Presentation</vt:lpstr>
      <vt:lpstr>Bring physical workloads into Azure</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103</cp:revision>
  <dcterms:created xsi:type="dcterms:W3CDTF">2015-09-28T19:52:00Z</dcterms:created>
  <dcterms:modified xsi:type="dcterms:W3CDTF">2025-08-26T07:13:18Z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