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3"/>
  </p:notesMasterIdLst>
  <p:sldIdLst>
    <p:sldId id="303" r:id="rId5"/>
    <p:sldId id="292" r:id="rId6"/>
    <p:sldId id="293" r:id="rId7"/>
    <p:sldId id="331" r:id="rId8"/>
    <p:sldId id="349" r:id="rId9"/>
    <p:sldId id="343" r:id="rId10"/>
    <p:sldId id="350" r:id="rId11"/>
    <p:sldId id="346" r:id="rId12"/>
    <p:sldId id="351" r:id="rId13"/>
    <p:sldId id="347" r:id="rId14"/>
    <p:sldId id="352" r:id="rId15"/>
    <p:sldId id="344" r:id="rId16"/>
    <p:sldId id="354" r:id="rId17"/>
    <p:sldId id="345" r:id="rId18"/>
    <p:sldId id="355" r:id="rId19"/>
    <p:sldId id="348" r:id="rId20"/>
    <p:sldId id="353" r:id="rId21"/>
    <p:sldId id="342"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5F1D7-93FE-4733-BC8D-CDBB6DE3FDA6}" v="107" dt="2025-09-03T11:08:10.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73" autoAdjust="0"/>
    <p:restoredTop sz="76708" autoAdjust="0"/>
  </p:normalViewPr>
  <p:slideViewPr>
    <p:cSldViewPr snapToGrid="0" snapToObjects="1">
      <p:cViewPr varScale="1">
        <p:scale>
          <a:sx n="162" d="100"/>
          <a:sy n="162" d="100"/>
        </p:scale>
        <p:origin x="556" y="316"/>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1125F1D7-93FE-4733-BC8D-CDBB6DE3FDA6}"/>
    <pc:docChg chg="addSld modSld sldOrd">
      <pc:chgData name="Tim Warner" userId="1d9b2d89684621c1" providerId="LiveId" clId="{1125F1D7-93FE-4733-BC8D-CDBB6DE3FDA6}" dt="2025-09-03T11:08:09.677" v="602" actId="20577"/>
      <pc:docMkLst>
        <pc:docMk/>
      </pc:docMkLst>
      <pc:sldChg chg="modSp mod">
        <pc:chgData name="Tim Warner" userId="1d9b2d89684621c1" providerId="LiveId" clId="{1125F1D7-93FE-4733-BC8D-CDBB6DE3FDA6}" dt="2025-08-21T16:37:06.271" v="12" actId="1076"/>
        <pc:sldMkLst>
          <pc:docMk/>
          <pc:sldMk cId="2539485740" sldId="292"/>
        </pc:sldMkLst>
        <pc:spChg chg="mod">
          <ac:chgData name="Tim Warner" userId="1d9b2d89684621c1" providerId="LiveId" clId="{1125F1D7-93FE-4733-BC8D-CDBB6DE3FDA6}" dt="2025-08-21T16:37:06.271" v="12" actId="1076"/>
          <ac:spMkLst>
            <pc:docMk/>
            <pc:sldMk cId="2539485740" sldId="292"/>
            <ac:spMk id="3" creationId="{E3CDC3F4-DF86-6837-4352-BE6EBD430460}"/>
          </ac:spMkLst>
        </pc:spChg>
      </pc:sldChg>
      <pc:sldChg chg="modSp mod">
        <pc:chgData name="Tim Warner" userId="1d9b2d89684621c1" providerId="LiveId" clId="{1125F1D7-93FE-4733-BC8D-CDBB6DE3FDA6}" dt="2025-08-21T16:37:23.109" v="15" actId="20577"/>
        <pc:sldMkLst>
          <pc:docMk/>
          <pc:sldMk cId="486668636" sldId="293"/>
        </pc:sldMkLst>
        <pc:spChg chg="mod">
          <ac:chgData name="Tim Warner" userId="1d9b2d89684621c1" providerId="LiveId" clId="{1125F1D7-93FE-4733-BC8D-CDBB6DE3FDA6}" dt="2025-08-21T16:37:23.109" v="15" actId="20577"/>
          <ac:spMkLst>
            <pc:docMk/>
            <pc:sldMk cId="486668636" sldId="293"/>
            <ac:spMk id="7" creationId="{7CE19171-B11A-F0B2-D185-CC8FB87A16DC}"/>
          </ac:spMkLst>
        </pc:spChg>
      </pc:sldChg>
      <pc:sldChg chg="modSp mod ord modAnim modNotesTx">
        <pc:chgData name="Tim Warner" userId="1d9b2d89684621c1" providerId="LiveId" clId="{1125F1D7-93FE-4733-BC8D-CDBB6DE3FDA6}" dt="2025-09-03T11:06:18.228" v="581" actId="20577"/>
        <pc:sldMkLst>
          <pc:docMk/>
          <pc:sldMk cId="4092314469" sldId="331"/>
        </pc:sldMkLst>
        <pc:spChg chg="mod">
          <ac:chgData name="Tim Warner" userId="1d9b2d89684621c1" providerId="LiveId" clId="{1125F1D7-93FE-4733-BC8D-CDBB6DE3FDA6}" dt="2025-08-22T14:24:51.794" v="134" actId="20577"/>
          <ac:spMkLst>
            <pc:docMk/>
            <pc:sldMk cId="4092314469" sldId="331"/>
            <ac:spMk id="2" creationId="{58DE03C8-8D21-7742-BC45-5373CF43F0B8}"/>
          </ac:spMkLst>
        </pc:spChg>
        <pc:spChg chg="mod">
          <ac:chgData name="Tim Warner" userId="1d9b2d89684621c1" providerId="LiveId" clId="{1125F1D7-93FE-4733-BC8D-CDBB6DE3FDA6}" dt="2025-08-22T14:25:11.091" v="139" actId="20577"/>
          <ac:spMkLst>
            <pc:docMk/>
            <pc:sldMk cId="4092314469" sldId="331"/>
            <ac:spMk id="3" creationId="{514D88C4-C6AF-3654-026D-9E5843DEC367}"/>
          </ac:spMkLst>
        </pc:spChg>
      </pc:sldChg>
      <pc:sldChg chg="modSp mod">
        <pc:chgData name="Tim Warner" userId="1d9b2d89684621c1" providerId="LiveId" clId="{1125F1D7-93FE-4733-BC8D-CDBB6DE3FDA6}" dt="2025-08-21T16:37:27.013" v="16" actId="20577"/>
        <pc:sldMkLst>
          <pc:docMk/>
          <pc:sldMk cId="1829040019" sldId="343"/>
        </pc:sldMkLst>
        <pc:spChg chg="mod">
          <ac:chgData name="Tim Warner" userId="1d9b2d89684621c1" providerId="LiveId" clId="{1125F1D7-93FE-4733-BC8D-CDBB6DE3FDA6}" dt="2025-08-21T16:37:27.013" v="16" actId="20577"/>
          <ac:spMkLst>
            <pc:docMk/>
            <pc:sldMk cId="1829040019" sldId="343"/>
            <ac:spMk id="7" creationId="{7CE19171-B11A-F0B2-D185-CC8FB87A16DC}"/>
          </ac:spMkLst>
        </pc:spChg>
      </pc:sldChg>
      <pc:sldChg chg="modSp mod">
        <pc:chgData name="Tim Warner" userId="1d9b2d89684621c1" providerId="LiveId" clId="{1125F1D7-93FE-4733-BC8D-CDBB6DE3FDA6}" dt="2025-08-21T16:37:41.765" v="19" actId="20577"/>
        <pc:sldMkLst>
          <pc:docMk/>
          <pc:sldMk cId="1558763963" sldId="344"/>
        </pc:sldMkLst>
        <pc:spChg chg="mod">
          <ac:chgData name="Tim Warner" userId="1d9b2d89684621c1" providerId="LiveId" clId="{1125F1D7-93FE-4733-BC8D-CDBB6DE3FDA6}" dt="2025-08-21T16:37:41.765" v="19" actId="20577"/>
          <ac:spMkLst>
            <pc:docMk/>
            <pc:sldMk cId="1558763963" sldId="344"/>
            <ac:spMk id="7" creationId="{7CE19171-B11A-F0B2-D185-CC8FB87A16DC}"/>
          </ac:spMkLst>
        </pc:spChg>
      </pc:sldChg>
      <pc:sldChg chg="modSp mod">
        <pc:chgData name="Tim Warner" userId="1d9b2d89684621c1" providerId="LiveId" clId="{1125F1D7-93FE-4733-BC8D-CDBB6DE3FDA6}" dt="2025-08-21T16:37:45.133" v="20" actId="20577"/>
        <pc:sldMkLst>
          <pc:docMk/>
          <pc:sldMk cId="4156641597" sldId="345"/>
        </pc:sldMkLst>
        <pc:spChg chg="mod">
          <ac:chgData name="Tim Warner" userId="1d9b2d89684621c1" providerId="LiveId" clId="{1125F1D7-93FE-4733-BC8D-CDBB6DE3FDA6}" dt="2025-08-21T16:37:45.133" v="20" actId="20577"/>
          <ac:spMkLst>
            <pc:docMk/>
            <pc:sldMk cId="4156641597" sldId="345"/>
            <ac:spMk id="7" creationId="{7CE19171-B11A-F0B2-D185-CC8FB87A16DC}"/>
          </ac:spMkLst>
        </pc:spChg>
      </pc:sldChg>
      <pc:sldChg chg="modSp mod">
        <pc:chgData name="Tim Warner" userId="1d9b2d89684621c1" providerId="LiveId" clId="{1125F1D7-93FE-4733-BC8D-CDBB6DE3FDA6}" dt="2025-08-21T16:37:34.404" v="17" actId="20577"/>
        <pc:sldMkLst>
          <pc:docMk/>
          <pc:sldMk cId="947907938" sldId="346"/>
        </pc:sldMkLst>
        <pc:spChg chg="mod">
          <ac:chgData name="Tim Warner" userId="1d9b2d89684621c1" providerId="LiveId" clId="{1125F1D7-93FE-4733-BC8D-CDBB6DE3FDA6}" dt="2025-08-21T16:37:34.404" v="17" actId="20577"/>
          <ac:spMkLst>
            <pc:docMk/>
            <pc:sldMk cId="947907938" sldId="346"/>
            <ac:spMk id="7" creationId="{7CE19171-B11A-F0B2-D185-CC8FB87A16DC}"/>
          </ac:spMkLst>
        </pc:spChg>
      </pc:sldChg>
      <pc:sldChg chg="modSp mod">
        <pc:chgData name="Tim Warner" userId="1d9b2d89684621c1" providerId="LiveId" clId="{1125F1D7-93FE-4733-BC8D-CDBB6DE3FDA6}" dt="2025-08-21T16:37:38.260" v="18" actId="20577"/>
        <pc:sldMkLst>
          <pc:docMk/>
          <pc:sldMk cId="3422763557" sldId="347"/>
        </pc:sldMkLst>
        <pc:spChg chg="mod">
          <ac:chgData name="Tim Warner" userId="1d9b2d89684621c1" providerId="LiveId" clId="{1125F1D7-93FE-4733-BC8D-CDBB6DE3FDA6}" dt="2025-08-21T16:37:38.260" v="18" actId="20577"/>
          <ac:spMkLst>
            <pc:docMk/>
            <pc:sldMk cId="3422763557" sldId="347"/>
            <ac:spMk id="7" creationId="{7CE19171-B11A-F0B2-D185-CC8FB87A16DC}"/>
          </ac:spMkLst>
        </pc:spChg>
      </pc:sldChg>
      <pc:sldChg chg="modSp add mod">
        <pc:chgData name="Tim Warner" userId="1d9b2d89684621c1" providerId="LiveId" clId="{1125F1D7-93FE-4733-BC8D-CDBB6DE3FDA6}" dt="2025-08-21T16:37:19.330" v="14"/>
        <pc:sldMkLst>
          <pc:docMk/>
          <pc:sldMk cId="471184498" sldId="348"/>
        </pc:sldMkLst>
        <pc:spChg chg="mod">
          <ac:chgData name="Tim Warner" userId="1d9b2d89684621c1" providerId="LiveId" clId="{1125F1D7-93FE-4733-BC8D-CDBB6DE3FDA6}" dt="2025-08-21T16:37:19.330" v="14"/>
          <ac:spMkLst>
            <pc:docMk/>
            <pc:sldMk cId="471184498" sldId="348"/>
            <ac:spMk id="7" creationId="{7CE19171-B11A-F0B2-D185-CC8FB87A16DC}"/>
          </ac:spMkLst>
        </pc:spChg>
      </pc:sldChg>
      <pc:sldChg chg="modSp add mod modAnim modNotesTx">
        <pc:chgData name="Tim Warner" userId="1d9b2d89684621c1" providerId="LiveId" clId="{1125F1D7-93FE-4733-BC8D-CDBB6DE3FDA6}" dt="2025-09-03T11:06:28.844" v="582" actId="20577"/>
        <pc:sldMkLst>
          <pc:docMk/>
          <pc:sldMk cId="3934655354" sldId="349"/>
        </pc:sldMkLst>
        <pc:spChg chg="mod">
          <ac:chgData name="Tim Warner" userId="1d9b2d89684621c1" providerId="LiveId" clId="{1125F1D7-93FE-4733-BC8D-CDBB6DE3FDA6}" dt="2025-08-22T14:25:47.145" v="188" actId="20577"/>
          <ac:spMkLst>
            <pc:docMk/>
            <pc:sldMk cId="3934655354" sldId="349"/>
            <ac:spMk id="2" creationId="{58DE03C8-8D21-7742-BC45-5373CF43F0B8}"/>
          </ac:spMkLst>
        </pc:spChg>
        <pc:spChg chg="mod">
          <ac:chgData name="Tim Warner" userId="1d9b2d89684621c1" providerId="LiveId" clId="{1125F1D7-93FE-4733-BC8D-CDBB6DE3FDA6}" dt="2025-08-22T14:25:35.762" v="144" actId="20577"/>
          <ac:spMkLst>
            <pc:docMk/>
            <pc:sldMk cId="3934655354" sldId="349"/>
            <ac:spMk id="3" creationId="{514D88C4-C6AF-3654-026D-9E5843DEC367}"/>
          </ac:spMkLst>
        </pc:spChg>
      </pc:sldChg>
      <pc:sldChg chg="modSp add mod modAnim modNotesTx">
        <pc:chgData name="Tim Warner" userId="1d9b2d89684621c1" providerId="LiveId" clId="{1125F1D7-93FE-4733-BC8D-CDBB6DE3FDA6}" dt="2025-09-03T11:06:44.277" v="583" actId="20577"/>
        <pc:sldMkLst>
          <pc:docMk/>
          <pc:sldMk cId="1551197540" sldId="350"/>
        </pc:sldMkLst>
        <pc:spChg chg="mod">
          <ac:chgData name="Tim Warner" userId="1d9b2d89684621c1" providerId="LiveId" clId="{1125F1D7-93FE-4733-BC8D-CDBB6DE3FDA6}" dt="2025-08-22T14:26:02.505" v="225" actId="20577"/>
          <ac:spMkLst>
            <pc:docMk/>
            <pc:sldMk cId="1551197540" sldId="350"/>
            <ac:spMk id="2" creationId="{58DE03C8-8D21-7742-BC45-5373CF43F0B8}"/>
          </ac:spMkLst>
        </pc:spChg>
        <pc:spChg chg="mod">
          <ac:chgData name="Tim Warner" userId="1d9b2d89684621c1" providerId="LiveId" clId="{1125F1D7-93FE-4733-BC8D-CDBB6DE3FDA6}" dt="2025-08-22T14:26:32.594" v="271" actId="20577"/>
          <ac:spMkLst>
            <pc:docMk/>
            <pc:sldMk cId="1551197540" sldId="350"/>
            <ac:spMk id="3" creationId="{514D88C4-C6AF-3654-026D-9E5843DEC367}"/>
          </ac:spMkLst>
        </pc:spChg>
      </pc:sldChg>
      <pc:sldChg chg="modSp add mod modAnim modNotesTx">
        <pc:chgData name="Tim Warner" userId="1d9b2d89684621c1" providerId="LiveId" clId="{1125F1D7-93FE-4733-BC8D-CDBB6DE3FDA6}" dt="2025-09-03T11:07:16.597" v="598" actId="20577"/>
        <pc:sldMkLst>
          <pc:docMk/>
          <pc:sldMk cId="3901761905" sldId="351"/>
        </pc:sldMkLst>
        <pc:spChg chg="mod">
          <ac:chgData name="Tim Warner" userId="1d9b2d89684621c1" providerId="LiveId" clId="{1125F1D7-93FE-4733-BC8D-CDBB6DE3FDA6}" dt="2025-08-22T14:26:51.353" v="318" actId="20577"/>
          <ac:spMkLst>
            <pc:docMk/>
            <pc:sldMk cId="3901761905" sldId="351"/>
            <ac:spMk id="2" creationId="{58DE03C8-8D21-7742-BC45-5373CF43F0B8}"/>
          </ac:spMkLst>
        </pc:spChg>
        <pc:spChg chg="mod">
          <ac:chgData name="Tim Warner" userId="1d9b2d89684621c1" providerId="LiveId" clId="{1125F1D7-93FE-4733-BC8D-CDBB6DE3FDA6}" dt="2025-08-22T14:27:09.817" v="323" actId="20577"/>
          <ac:spMkLst>
            <pc:docMk/>
            <pc:sldMk cId="3901761905" sldId="351"/>
            <ac:spMk id="3" creationId="{514D88C4-C6AF-3654-026D-9E5843DEC367}"/>
          </ac:spMkLst>
        </pc:spChg>
      </pc:sldChg>
      <pc:sldChg chg="modSp add mod modAnim modNotesTx">
        <pc:chgData name="Tim Warner" userId="1d9b2d89684621c1" providerId="LiveId" clId="{1125F1D7-93FE-4733-BC8D-CDBB6DE3FDA6}" dt="2025-09-03T11:07:30.509" v="599" actId="20577"/>
        <pc:sldMkLst>
          <pc:docMk/>
          <pc:sldMk cId="1478560850" sldId="352"/>
        </pc:sldMkLst>
        <pc:spChg chg="mod">
          <ac:chgData name="Tim Warner" userId="1d9b2d89684621c1" providerId="LiveId" clId="{1125F1D7-93FE-4733-BC8D-CDBB6DE3FDA6}" dt="2025-08-22T14:27:30.641" v="362" actId="20577"/>
          <ac:spMkLst>
            <pc:docMk/>
            <pc:sldMk cId="1478560850" sldId="352"/>
            <ac:spMk id="2" creationId="{58DE03C8-8D21-7742-BC45-5373CF43F0B8}"/>
          </ac:spMkLst>
        </pc:spChg>
        <pc:spChg chg="mod">
          <ac:chgData name="Tim Warner" userId="1d9b2d89684621c1" providerId="LiveId" clId="{1125F1D7-93FE-4733-BC8D-CDBB6DE3FDA6}" dt="2025-08-22T14:27:45.258" v="366" actId="20577"/>
          <ac:spMkLst>
            <pc:docMk/>
            <pc:sldMk cId="1478560850" sldId="352"/>
            <ac:spMk id="3" creationId="{514D88C4-C6AF-3654-026D-9E5843DEC367}"/>
          </ac:spMkLst>
        </pc:spChg>
      </pc:sldChg>
      <pc:sldChg chg="modSp add mod modAnim modNotesTx">
        <pc:chgData name="Tim Warner" userId="1d9b2d89684621c1" providerId="LiveId" clId="{1125F1D7-93FE-4733-BC8D-CDBB6DE3FDA6}" dt="2025-09-03T11:08:09.677" v="602" actId="20577"/>
        <pc:sldMkLst>
          <pc:docMk/>
          <pc:sldMk cId="2450047084" sldId="353"/>
        </pc:sldMkLst>
        <pc:spChg chg="mod">
          <ac:chgData name="Tim Warner" userId="1d9b2d89684621c1" providerId="LiveId" clId="{1125F1D7-93FE-4733-BC8D-CDBB6DE3FDA6}" dt="2025-08-22T14:28:23.512" v="408" actId="20577"/>
          <ac:spMkLst>
            <pc:docMk/>
            <pc:sldMk cId="2450047084" sldId="353"/>
            <ac:spMk id="2" creationId="{58DE03C8-8D21-7742-BC45-5373CF43F0B8}"/>
          </ac:spMkLst>
        </pc:spChg>
        <pc:spChg chg="mod">
          <ac:chgData name="Tim Warner" userId="1d9b2d89684621c1" providerId="LiveId" clId="{1125F1D7-93FE-4733-BC8D-CDBB6DE3FDA6}" dt="2025-08-22T14:28:43.761" v="413" actId="20577"/>
          <ac:spMkLst>
            <pc:docMk/>
            <pc:sldMk cId="2450047084" sldId="353"/>
            <ac:spMk id="3" creationId="{514D88C4-C6AF-3654-026D-9E5843DEC367}"/>
          </ac:spMkLst>
        </pc:spChg>
      </pc:sldChg>
      <pc:sldChg chg="modSp add mod modAnim modNotesTx">
        <pc:chgData name="Tim Warner" userId="1d9b2d89684621c1" providerId="LiveId" clId="{1125F1D7-93FE-4733-BC8D-CDBB6DE3FDA6}" dt="2025-09-03T11:07:41.165" v="600" actId="20577"/>
        <pc:sldMkLst>
          <pc:docMk/>
          <pc:sldMk cId="2365607686" sldId="354"/>
        </pc:sldMkLst>
        <pc:spChg chg="mod">
          <ac:chgData name="Tim Warner" userId="1d9b2d89684621c1" providerId="LiveId" clId="{1125F1D7-93FE-4733-BC8D-CDBB6DE3FDA6}" dt="2025-08-22T14:30:54.367" v="459" actId="20577"/>
          <ac:spMkLst>
            <pc:docMk/>
            <pc:sldMk cId="2365607686" sldId="354"/>
            <ac:spMk id="2" creationId="{58DE03C8-8D21-7742-BC45-5373CF43F0B8}"/>
          </ac:spMkLst>
        </pc:spChg>
        <pc:spChg chg="mod">
          <ac:chgData name="Tim Warner" userId="1d9b2d89684621c1" providerId="LiveId" clId="{1125F1D7-93FE-4733-BC8D-CDBB6DE3FDA6}" dt="2025-08-22T14:31:20.760" v="464" actId="20577"/>
          <ac:spMkLst>
            <pc:docMk/>
            <pc:sldMk cId="2365607686" sldId="354"/>
            <ac:spMk id="3" creationId="{514D88C4-C6AF-3654-026D-9E5843DEC367}"/>
          </ac:spMkLst>
        </pc:spChg>
      </pc:sldChg>
      <pc:sldChg chg="modSp add mod modAnim modNotesTx">
        <pc:chgData name="Tim Warner" userId="1d9b2d89684621c1" providerId="LiveId" clId="{1125F1D7-93FE-4733-BC8D-CDBB6DE3FDA6}" dt="2025-09-03T11:07:56.444" v="601" actId="20577"/>
        <pc:sldMkLst>
          <pc:docMk/>
          <pc:sldMk cId="1027143159" sldId="355"/>
        </pc:sldMkLst>
        <pc:spChg chg="mod">
          <ac:chgData name="Tim Warner" userId="1d9b2d89684621c1" providerId="LiveId" clId="{1125F1D7-93FE-4733-BC8D-CDBB6DE3FDA6}" dt="2025-08-22T14:31:36.776" v="505" actId="20577"/>
          <ac:spMkLst>
            <pc:docMk/>
            <pc:sldMk cId="1027143159" sldId="355"/>
            <ac:spMk id="2" creationId="{58DE03C8-8D21-7742-BC45-5373CF43F0B8}"/>
          </ac:spMkLst>
        </pc:spChg>
        <pc:spChg chg="mod">
          <ac:chgData name="Tim Warner" userId="1d9b2d89684621c1" providerId="LiveId" clId="{1125F1D7-93FE-4733-BC8D-CDBB6DE3FDA6}" dt="2025-08-22T14:31:54.944" v="510" actId="20577"/>
          <ac:spMkLst>
            <pc:docMk/>
            <pc:sldMk cId="1027143159" sldId="355"/>
            <ac:spMk id="3" creationId="{514D88C4-C6AF-3654-026D-9E5843DEC367}"/>
          </ac:spMkLst>
        </pc:spChg>
      </pc:sldChg>
    </pc:docChg>
  </pc:docChgLst>
  <pc:docChgLst>
    <pc:chgData name="scsjcain84" userId="S::scsjcain84_gmail.com#ext#@pearsoneducationinc.onmicrosoft.com::4399dd98-ee8b-4212-9001-7919755a3260" providerId="AD" clId="Web-{C2B657BD-7DA7-4AF8-BE4B-C7AC16CB88EF}"/>
    <pc:docChg chg="modSld">
      <pc:chgData name="scsjcain84" userId="S::scsjcain84_gmail.com#ext#@pearsoneducationinc.onmicrosoft.com::4399dd98-ee8b-4212-9001-7919755a3260" providerId="AD" clId="Web-{C2B657BD-7DA7-4AF8-BE4B-C7AC16CB88EF}" dt="2025-08-23T00:32:06.912" v="0"/>
      <pc:docMkLst>
        <pc:docMk/>
      </pc:docMkLst>
      <pc:sldChg chg="mod modShow">
        <pc:chgData name="scsjcain84" userId="S::scsjcain84_gmail.com#ext#@pearsoneducationinc.onmicrosoft.com::4399dd98-ee8b-4212-9001-7919755a3260" providerId="AD" clId="Web-{C2B657BD-7DA7-4AF8-BE4B-C7AC16CB88EF}" dt="2025-08-23T00:32:06.912" v="0"/>
        <pc:sldMkLst>
          <pc:docMk/>
          <pc:sldMk cId="4080705565" sldId="342"/>
        </pc:sldMkLst>
      </pc:sld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addSp delSp modSp add mod">
        <pc:chgData name="Tim Warner" userId="1d9b2d89684621c1" providerId="LiveId" clId="{9EE537F5-4492-46A9-8A6E-F6D0D797EC45}" dt="2023-12-07T13:25:58.818" v="84" actId="1076"/>
        <pc:sldMkLst>
          <pc:docMk/>
          <pc:sldMk cId="2539485740" sldId="292"/>
        </pc:sldMkLst>
      </pc:sldChg>
      <pc:sldChg chg="modSp add mod">
        <pc:chgData name="Tim Warner" userId="1d9b2d89684621c1" providerId="LiveId" clId="{9EE537F5-4492-46A9-8A6E-F6D0D797EC45}" dt="2023-12-07T13:23:54.908" v="63" actId="1076"/>
        <pc:sldMkLst>
          <pc:docMk/>
          <pc:sldMk cId="486668636" sldId="293"/>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D0B44B65-70BF-4519-8E4C-BDC5735B7FF3}"/>
    <pc:docChg chg="custSel addSld delSld modSld">
      <pc:chgData name="Tim Warner" userId="1d9b2d89684621c1" providerId="LiveId" clId="{D0B44B65-70BF-4519-8E4C-BDC5735B7FF3}" dt="2025-06-24T20:44:44.023" v="79" actId="1076"/>
      <pc:docMkLst>
        <pc:docMk/>
      </pc:docMkLst>
      <pc:sldChg chg="addSp delSp modSp mod">
        <pc:chgData name="Tim Warner" userId="1d9b2d89684621c1" providerId="LiveId" clId="{D0B44B65-70BF-4519-8E4C-BDC5735B7FF3}" dt="2025-06-24T20:44:44.023" v="79" actId="1076"/>
        <pc:sldMkLst>
          <pc:docMk/>
          <pc:sldMk cId="2539485740" sldId="292"/>
        </pc:sldMkLst>
      </pc:sldChg>
      <pc:sldChg chg="modSp mod">
        <pc:chgData name="Tim Warner" userId="1d9b2d89684621c1" providerId="LiveId" clId="{D0B44B65-70BF-4519-8E4C-BDC5735B7FF3}" dt="2025-06-24T20:30:05.101" v="69"/>
        <pc:sldMkLst>
          <pc:docMk/>
          <pc:sldMk cId="486668636" sldId="293"/>
        </pc:sldMkLst>
      </pc:sldChg>
      <pc:sldChg chg="modSp mod">
        <pc:chgData name="Tim Warner" userId="1d9b2d89684621c1" providerId="LiveId" clId="{D0B44B65-70BF-4519-8E4C-BDC5735B7FF3}" dt="2025-06-24T20:16:51.778" v="1" actId="14100"/>
        <pc:sldMkLst>
          <pc:docMk/>
          <pc:sldMk cId="3662525184" sldId="303"/>
        </pc:sldMkLst>
      </pc:sldChg>
      <pc:sldChg chg="modSp add mod">
        <pc:chgData name="Tim Warner" userId="1d9b2d89684621c1" providerId="LiveId" clId="{D0B44B65-70BF-4519-8E4C-BDC5735B7FF3}" dt="2025-06-24T20:30:13.057" v="70"/>
        <pc:sldMkLst>
          <pc:docMk/>
          <pc:sldMk cId="1829040019" sldId="34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0.473" v="71"/>
        <pc:sldMkLst>
          <pc:docMk/>
          <pc:sldMk cId="947907938" sldId="346"/>
        </pc:sldMkLst>
      </pc:sldChg>
      <pc:sldChg chg="modSp add mod">
        <pc:chgData name="Tim Warner" userId="1d9b2d89684621c1" providerId="LiveId" clId="{D0B44B65-70BF-4519-8E4C-BDC5735B7FF3}" dt="2025-06-24T20:30:27.393" v="72"/>
        <pc:sldMkLst>
          <pc:docMk/>
          <pc:sldMk cId="3422763557" sldId="3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Tue, 9/2/2025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talk about hardening Windows Server, we’re really talking about layering defenses so there’s no single point of failure.</a:t>
            </a:r>
          </a:p>
          <a:p>
            <a:endParaRPr lang="en-US" dirty="0"/>
          </a:p>
          <a:p>
            <a:r>
              <a:rPr lang="en-US" dirty="0"/>
              <a:t>Multiple layers of security are available in Windows Server, and they stack together to make compromise harder.</a:t>
            </a:r>
          </a:p>
          <a:p>
            <a:endParaRPr lang="en-US" dirty="0"/>
          </a:p>
          <a:p>
            <a:r>
              <a:rPr lang="en-US" dirty="0"/>
              <a:t>Hardware protections such as Secure Boot and Trusted Platform Module (TPM) 2.0 create a root of trust.</a:t>
            </a:r>
          </a:p>
          <a:p>
            <a:endParaRPr lang="en-US" dirty="0"/>
          </a:p>
          <a:p>
            <a:r>
              <a:rPr lang="en-US" dirty="0"/>
              <a:t>Virtualization-based security isolates key processes so attackers can’t harvest credentials.</a:t>
            </a:r>
          </a:p>
          <a:p>
            <a:endParaRPr lang="en-US" dirty="0"/>
          </a:p>
          <a:p>
            <a:r>
              <a:rPr lang="en-US" dirty="0"/>
              <a:t>Group Policy and PowerShell give us centralized, automated enforcement.</a:t>
            </a:r>
          </a:p>
          <a:p>
            <a:endParaRPr lang="en-US" dirty="0"/>
          </a:p>
          <a:p>
            <a:r>
              <a:rPr lang="en-US" dirty="0"/>
              <a:t>And by integrating with Microsoft cloud services, we extend our defense beyond the local data center. For example, in a government tenant, it’s common to enforce TPM-backed Secure Boot on every server and verify compliance with Azure Policy.</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896170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are often the target, so exploit mitigations are critical. Exploit Protection gives us that baseline security without needing to recompile code.</a:t>
            </a:r>
          </a:p>
          <a:p>
            <a:endParaRPr lang="en-US" dirty="0"/>
          </a:p>
          <a:p>
            <a:r>
              <a:rPr lang="en-US" dirty="0"/>
              <a:t>It prevents memory corruption attacks without requiring application changes.</a:t>
            </a:r>
          </a:p>
          <a:p>
            <a:endParaRPr lang="en-US" dirty="0"/>
          </a:p>
          <a:p>
            <a:r>
              <a:rPr lang="en-US" dirty="0"/>
              <a:t>System-wide features like Data Execution Prevention (DEP) and Control Flow Guard help block common exploit techniques.</a:t>
            </a:r>
          </a:p>
          <a:p>
            <a:endParaRPr lang="en-US" dirty="0"/>
          </a:p>
          <a:p>
            <a:r>
              <a:rPr lang="en-US" dirty="0"/>
              <a:t>Per-application overrides let us fine-tune protections for workloads that need exceptions.</a:t>
            </a:r>
          </a:p>
          <a:p>
            <a:endParaRPr lang="en-US" dirty="0"/>
          </a:p>
          <a:p>
            <a:r>
              <a:rPr lang="en-US" dirty="0"/>
              <a:t>XML configuration files allow us to standardize exploit settings across all servers. Best practice is to keep these XML configs in version control so changes are tracked and reversible, especially in regulated industries.</a:t>
            </a:r>
          </a:p>
          <a:p>
            <a:endParaRPr lang="en-US" dirty="0"/>
          </a:p>
          <a:p>
            <a:r>
              <a:rPr lang="en-US" dirty="0"/>
              <a:t>And finally, Event Viewer logs help us validate enforcement and catch early signs of attack.</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3567952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blocking exploits, we also need to control what’s allowed to run. That’s where Windows Defender Application Control (WDAC) comes in.</a:t>
            </a:r>
          </a:p>
          <a:p>
            <a:endParaRPr lang="en-US" dirty="0"/>
          </a:p>
          <a:p>
            <a:r>
              <a:rPr lang="en-US" dirty="0"/>
              <a:t>WDAC enforces code integrity so only trusted applications can execute.</a:t>
            </a:r>
          </a:p>
          <a:p>
            <a:endParaRPr lang="en-US" dirty="0"/>
          </a:p>
          <a:p>
            <a:r>
              <a:rPr lang="en-US" dirty="0"/>
              <a:t>Audit mode lets administrators test policies without blocking legitimate applications. In the field, I recommend running Audit Mode for at least two weeks to catch edge cases before enforcing policies.</a:t>
            </a:r>
          </a:p>
          <a:p>
            <a:endParaRPr lang="en-US" dirty="0"/>
          </a:p>
          <a:p>
            <a:r>
              <a:rPr lang="en-US" dirty="0"/>
              <a:t>Publisher-based rules provide a good balance of compatibility and security.</a:t>
            </a:r>
          </a:p>
          <a:p>
            <a:endParaRPr lang="en-US" dirty="0"/>
          </a:p>
          <a:p>
            <a:r>
              <a:rPr lang="en-US" dirty="0"/>
              <a:t>Package Inspector supports line-of-business apps by generating trusted catalogs.</a:t>
            </a:r>
          </a:p>
          <a:p>
            <a:endParaRPr lang="en-US" dirty="0"/>
          </a:p>
          <a:p>
            <a:r>
              <a:rPr lang="en-US" dirty="0"/>
              <a:t>And at scale, integration with Microsoft Defender for Cloud ensures centralized policy management.</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7</a:t>
            </a:fld>
            <a:endParaRPr lang="en-US"/>
          </a:p>
        </p:txBody>
      </p:sp>
    </p:spTree>
    <p:extLst>
      <p:ext uri="{BB962C8B-B14F-4D97-AF65-F5344CB8AC3E}">
        <p14:creationId xmlns:p14="http://schemas.microsoft.com/office/powerpoint/2010/main" val="1268050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Attackers don’t just go after apps—they go after identity. Windows Defender Credential Guard is designed to cut off that path.</a:t>
            </a:r>
          </a:p>
          <a:p>
            <a:endParaRPr lang="en-US" dirty="0"/>
          </a:p>
          <a:p>
            <a:r>
              <a:rPr lang="en-US" dirty="0"/>
              <a:t>Credential Guard uses virtualization to isolate secrets from the operating system.</a:t>
            </a:r>
          </a:p>
          <a:p>
            <a:endParaRPr lang="en-US" dirty="0"/>
          </a:p>
          <a:p>
            <a:r>
              <a:rPr lang="en-US" dirty="0"/>
              <a:t>It blocks theft techniques such as pass-the-hash and pass-the-ticket attacks.</a:t>
            </a:r>
          </a:p>
          <a:p>
            <a:endParaRPr lang="en-US" dirty="0"/>
          </a:p>
          <a:p>
            <a:r>
              <a:rPr lang="en-US" dirty="0"/>
              <a:t>Deployment requires Unified Extensible Firmware Interface (UEFI) 2.3.1, Secure Boot, TPM 2.0, and a CPU with Second Level Address Translation (SLAT).</a:t>
            </a:r>
          </a:p>
          <a:p>
            <a:endParaRPr lang="en-US" dirty="0"/>
          </a:p>
          <a:p>
            <a:r>
              <a:rPr lang="en-US" dirty="0"/>
              <a:t>Group Policy allows administrators to enable Credential Guard consistently across the enterprise.</a:t>
            </a:r>
          </a:p>
          <a:p>
            <a:endParaRPr lang="en-US" dirty="0"/>
          </a:p>
          <a:p>
            <a:r>
              <a:rPr lang="en-US" dirty="0"/>
              <a:t>The </a:t>
            </a:r>
            <a:r>
              <a:rPr lang="en-US" dirty="0" err="1"/>
              <a:t>DG_Readiness</a:t>
            </a:r>
            <a:r>
              <a:rPr lang="en-US" dirty="0"/>
              <a:t> script, also known as the </a:t>
            </a:r>
            <a:r>
              <a:rPr lang="en-US" b="1" dirty="0"/>
              <a:t>Device Guard and Credential Guard Readiness Tool, </a:t>
            </a:r>
            <a:r>
              <a:rPr lang="en-US" dirty="0"/>
              <a:t>is the preflight check, ensuring hardware support before rollout. It’s a Microsoft-provided PowerShell script that checks whether a computer meets the hardware and firmware requirements for these Windows Server security features. In practice, many orgs phase this in by enabling Credential Guard first on Privileged Access Workstations before expanding to broader server fleets.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9</a:t>
            </a:fld>
            <a:endParaRPr lang="en-US"/>
          </a:p>
        </p:txBody>
      </p:sp>
    </p:spTree>
    <p:extLst>
      <p:ext uri="{BB962C8B-B14F-4D97-AF65-F5344CB8AC3E}">
        <p14:creationId xmlns:p14="http://schemas.microsoft.com/office/powerpoint/2010/main" val="3081360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attack vector is the files and executables users bring into the environment. SmartScreen provides that early warning system.</a:t>
            </a:r>
          </a:p>
          <a:p>
            <a:endParaRPr lang="en-US" dirty="0"/>
          </a:p>
          <a:p>
            <a:r>
              <a:rPr lang="en-US" dirty="0"/>
              <a:t>Cloud intelligence checks file reputation before execution, blocking malicious or suspicious downloads.</a:t>
            </a:r>
          </a:p>
          <a:p>
            <a:endParaRPr lang="en-US" dirty="0"/>
          </a:p>
          <a:p>
            <a:r>
              <a:rPr lang="en-US" dirty="0"/>
              <a:t>It even protects Windows Server Core installations when configured via registry or Group Policy.</a:t>
            </a:r>
          </a:p>
          <a:p>
            <a:endParaRPr lang="en-US" dirty="0"/>
          </a:p>
          <a:p>
            <a:r>
              <a:rPr lang="en-US" dirty="0"/>
              <a:t>Enterprise exceptions let trusted internal tools run without friction. A common example is internal update utilities—sign them with your PKI where possible, and only whitelist them if absolutely necessary.</a:t>
            </a:r>
          </a:p>
          <a:p>
            <a:endParaRPr lang="en-US" dirty="0"/>
          </a:p>
          <a:p>
            <a:r>
              <a:rPr lang="en-US" dirty="0"/>
              <a:t>And because it integrates with Microsoft Defender Antivirus, you get seamless end-to-end protection.</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11</a:t>
            </a:fld>
            <a:endParaRPr lang="en-US"/>
          </a:p>
        </p:txBody>
      </p:sp>
    </p:spTree>
    <p:extLst>
      <p:ext uri="{BB962C8B-B14F-4D97-AF65-F5344CB8AC3E}">
        <p14:creationId xmlns:p14="http://schemas.microsoft.com/office/powerpoint/2010/main" val="1719630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all these protections sustainable, we need central management—and that’s where Group Policy shines.</a:t>
            </a:r>
          </a:p>
          <a:p>
            <a:endParaRPr lang="en-US" dirty="0"/>
          </a:p>
          <a:p>
            <a:r>
              <a:rPr lang="en-US" dirty="0"/>
              <a:t>Group Policy provides centralized configuration and enforcement across domains and organizational units.</a:t>
            </a:r>
          </a:p>
          <a:p>
            <a:endParaRPr lang="en-US" dirty="0"/>
          </a:p>
          <a:p>
            <a:r>
              <a:rPr lang="en-US" dirty="0"/>
              <a:t>Security Templates, Administrative Templates, and Security Settings create consistent server baselines.</a:t>
            </a:r>
          </a:p>
          <a:p>
            <a:endParaRPr lang="en-US" dirty="0"/>
          </a:p>
          <a:p>
            <a:r>
              <a:rPr lang="en-US" dirty="0"/>
              <a:t>Windows Management Instrumentation (WMI) filters let us target policies based on operating system or server role. For instance, you might scope stricter policies to just domain controllers, while keeping file servers less restrictive to avoid breaking workloads.</a:t>
            </a:r>
          </a:p>
          <a:p>
            <a:endParaRPr lang="en-US" dirty="0"/>
          </a:p>
          <a:p>
            <a:r>
              <a:rPr lang="en-US" dirty="0"/>
              <a:t>Standardized baselines and drift detection reduce vulnerabilities and maintain compliance.</a:t>
            </a:r>
          </a:p>
          <a:p>
            <a:endParaRPr lang="en-US" dirty="0"/>
          </a:p>
          <a:p>
            <a:r>
              <a:rPr lang="en-US" dirty="0"/>
              <a:t>And pairing Group Policy with least-privilege rights assignments ensures users and services only get the access they truly need.</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13</a:t>
            </a:fld>
            <a:endParaRPr lang="en-US"/>
          </a:p>
        </p:txBody>
      </p:sp>
    </p:spTree>
    <p:extLst>
      <p:ext uri="{BB962C8B-B14F-4D97-AF65-F5344CB8AC3E}">
        <p14:creationId xmlns:p14="http://schemas.microsoft.com/office/powerpoint/2010/main" val="2175414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policies drift. That’s why we need tooling to keep systems in line. </a:t>
            </a:r>
            <a:r>
              <a:rPr lang="en-US" dirty="0" err="1"/>
              <a:t>OSConfig</a:t>
            </a:r>
            <a:r>
              <a:rPr lang="en-US" dirty="0"/>
              <a:t>, built on Desired State Configuration, gives us that feedback loop.</a:t>
            </a:r>
          </a:p>
          <a:p>
            <a:endParaRPr lang="en-US" dirty="0"/>
          </a:p>
          <a:p>
            <a:r>
              <a:rPr lang="en-US" dirty="0"/>
              <a:t>It uses Microsoft’s Security Compliance Toolkit baselines for Windows Server 2022 and 2025.</a:t>
            </a:r>
          </a:p>
          <a:p>
            <a:endParaRPr lang="en-US" dirty="0"/>
          </a:p>
          <a:p>
            <a:r>
              <a:rPr lang="en-US" dirty="0"/>
              <a:t>Continuous drift detection and remediation keep systems in a hardened state. Best practice is to wire </a:t>
            </a:r>
            <a:r>
              <a:rPr lang="en-US" dirty="0" err="1"/>
              <a:t>OSConfig</a:t>
            </a:r>
            <a:r>
              <a:rPr lang="en-US" dirty="0"/>
              <a:t> reporting into Azure Monitor, so compliance results show up alongside other security signals.</a:t>
            </a:r>
          </a:p>
          <a:p>
            <a:endParaRPr lang="en-US" dirty="0"/>
          </a:p>
          <a:p>
            <a:r>
              <a:rPr lang="en-US" dirty="0"/>
              <a:t>Administrators should document dependencies and log compliance results for audits.</a:t>
            </a:r>
          </a:p>
          <a:p>
            <a:endParaRPr lang="en-US" dirty="0"/>
          </a:p>
          <a:p>
            <a:r>
              <a:rPr lang="en-US" dirty="0"/>
              <a:t>Azure Arc extends baseline management out to hybrid and edge servers.</a:t>
            </a:r>
          </a:p>
          <a:p>
            <a:endParaRPr lang="en-US" dirty="0"/>
          </a:p>
          <a:p>
            <a:r>
              <a:rPr lang="en-US" dirty="0"/>
              <a:t>And keeping baselines versioned in source control ensures enforcement is consistent and auditable.</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15</a:t>
            </a:fld>
            <a:endParaRPr lang="en-US"/>
          </a:p>
        </p:txBody>
      </p:sp>
    </p:spTree>
    <p:extLst>
      <p:ext uri="{BB962C8B-B14F-4D97-AF65-F5344CB8AC3E}">
        <p14:creationId xmlns:p14="http://schemas.microsoft.com/office/powerpoint/2010/main" val="1824090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for the highest security workloads, we can go beyond software configuration and into hardware-rooted protections with Secured-core Server.</a:t>
            </a:r>
          </a:p>
          <a:p>
            <a:endParaRPr lang="en-US" dirty="0"/>
          </a:p>
          <a:p>
            <a:r>
              <a:rPr lang="en-US" dirty="0"/>
              <a:t>Secured-core combines firmware, boot, and kernel safeguards into one platform.</a:t>
            </a:r>
          </a:p>
          <a:p>
            <a:endParaRPr lang="en-US" dirty="0"/>
          </a:p>
          <a:p>
            <a:r>
              <a:rPr lang="en-US" dirty="0"/>
              <a:t>System Guard runtime attestation verifies the platform has not been tampered with during startup.</a:t>
            </a:r>
          </a:p>
          <a:p>
            <a:endParaRPr lang="en-US" dirty="0"/>
          </a:p>
          <a:p>
            <a:r>
              <a:rPr lang="en-US" dirty="0"/>
              <a:t>Kernel Direct Memory Access (DMA) Protection blocks malicious device access to memory. </a:t>
            </a:r>
            <a:r>
              <a:rPr lang="en-US"/>
              <a:t>This is especially valuable in datacenters where third-party devices can be attached—Kernel DMA Protection blocks whole classes of hardware-based attacks.</a:t>
            </a:r>
            <a:endParaRPr lang="en-US" dirty="0"/>
          </a:p>
          <a:p>
            <a:endParaRPr lang="en-US" dirty="0"/>
          </a:p>
          <a:p>
            <a:r>
              <a:rPr lang="en-US" dirty="0"/>
              <a:t>Hypervisor-protected Code Integrity (HVCI) prevents unsigned or malicious code from running in kernel space.</a:t>
            </a:r>
          </a:p>
          <a:p>
            <a:endParaRPr lang="en-US" dirty="0"/>
          </a:p>
          <a:p>
            <a:r>
              <a:rPr lang="en-US" dirty="0"/>
              <a:t>These features are designed for highly regulated industries and government workloads where assurance matters as much as availability.</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17</a:t>
            </a:fld>
            <a:endParaRPr lang="en-US"/>
          </a:p>
        </p:txBody>
      </p:sp>
    </p:spTree>
    <p:extLst>
      <p:ext uri="{BB962C8B-B14F-4D97-AF65-F5344CB8AC3E}">
        <p14:creationId xmlns:p14="http://schemas.microsoft.com/office/powerpoint/2010/main" val="20729286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Tue, 9/2/2025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477512" y="286871"/>
            <a:ext cx="4545464" cy="728568"/>
          </a:xfrm>
        </p:spPr>
        <p:txBody>
          <a:bodyPr>
            <a:normAutofit/>
          </a:bodyPr>
          <a:lstStyle/>
          <a:p>
            <a:r>
              <a:rPr lang="en-US" sz="2400" dirty="0"/>
              <a:t>Lesson 1: Implement Core OS Security</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4783230" y="1090351"/>
            <a:ext cx="4239746" cy="3359325"/>
          </a:xfrm>
        </p:spPr>
        <p:txBody>
          <a:bodyPr>
            <a:noAutofit/>
          </a:bodyPr>
          <a:lstStyle/>
          <a:p>
            <a:pPr>
              <a:spcBef>
                <a:spcPts val="200"/>
              </a:spcBef>
              <a:spcAft>
                <a:spcPts val="400"/>
              </a:spcAft>
            </a:pPr>
            <a:r>
              <a:rPr lang="en-US" dirty="0"/>
              <a:t>1.1. Configure and manage Exploit Protection </a:t>
            </a:r>
          </a:p>
          <a:p>
            <a:pPr>
              <a:spcBef>
                <a:spcPts val="200"/>
              </a:spcBef>
              <a:spcAft>
                <a:spcPts val="400"/>
              </a:spcAft>
            </a:pPr>
            <a:r>
              <a:rPr lang="en-US" dirty="0"/>
              <a:t>1.2. Configure and manage Windows Defender Application Control </a:t>
            </a:r>
          </a:p>
          <a:p>
            <a:pPr>
              <a:spcBef>
                <a:spcPts val="200"/>
              </a:spcBef>
              <a:spcAft>
                <a:spcPts val="400"/>
              </a:spcAft>
            </a:pPr>
            <a:r>
              <a:rPr lang="en-US" dirty="0"/>
              <a:t>1.3. Configure and manage Windows Defender Credential Guard </a:t>
            </a:r>
          </a:p>
          <a:p>
            <a:pPr>
              <a:spcBef>
                <a:spcPts val="200"/>
              </a:spcBef>
              <a:spcAft>
                <a:spcPts val="400"/>
              </a:spcAft>
            </a:pPr>
            <a:r>
              <a:rPr lang="en-US" dirty="0"/>
              <a:t>1.4. Configure SmartScreen </a:t>
            </a:r>
          </a:p>
          <a:p>
            <a:pPr>
              <a:spcBef>
                <a:spcPts val="200"/>
              </a:spcBef>
              <a:spcAft>
                <a:spcPts val="400"/>
              </a:spcAft>
            </a:pPr>
            <a:r>
              <a:rPr lang="en-US" dirty="0"/>
              <a:t>1.5. Implement operating system security by using Group Policies </a:t>
            </a:r>
          </a:p>
          <a:p>
            <a:pPr>
              <a:spcBef>
                <a:spcPts val="200"/>
              </a:spcBef>
              <a:spcAft>
                <a:spcPts val="400"/>
              </a:spcAft>
            </a:pPr>
            <a:r>
              <a:rPr lang="en-US" dirty="0"/>
              <a:t>1.6. Manage Windows Server security baseline by using </a:t>
            </a:r>
            <a:r>
              <a:rPr lang="en-US" dirty="0" err="1"/>
              <a:t>OSConfig</a:t>
            </a:r>
            <a:r>
              <a:rPr lang="en-US" dirty="0"/>
              <a:t> </a:t>
            </a:r>
          </a:p>
          <a:p>
            <a:pPr>
              <a:spcBef>
                <a:spcPts val="200"/>
              </a:spcBef>
              <a:spcAft>
                <a:spcPts val="400"/>
              </a:spcAft>
            </a:pPr>
            <a:r>
              <a:rPr lang="en-US" dirty="0"/>
              <a:t>1.7 Configure Secured-core Server features for high-security workloads</a:t>
            </a:r>
          </a:p>
          <a:p>
            <a:pPr>
              <a:spcBef>
                <a:spcPts val="200"/>
              </a:spcBef>
              <a:spcAft>
                <a:spcPts val="400"/>
              </a:spcAft>
            </a:pPr>
            <a:endParaRPr lang="en-US" dirty="0"/>
          </a:p>
        </p:txBody>
      </p:sp>
      <p:pic>
        <p:nvPicPr>
          <p:cNvPr id="5" name="Picture 4">
            <a:extLst>
              <a:ext uri="{FF2B5EF4-FFF2-40B4-BE49-F238E27FC236}">
                <a16:creationId xmlns:a16="http://schemas.microsoft.com/office/drawing/2014/main" id="{FBC4BCD9-C1FA-5DAD-3AA0-7540C4840901}"/>
              </a:ext>
            </a:extLst>
          </p:cNvPr>
          <p:cNvPicPr>
            <a:picLocks noChangeAspect="1"/>
          </p:cNvPicPr>
          <p:nvPr/>
        </p:nvPicPr>
        <p:blipFill>
          <a:blip r:embed="rId3"/>
          <a:stretch>
            <a:fillRect/>
          </a:stretch>
        </p:blipFill>
        <p:spPr>
          <a:xfrm>
            <a:off x="359920" y="651155"/>
            <a:ext cx="3958069" cy="3449050"/>
          </a:xfrm>
          <a:prstGeom prst="rect">
            <a:avLst/>
          </a:prstGeom>
        </p:spPr>
      </p:pic>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1.1 Configure and manage Exploit Protection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Secure Windows Server with built-in features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Multiple layers of security are built into Windows Server</a:t>
            </a:r>
          </a:p>
          <a:p>
            <a:r>
              <a:rPr lang="en-US" sz="1800" dirty="0"/>
              <a:t>Hardware protections require UEFI and TPM 2.0</a:t>
            </a:r>
          </a:p>
          <a:p>
            <a:r>
              <a:rPr lang="en-US" sz="1800" dirty="0"/>
              <a:t>Virtualization-based security isolates key processes from the kernel</a:t>
            </a:r>
          </a:p>
          <a:p>
            <a:r>
              <a:rPr lang="en-US" sz="1800" dirty="0"/>
              <a:t>Group Policy and PowerShell provide enterprise-wide enforcement</a:t>
            </a:r>
          </a:p>
          <a:p>
            <a:r>
              <a:rPr lang="en-US" sz="1800" dirty="0"/>
              <a:t>Integration with Microsoft cloud extends defense in depth</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Protect applications with Exploit Protection</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Prevents memory corruption attacks without app changes</a:t>
            </a:r>
          </a:p>
          <a:p>
            <a:r>
              <a:rPr lang="en-US" sz="1800" dirty="0"/>
              <a:t>System-wide features: DEP and Control Flow Guard</a:t>
            </a:r>
          </a:p>
          <a:p>
            <a:r>
              <a:rPr lang="en-US" sz="1800" dirty="0"/>
              <a:t>Per-app overrides adapt to special cases</a:t>
            </a:r>
          </a:p>
          <a:p>
            <a:r>
              <a:rPr lang="en-US" sz="1800" dirty="0"/>
              <a:t>XML configs standardize settings across Contoso’s servers</a:t>
            </a:r>
          </a:p>
          <a:p>
            <a:r>
              <a:rPr lang="en-US" sz="1800" dirty="0"/>
              <a:t>Event Viewer logs exploit protection events</a:t>
            </a:r>
          </a:p>
        </p:txBody>
      </p:sp>
    </p:spTree>
    <p:extLst>
      <p:ext uri="{BB962C8B-B14F-4D97-AF65-F5344CB8AC3E}">
        <p14:creationId xmlns:p14="http://schemas.microsoft.com/office/powerpoint/2010/main" val="393465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1.2 Configure and manage Windows Defender Application Control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Control app execution with WDAC</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Windows Defender Application Control (WDAC) enforces code integrity for stronger control than AppLocker</a:t>
            </a:r>
          </a:p>
          <a:p>
            <a:r>
              <a:rPr lang="en-US" sz="1800" dirty="0"/>
              <a:t>Audit mode tests rules before enforcing them</a:t>
            </a:r>
          </a:p>
          <a:p>
            <a:r>
              <a:rPr lang="en-US" sz="1800" dirty="0"/>
              <a:t>Publisher-based rules balance security and compatibility</a:t>
            </a:r>
          </a:p>
          <a:p>
            <a:r>
              <a:rPr lang="en-US" sz="1800" dirty="0"/>
              <a:t>Package Inspector helps with </a:t>
            </a:r>
            <a:r>
              <a:rPr lang="en-US" sz="1800" dirty="0" err="1"/>
              <a:t>Fabrikam’s</a:t>
            </a:r>
            <a:r>
              <a:rPr lang="en-US" sz="1800" dirty="0"/>
              <a:t> line-of-business apps</a:t>
            </a:r>
          </a:p>
          <a:p>
            <a:r>
              <a:rPr lang="en-US" sz="1800" dirty="0"/>
              <a:t>Enterprise management integrates with Defender for Cloud</a:t>
            </a:r>
          </a:p>
        </p:txBody>
      </p:sp>
    </p:spTree>
    <p:extLst>
      <p:ext uri="{BB962C8B-B14F-4D97-AF65-F5344CB8AC3E}">
        <p14:creationId xmlns:p14="http://schemas.microsoft.com/office/powerpoint/2010/main" val="155119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1.3 Configure and manage Windows Defender Credential Guard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Protect credentials with WD Credential Guard</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Uses virtualization to isolate secrets from the OS</a:t>
            </a:r>
          </a:p>
          <a:p>
            <a:r>
              <a:rPr lang="en-US" sz="1800" dirty="0"/>
              <a:t>Blocks pass-the-hash and pass-the-ticket attacks</a:t>
            </a:r>
          </a:p>
          <a:p>
            <a:r>
              <a:rPr lang="en-US" sz="1800" dirty="0"/>
              <a:t>Requires UEFI 2.3.1+, Secure Boot, TPM 2.0, and SLAT CPU</a:t>
            </a:r>
          </a:p>
          <a:p>
            <a:r>
              <a:rPr lang="en-US" sz="1800" dirty="0"/>
              <a:t>Tailwind Traders deploys consistently via Group Policy</a:t>
            </a:r>
          </a:p>
          <a:p>
            <a:r>
              <a:rPr lang="en-US" sz="1800" dirty="0"/>
              <a:t>DG_Readiness.ps1 validates hardware compatibility</a:t>
            </a:r>
          </a:p>
        </p:txBody>
      </p:sp>
    </p:spTree>
    <p:extLst>
      <p:ext uri="{BB962C8B-B14F-4D97-AF65-F5344CB8AC3E}">
        <p14:creationId xmlns:p14="http://schemas.microsoft.com/office/powerpoint/2010/main" val="390176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1.4 Configure SmartScreen </a:t>
            </a:r>
          </a:p>
        </p:txBody>
      </p:sp>
    </p:spTree>
    <p:extLst>
      <p:ext uri="{BB962C8B-B14F-4D97-AF65-F5344CB8AC3E}">
        <p14:creationId xmlns:p14="http://schemas.microsoft.com/office/powerpoint/2010/main" val="3422763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Block malicious files with SmartScreen</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Cloud intelligence checks file reputation before execution</a:t>
            </a:r>
          </a:p>
          <a:p>
            <a:r>
              <a:rPr lang="en-US" sz="1800" dirty="0"/>
              <a:t>Protects even Server Core installations (via registry/Group Policy)</a:t>
            </a:r>
          </a:p>
          <a:p>
            <a:r>
              <a:rPr lang="en-US" sz="1800" dirty="0"/>
              <a:t>Enterprise exceptions allow trusted internal apps</a:t>
            </a:r>
          </a:p>
          <a:p>
            <a:r>
              <a:rPr lang="en-US" sz="1800" dirty="0"/>
              <a:t>Integrated with Microsoft Defender for end-to-end protection</a:t>
            </a:r>
          </a:p>
        </p:txBody>
      </p:sp>
    </p:spTree>
    <p:extLst>
      <p:ext uri="{BB962C8B-B14F-4D97-AF65-F5344CB8AC3E}">
        <p14:creationId xmlns:p14="http://schemas.microsoft.com/office/powerpoint/2010/main" val="147856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1.5 Implement operating system security by using Group Policies </a:t>
            </a:r>
          </a:p>
        </p:txBody>
      </p:sp>
    </p:spTree>
    <p:extLst>
      <p:ext uri="{BB962C8B-B14F-4D97-AF65-F5344CB8AC3E}">
        <p14:creationId xmlns:p14="http://schemas.microsoft.com/office/powerpoint/2010/main" val="1558763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Implement OS security by using Group Policy</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Centralize security configuration and enforcement across domains and OUs</a:t>
            </a:r>
          </a:p>
          <a:p>
            <a:r>
              <a:rPr lang="en-US" sz="1800" dirty="0"/>
              <a:t>Use Security Templates, Administrative Templates, and Security Settings for consistent hardening</a:t>
            </a:r>
          </a:p>
          <a:p>
            <a:r>
              <a:rPr lang="en-US" sz="1800" dirty="0"/>
              <a:t>Apply WMI filtering to target policies by OS/role; minimize over‑scoping</a:t>
            </a:r>
          </a:p>
          <a:p>
            <a:r>
              <a:rPr lang="en-US" sz="1800" dirty="0"/>
              <a:t>Standardize Contoso server baselines and audit policy changes for drift</a:t>
            </a:r>
          </a:p>
          <a:p>
            <a:r>
              <a:rPr lang="en-US" sz="1800" dirty="0"/>
              <a:t>Pair GPOs with least‑privilege rights assignments to reduce attack surface</a:t>
            </a:r>
          </a:p>
        </p:txBody>
      </p:sp>
    </p:spTree>
    <p:extLst>
      <p:ext uri="{BB962C8B-B14F-4D97-AF65-F5344CB8AC3E}">
        <p14:creationId xmlns:p14="http://schemas.microsoft.com/office/powerpoint/2010/main" val="236560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1.6 Manage Windows Server security baseline by using </a:t>
            </a:r>
            <a:r>
              <a:rPr lang="en-US" sz="3600" dirty="0" err="1">
                <a:solidFill>
                  <a:srgbClr val="0978D8"/>
                </a:solidFill>
              </a:rPr>
              <a:t>OSConfig</a:t>
            </a:r>
            <a:r>
              <a:rPr lang="en-US" sz="3600" dirty="0">
                <a:solidFill>
                  <a:srgbClr val="0978D8"/>
                </a:solidFill>
              </a:rPr>
              <a:t> </a:t>
            </a:r>
          </a:p>
        </p:txBody>
      </p:sp>
    </p:spTree>
    <p:extLst>
      <p:ext uri="{BB962C8B-B14F-4D97-AF65-F5344CB8AC3E}">
        <p14:creationId xmlns:p14="http://schemas.microsoft.com/office/powerpoint/2010/main" val="4156641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Manage security baselines using </a:t>
            </a:r>
            <a:r>
              <a:rPr lang="en-US" dirty="0" err="1"/>
              <a:t>OSConfig</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Use </a:t>
            </a:r>
            <a:r>
              <a:rPr lang="en-US" sz="1800" dirty="0" err="1"/>
              <a:t>OSConfig</a:t>
            </a:r>
            <a:r>
              <a:rPr lang="en-US" sz="1800" dirty="0"/>
              <a:t> (DSC) to deploy Microsoft Security Compliance Toolkit baselines at scale</a:t>
            </a:r>
          </a:p>
          <a:p>
            <a:r>
              <a:rPr lang="en-US" sz="1800" dirty="0"/>
              <a:t>Continuously detect and remediate configuration drift automatically</a:t>
            </a:r>
          </a:p>
          <a:p>
            <a:r>
              <a:rPr lang="en-US" sz="1800" dirty="0"/>
              <a:t>Document module dependencies; log compliance for audits</a:t>
            </a:r>
          </a:p>
          <a:p>
            <a:r>
              <a:rPr lang="en-US" sz="1800" dirty="0"/>
              <a:t>Extend baseline governance to hybrid servers with Azure Arc (e.g., </a:t>
            </a:r>
            <a:r>
              <a:rPr lang="en-US" sz="1800" dirty="0" err="1"/>
              <a:t>Fabrikam</a:t>
            </a:r>
            <a:r>
              <a:rPr lang="en-US" sz="1800" dirty="0"/>
              <a:t> </a:t>
            </a:r>
            <a:r>
              <a:rPr lang="en-US" sz="1800"/>
              <a:t>branch)</a:t>
            </a:r>
          </a:p>
          <a:p>
            <a:r>
              <a:rPr lang="en-US" sz="1800"/>
              <a:t>Keep </a:t>
            </a:r>
            <a:r>
              <a:rPr lang="en-US" sz="1800" dirty="0"/>
              <a:t>Server 2022/2025 baselines current and versioned in source control</a:t>
            </a:r>
          </a:p>
        </p:txBody>
      </p:sp>
    </p:spTree>
    <p:extLst>
      <p:ext uri="{BB962C8B-B14F-4D97-AF65-F5344CB8AC3E}">
        <p14:creationId xmlns:p14="http://schemas.microsoft.com/office/powerpoint/2010/main" val="1027143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1.7 Configure Secured-core Server features for high-security workloads</a:t>
            </a:r>
            <a:endParaRPr lang="en-US" sz="3600" dirty="0">
              <a:solidFill>
                <a:srgbClr val="0978D8"/>
              </a:solidFill>
            </a:endParaRPr>
          </a:p>
        </p:txBody>
      </p:sp>
    </p:spTree>
    <p:extLst>
      <p:ext uri="{BB962C8B-B14F-4D97-AF65-F5344CB8AC3E}">
        <p14:creationId xmlns:p14="http://schemas.microsoft.com/office/powerpoint/2010/main" val="471184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Harden workloads with Secured-core server</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Hardware-rooted protections in Windows Server 2025</a:t>
            </a:r>
          </a:p>
          <a:p>
            <a:r>
              <a:rPr lang="en-US" sz="1800" dirty="0"/>
              <a:t>System Guard runtime attestation validates platform integrity</a:t>
            </a:r>
          </a:p>
          <a:p>
            <a:r>
              <a:rPr lang="en-US" sz="1800" dirty="0"/>
              <a:t>Kernel DMA Protection blocks malicious device access</a:t>
            </a:r>
          </a:p>
          <a:p>
            <a:r>
              <a:rPr lang="en-US" sz="1800" dirty="0"/>
              <a:t>HVCI prevents kernel-level code injection</a:t>
            </a:r>
          </a:p>
          <a:p>
            <a:r>
              <a:rPr lang="en-US" sz="1800" dirty="0"/>
              <a:t>Designed for Contoso’s government and high-security workloads</a:t>
            </a:r>
          </a:p>
        </p:txBody>
      </p:sp>
    </p:spTree>
    <p:extLst>
      <p:ext uri="{BB962C8B-B14F-4D97-AF65-F5344CB8AC3E}">
        <p14:creationId xmlns:p14="http://schemas.microsoft.com/office/powerpoint/2010/main" val="245004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39FA75-48F2-47CB-A6A4-C952D61B30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3.xml><?xml version="1.0" encoding="utf-8"?>
<ds:datastoreItem xmlns:ds="http://schemas.openxmlformats.org/officeDocument/2006/customXml" ds:itemID="{920C99BF-5DBB-4E5E-8232-1660DCDA7D83}">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35142</TotalTime>
  <Words>1516</Words>
  <Application>Microsoft Office PowerPoint</Application>
  <PresentationFormat>On-screen Show (16:9)</PresentationFormat>
  <Paragraphs>163</Paragraphs>
  <Slides>18</Slides>
  <Notes>9</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Secure Windows Server with built-in features</vt:lpstr>
      <vt:lpstr>Protect applications with Exploit Protection</vt:lpstr>
      <vt:lpstr>PowerPoint Presentation</vt:lpstr>
      <vt:lpstr>Control app execution with WDAC</vt:lpstr>
      <vt:lpstr>PowerPoint Presentation</vt:lpstr>
      <vt:lpstr>Protect credentials with WD Credential Guard</vt:lpstr>
      <vt:lpstr>PowerPoint Presentation</vt:lpstr>
      <vt:lpstr>Block malicious files with SmartScreen</vt:lpstr>
      <vt:lpstr>PowerPoint Presentation</vt:lpstr>
      <vt:lpstr>Implement OS security by using Group Policy</vt:lpstr>
      <vt:lpstr>PowerPoint Presentation</vt:lpstr>
      <vt:lpstr>Manage security baselines using OSConfig</vt:lpstr>
      <vt:lpstr>PowerPoint Presentation</vt:lpstr>
      <vt:lpstr>Harden workloads with Secured-core server</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2025-09-03T11:08:18Z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