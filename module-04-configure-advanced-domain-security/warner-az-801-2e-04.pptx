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96" r:id="rId4"/>
  </p:sldMasterIdLst>
  <p:notesMasterIdLst>
    <p:notesMasterId r:id="rId24"/>
  </p:notesMasterIdLst>
  <p:sldIdLst>
    <p:sldId id="303" r:id="rId5"/>
    <p:sldId id="292" r:id="rId6"/>
    <p:sldId id="293" r:id="rId7"/>
    <p:sldId id="358" r:id="rId8"/>
    <p:sldId id="350" r:id="rId9"/>
    <p:sldId id="355" r:id="rId10"/>
    <p:sldId id="343" r:id="rId11"/>
    <p:sldId id="351" r:id="rId12"/>
    <p:sldId id="346" r:id="rId13"/>
    <p:sldId id="352" r:id="rId14"/>
    <p:sldId id="347" r:id="rId15"/>
    <p:sldId id="353" r:id="rId16"/>
    <p:sldId id="348" r:id="rId17"/>
    <p:sldId id="354" r:id="rId18"/>
    <p:sldId id="342" r:id="rId19"/>
    <p:sldId id="349" r:id="rId20"/>
    <p:sldId id="331" r:id="rId21"/>
    <p:sldId id="356" r:id="rId22"/>
    <p:sldId id="357" r:id="rId23"/>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4CB2919-E75C-EAE0-A7E3-E8766035CAC2}" name="Tim Warner" initials="TW" userId="1d9b2d89684621c1" providerId="Windows Live"/>
  <p188:author id="{955C4A35-E9B6-3146-066A-4404D53655C8}" name="scsjcain84" initials="sc" userId="S::scsjcain84_gmail.com#ext#@pearsoneducationinc.onmicrosoft.com::4399dd98-ee8b-4212-9001-7919755a3260"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Donelson, Sean" initials="DS" lastIdx="8" clrIdx="0">
    <p:extLst>
      <p:ext uri="{19B8F6BF-5375-455C-9EA6-DF929625EA0E}">
        <p15:presenceInfo xmlns:p15="http://schemas.microsoft.com/office/powerpoint/2012/main" userId="S::sean.donelson@pearson.com::3e21d0a5-01a9-4113-9b92-c184675e9234"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5A6F"/>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A5FCB69-BFEA-4CBA-9F06-1FE06E93F0F2}" v="12" dt="2025-09-22T17:32:32.87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2502" autoAdjust="0"/>
    <p:restoredTop sz="67116" autoAdjust="0"/>
  </p:normalViewPr>
  <p:slideViewPr>
    <p:cSldViewPr snapToGrid="0" snapToObjects="1">
      <p:cViewPr varScale="1">
        <p:scale>
          <a:sx n="128" d="100"/>
          <a:sy n="128" d="100"/>
        </p:scale>
        <p:origin x="2568" y="300"/>
      </p:cViewPr>
      <p:guideLst>
        <p:guide orient="horz" pos="1620"/>
        <p:guide pos="2880"/>
      </p:guideLst>
    </p:cSldViewPr>
  </p:slideViewPr>
  <p:outlineViewPr>
    <p:cViewPr>
      <p:scale>
        <a:sx n="33" d="100"/>
        <a:sy n="33" d="100"/>
      </p:scale>
      <p:origin x="0" y="-1756"/>
    </p:cViewPr>
  </p:outlineViewPr>
  <p:notesTextViewPr>
    <p:cViewPr>
      <p:scale>
        <a:sx n="100" d="100"/>
        <a:sy n="100" d="100"/>
      </p:scale>
      <p:origin x="0" y="0"/>
    </p:cViewPr>
  </p:notesTextViewPr>
  <p:sorterViewPr>
    <p:cViewPr>
      <p:scale>
        <a:sx n="150" d="100"/>
        <a:sy n="150" d="100"/>
      </p:scale>
      <p:origin x="0" y="0"/>
    </p:cViewPr>
  </p:sorterViewPr>
  <p:notesViewPr>
    <p:cSldViewPr snapToGrid="0" snapToObjects="1">
      <p:cViewPr varScale="1">
        <p:scale>
          <a:sx n="150" d="100"/>
          <a:sy n="150" d="100"/>
        </p:scale>
        <p:origin x="5840" y="16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commentAuthors" Target="commentAuthor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notesMaster" Target="notesMasters/notesMaster1.xml"/><Relationship Id="rId32"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xel Cain" userId="d0c9bf4b9e7c87bb" providerId="LiveId" clId="{1CE0FA44-3ADF-4706-8970-798A5395084E}"/>
    <pc:docChg chg="modSld">
      <pc:chgData name="Axel Cain" userId="d0c9bf4b9e7c87bb" providerId="LiveId" clId="{1CE0FA44-3ADF-4706-8970-798A5395084E}" dt="2025-04-16T08:19:19.641" v="18" actId="6549"/>
      <pc:docMkLst>
        <pc:docMk/>
      </pc:docMkLst>
      <pc:sldChg chg="modSp">
        <pc:chgData name="Axel Cain" userId="d0c9bf4b9e7c87bb" providerId="LiveId" clId="{1CE0FA44-3ADF-4706-8970-798A5395084E}" dt="2025-04-16T08:17:16.202" v="1" actId="113"/>
        <pc:sldMkLst>
          <pc:docMk/>
          <pc:sldMk cId="55801264" sldId="330"/>
        </pc:sldMkLst>
      </pc:sldChg>
      <pc:sldChg chg="modSp">
        <pc:chgData name="Axel Cain" userId="d0c9bf4b9e7c87bb" providerId="LiveId" clId="{1CE0FA44-3ADF-4706-8970-798A5395084E}" dt="2025-04-16T08:17:44.980" v="7" actId="113"/>
        <pc:sldMkLst>
          <pc:docMk/>
          <pc:sldMk cId="2913861116" sldId="332"/>
        </pc:sldMkLst>
      </pc:sldChg>
      <pc:sldChg chg="modSp">
        <pc:chgData name="Axel Cain" userId="d0c9bf4b9e7c87bb" providerId="LiveId" clId="{1CE0FA44-3ADF-4706-8970-798A5395084E}" dt="2025-04-16T08:18:28.460" v="8" actId="20577"/>
        <pc:sldMkLst>
          <pc:docMk/>
          <pc:sldMk cId="3654406668" sldId="335"/>
        </pc:sldMkLst>
      </pc:sldChg>
      <pc:sldChg chg="modSp modAnim">
        <pc:chgData name="Axel Cain" userId="d0c9bf4b9e7c87bb" providerId="LiveId" clId="{1CE0FA44-3ADF-4706-8970-798A5395084E}" dt="2025-04-16T08:19:06.760" v="17" actId="20577"/>
        <pc:sldMkLst>
          <pc:docMk/>
          <pc:sldMk cId="3976232242" sldId="339"/>
        </pc:sldMkLst>
      </pc:sldChg>
      <pc:sldChg chg="modSp">
        <pc:chgData name="Axel Cain" userId="d0c9bf4b9e7c87bb" providerId="LiveId" clId="{1CE0FA44-3ADF-4706-8970-798A5395084E}" dt="2025-04-16T08:19:19.641" v="18" actId="6549"/>
        <pc:sldMkLst>
          <pc:docMk/>
          <pc:sldMk cId="4040746147" sldId="340"/>
        </pc:sldMkLst>
      </pc:sldChg>
    </pc:docChg>
  </pc:docChgLst>
  <pc:docChgLst>
    <pc:chgData name="scsjcain84" userId="S::scsjcain84_gmail.com#ext#@pearsoneducationinc.onmicrosoft.com::4399dd98-ee8b-4212-9001-7919755a3260" providerId="AD" clId="Web-{5EC06FD0-219E-4A60-944A-60A3F207E9F0}"/>
    <pc:docChg chg="">
      <pc:chgData name="scsjcain84" userId="S::scsjcain84_gmail.com#ext#@pearsoneducationinc.onmicrosoft.com::4399dd98-ee8b-4212-9001-7919755a3260" providerId="AD" clId="Web-{5EC06FD0-219E-4A60-944A-60A3F207E9F0}" dt="2023-12-15T08:40:15.373" v="0"/>
      <pc:docMkLst>
        <pc:docMk/>
      </pc:docMkLst>
      <pc:sldChg chg="modCm">
        <pc:chgData name="scsjcain84" userId="S::scsjcain84_gmail.com#ext#@pearsoneducationinc.onmicrosoft.com::4399dd98-ee8b-4212-9001-7919755a3260" providerId="AD" clId="Web-{5EC06FD0-219E-4A60-944A-60A3F207E9F0}" dt="2023-12-15T08:40:15.373" v="0"/>
        <pc:sldMkLst>
          <pc:docMk/>
          <pc:sldMk cId="2507876813" sldId="304"/>
        </pc:sldMkLst>
        <pc:extLst>
          <p:ext xmlns:p="http://schemas.openxmlformats.org/presentationml/2006/main" uri="{D6D511B9-2390-475A-947B-AFAB55BFBCF1}">
            <pc226:cmChg xmlns:pc226="http://schemas.microsoft.com/office/powerpoint/2022/06/main/command" chg="mod">
              <pc226:chgData name="scsjcain84" userId="S::scsjcain84_gmail.com#ext#@pearsoneducationinc.onmicrosoft.com::4399dd98-ee8b-4212-9001-7919755a3260" providerId="AD" clId="Web-{5EC06FD0-219E-4A60-944A-60A3F207E9F0}" dt="2023-12-15T08:40:15.373" v="0"/>
              <pc2:cmMkLst xmlns:pc2="http://schemas.microsoft.com/office/powerpoint/2019/9/main/command">
                <pc:docMk/>
                <pc:sldMk cId="2507876813" sldId="304"/>
                <pc2:cmMk id="{F9DC116C-7B99-44B4-A066-B9294A445BBE}"/>
              </pc2:cmMkLst>
            </pc226:cmChg>
          </p:ext>
        </pc:extLst>
      </pc:sldChg>
    </pc:docChg>
  </pc:docChgLst>
  <pc:docChgLst>
    <pc:chgData name="Tim Warner" userId="1d9b2d89684621c1" providerId="LiveId" clId="{C51613CA-9081-4D80-8B21-3ED98F1A1FC0}"/>
    <pc:docChg chg="custSel delSld modSld">
      <pc:chgData name="Tim Warner" userId="1d9b2d89684621c1" providerId="LiveId" clId="{C51613CA-9081-4D80-8B21-3ED98F1A1FC0}" dt="2025-06-24T20:45:32.397" v="52" actId="1076"/>
      <pc:docMkLst>
        <pc:docMk/>
      </pc:docMkLst>
      <pc:sldChg chg="addSp modSp mod modClrScheme chgLayout">
        <pc:chgData name="Tim Warner" userId="1d9b2d89684621c1" providerId="LiveId" clId="{C51613CA-9081-4D80-8B21-3ED98F1A1FC0}" dt="2025-06-24T20:45:32.397" v="52" actId="1076"/>
        <pc:sldMkLst>
          <pc:docMk/>
          <pc:sldMk cId="2539485740" sldId="292"/>
        </pc:sldMkLst>
      </pc:sldChg>
      <pc:sldChg chg="modSp mod">
        <pc:chgData name="Tim Warner" userId="1d9b2d89684621c1" providerId="LiveId" clId="{C51613CA-9081-4D80-8B21-3ED98F1A1FC0}" dt="2025-06-24T20:36:24.916" v="42"/>
        <pc:sldMkLst>
          <pc:docMk/>
          <pc:sldMk cId="486668636" sldId="293"/>
        </pc:sldMkLst>
      </pc:sldChg>
      <pc:sldChg chg="modSp mod">
        <pc:chgData name="Tim Warner" userId="1d9b2d89684621c1" providerId="LiveId" clId="{C51613CA-9081-4D80-8B21-3ED98F1A1FC0}" dt="2025-06-24T20:36:32.145" v="43"/>
        <pc:sldMkLst>
          <pc:docMk/>
          <pc:sldMk cId="1829040019" sldId="343"/>
        </pc:sldMkLst>
      </pc:sldChg>
      <pc:sldChg chg="del">
        <pc:chgData name="Tim Warner" userId="1d9b2d89684621c1" providerId="LiveId" clId="{C51613CA-9081-4D80-8B21-3ED98F1A1FC0}" dt="2025-06-24T20:36:15.013" v="41" actId="2696"/>
        <pc:sldMkLst>
          <pc:docMk/>
          <pc:sldMk cId="1558763963" sldId="344"/>
        </pc:sldMkLst>
      </pc:sldChg>
      <pc:sldChg chg="del">
        <pc:chgData name="Tim Warner" userId="1d9b2d89684621c1" providerId="LiveId" clId="{C51613CA-9081-4D80-8B21-3ED98F1A1FC0}" dt="2025-06-24T20:36:15.013" v="41" actId="2696"/>
        <pc:sldMkLst>
          <pc:docMk/>
          <pc:sldMk cId="4156641597" sldId="345"/>
        </pc:sldMkLst>
      </pc:sldChg>
      <pc:sldChg chg="modSp mod">
        <pc:chgData name="Tim Warner" userId="1d9b2d89684621c1" providerId="LiveId" clId="{C51613CA-9081-4D80-8B21-3ED98F1A1FC0}" dt="2025-06-24T20:36:38.385" v="44"/>
        <pc:sldMkLst>
          <pc:docMk/>
          <pc:sldMk cId="947907938" sldId="346"/>
        </pc:sldMkLst>
      </pc:sldChg>
      <pc:sldChg chg="del">
        <pc:chgData name="Tim Warner" userId="1d9b2d89684621c1" providerId="LiveId" clId="{C51613CA-9081-4D80-8B21-3ED98F1A1FC0}" dt="2025-06-24T20:36:15.013" v="41" actId="2696"/>
        <pc:sldMkLst>
          <pc:docMk/>
          <pc:sldMk cId="3422763557" sldId="347"/>
        </pc:sldMkLst>
      </pc:sldChg>
    </pc:docChg>
  </pc:docChgLst>
  <pc:docChgLst>
    <pc:chgData name="Axel Cain" userId="d0c9bf4b9e7c87bb" providerId="LiveId" clId="{172E5107-2A9F-44C6-B6F0-396E08119876}"/>
    <pc:docChg chg="custSel delSld modSld">
      <pc:chgData name="Axel Cain" userId="d0c9bf4b9e7c87bb" providerId="LiveId" clId="{172E5107-2A9F-44C6-B6F0-396E08119876}" dt="2024-03-30T10:37:12.469" v="22" actId="20577"/>
      <pc:docMkLst>
        <pc:docMk/>
      </pc:docMkLst>
      <pc:sldChg chg="del">
        <pc:chgData name="Axel Cain" userId="d0c9bf4b9e7c87bb" providerId="LiveId" clId="{172E5107-2A9F-44C6-B6F0-396E08119876}" dt="2024-03-30T10:24:21.843" v="6" actId="2696"/>
        <pc:sldMkLst>
          <pc:docMk/>
          <pc:sldMk cId="2200105640" sldId="291"/>
        </pc:sldMkLst>
      </pc:sldChg>
      <pc:sldChg chg="modSp mod">
        <pc:chgData name="Axel Cain" userId="d0c9bf4b9e7c87bb" providerId="LiveId" clId="{172E5107-2A9F-44C6-B6F0-396E08119876}" dt="2024-03-30T10:37:12.469" v="22" actId="20577"/>
        <pc:sldMkLst>
          <pc:docMk/>
          <pc:sldMk cId="3662525184" sldId="303"/>
        </pc:sldMkLst>
      </pc:sldChg>
      <pc:sldChg chg="modSp">
        <pc:chgData name="Axel Cain" userId="d0c9bf4b9e7c87bb" providerId="LiveId" clId="{172E5107-2A9F-44C6-B6F0-396E08119876}" dt="2024-03-30T10:22:22.552" v="1" actId="20577"/>
        <pc:sldMkLst>
          <pc:docMk/>
          <pc:sldMk cId="2601488157" sldId="313"/>
        </pc:sldMkLst>
      </pc:sldChg>
      <pc:sldChg chg="modSp">
        <pc:chgData name="Axel Cain" userId="d0c9bf4b9e7c87bb" providerId="LiveId" clId="{172E5107-2A9F-44C6-B6F0-396E08119876}" dt="2024-03-30T10:23:26.234" v="5" actId="20577"/>
        <pc:sldMkLst>
          <pc:docMk/>
          <pc:sldMk cId="2319311322" sldId="324"/>
        </pc:sldMkLst>
      </pc:sldChg>
    </pc:docChg>
  </pc:docChgLst>
  <pc:docChgLst>
    <pc:chgData name="Tim Warner" userId="1d9b2d89684621c1" providerId="LiveId" clId="{D0B44B65-70BF-4519-8E4C-BDC5735B7FF3}"/>
    <pc:docChg chg="custSel addSld delSld modSld">
      <pc:chgData name="Tim Warner" userId="1d9b2d89684621c1" providerId="LiveId" clId="{D0B44B65-70BF-4519-8E4C-BDC5735B7FF3}" dt="2025-06-24T20:30:42.639" v="74"/>
      <pc:docMkLst>
        <pc:docMk/>
      </pc:docMkLst>
      <pc:sldChg chg="delSp modSp mod">
        <pc:chgData name="Tim Warner" userId="1d9b2d89684621c1" providerId="LiveId" clId="{D0B44B65-70BF-4519-8E4C-BDC5735B7FF3}" dt="2025-06-24T20:29:59.974" v="68" actId="1076"/>
        <pc:sldMkLst>
          <pc:docMk/>
          <pc:sldMk cId="2539485740" sldId="292"/>
        </pc:sldMkLst>
      </pc:sldChg>
      <pc:sldChg chg="modSp mod">
        <pc:chgData name="Tim Warner" userId="1d9b2d89684621c1" providerId="LiveId" clId="{D0B44B65-70BF-4519-8E4C-BDC5735B7FF3}" dt="2025-06-24T20:30:05.101" v="69"/>
        <pc:sldMkLst>
          <pc:docMk/>
          <pc:sldMk cId="486668636" sldId="293"/>
        </pc:sldMkLst>
      </pc:sldChg>
      <pc:sldChg chg="modSp mod">
        <pc:chgData name="Tim Warner" userId="1d9b2d89684621c1" providerId="LiveId" clId="{D0B44B65-70BF-4519-8E4C-BDC5735B7FF3}" dt="2025-06-24T20:16:51.778" v="1" actId="14100"/>
        <pc:sldMkLst>
          <pc:docMk/>
          <pc:sldMk cId="3662525184" sldId="303"/>
        </pc:sldMkLst>
      </pc:sldChg>
      <pc:sldChg chg="modSp add mod">
        <pc:chgData name="Tim Warner" userId="1d9b2d89684621c1" providerId="LiveId" clId="{D0B44B65-70BF-4519-8E4C-BDC5735B7FF3}" dt="2025-06-24T20:30:13.057" v="70"/>
        <pc:sldMkLst>
          <pc:docMk/>
          <pc:sldMk cId="1829040019" sldId="343"/>
        </pc:sldMkLst>
      </pc:sldChg>
      <pc:sldChg chg="del">
        <pc:chgData name="Tim Warner" userId="1d9b2d89684621c1" providerId="LiveId" clId="{D0B44B65-70BF-4519-8E4C-BDC5735B7FF3}" dt="2025-06-24T20:29:42.719" v="60" actId="47"/>
        <pc:sldMkLst>
          <pc:docMk/>
          <pc:sldMk cId="3522158024" sldId="343"/>
        </pc:sldMkLst>
      </pc:sldChg>
      <pc:sldChg chg="modSp add mod">
        <pc:chgData name="Tim Warner" userId="1d9b2d89684621c1" providerId="LiveId" clId="{D0B44B65-70BF-4519-8E4C-BDC5735B7FF3}" dt="2025-06-24T20:30:35.492" v="73"/>
        <pc:sldMkLst>
          <pc:docMk/>
          <pc:sldMk cId="1558763963" sldId="344"/>
        </pc:sldMkLst>
      </pc:sldChg>
      <pc:sldChg chg="del">
        <pc:chgData name="Tim Warner" userId="1d9b2d89684621c1" providerId="LiveId" clId="{D0B44B65-70BF-4519-8E4C-BDC5735B7FF3}" dt="2025-06-24T20:29:42.719" v="60" actId="47"/>
        <pc:sldMkLst>
          <pc:docMk/>
          <pc:sldMk cId="2930118785" sldId="344"/>
        </pc:sldMkLst>
      </pc:sldChg>
      <pc:sldChg chg="modSp add mod">
        <pc:chgData name="Tim Warner" userId="1d9b2d89684621c1" providerId="LiveId" clId="{D0B44B65-70BF-4519-8E4C-BDC5735B7FF3}" dt="2025-06-24T20:30:42.639" v="74"/>
        <pc:sldMkLst>
          <pc:docMk/>
          <pc:sldMk cId="4156641597" sldId="345"/>
        </pc:sldMkLst>
      </pc:sldChg>
      <pc:sldChg chg="modSp add mod">
        <pc:chgData name="Tim Warner" userId="1d9b2d89684621c1" providerId="LiveId" clId="{D0B44B65-70BF-4519-8E4C-BDC5735B7FF3}" dt="2025-06-24T20:30:20.473" v="71"/>
        <pc:sldMkLst>
          <pc:docMk/>
          <pc:sldMk cId="947907938" sldId="346"/>
        </pc:sldMkLst>
      </pc:sldChg>
      <pc:sldChg chg="modSp add mod">
        <pc:chgData name="Tim Warner" userId="1d9b2d89684621c1" providerId="LiveId" clId="{D0B44B65-70BF-4519-8E4C-BDC5735B7FF3}" dt="2025-06-24T20:30:27.393" v="72"/>
        <pc:sldMkLst>
          <pc:docMk/>
          <pc:sldMk cId="3422763557" sldId="347"/>
        </pc:sldMkLst>
      </pc:sldChg>
    </pc:docChg>
  </pc:docChgLst>
  <pc:docChgLst>
    <pc:chgData name="scsjcain84" userId="S::scsjcain84_gmail.com#ext#@pearsoneducationinc.onmicrosoft.com::4399dd98-ee8b-4212-9001-7919755a3260" providerId="AD" clId="Web-{AC22C7BE-7741-4C90-9BA3-D0E7681D985A}"/>
    <pc:docChg chg="modSld">
      <pc:chgData name="scsjcain84" userId="S::scsjcain84_gmail.com#ext#@pearsoneducationinc.onmicrosoft.com::4399dd98-ee8b-4212-9001-7919755a3260" providerId="AD" clId="Web-{AC22C7BE-7741-4C90-9BA3-D0E7681D985A}" dt="2025-08-23T00:40:40.027" v="1"/>
      <pc:docMkLst>
        <pc:docMk/>
      </pc:docMkLst>
      <pc:sldChg chg="mod modShow">
        <pc:chgData name="scsjcain84" userId="S::scsjcain84_gmail.com#ext#@pearsoneducationinc.onmicrosoft.com::4399dd98-ee8b-4212-9001-7919755a3260" providerId="AD" clId="Web-{AC22C7BE-7741-4C90-9BA3-D0E7681D985A}" dt="2025-08-23T00:40:40.027" v="1"/>
        <pc:sldMkLst>
          <pc:docMk/>
          <pc:sldMk cId="4080705565" sldId="342"/>
        </pc:sldMkLst>
      </pc:sldChg>
      <pc:sldChg chg="modSp">
        <pc:chgData name="scsjcain84" userId="S::scsjcain84_gmail.com#ext#@pearsoneducationinc.onmicrosoft.com::4399dd98-ee8b-4212-9001-7919755a3260" providerId="AD" clId="Web-{AC22C7BE-7741-4C90-9BA3-D0E7681D985A}" dt="2025-08-23T00:40:07.105" v="0" actId="20577"/>
        <pc:sldMkLst>
          <pc:docMk/>
          <pc:sldMk cId="4017507322" sldId="350"/>
        </pc:sldMkLst>
        <pc:spChg chg="mod">
          <ac:chgData name="scsjcain84" userId="S::scsjcain84_gmail.com#ext#@pearsoneducationinc.onmicrosoft.com::4399dd98-ee8b-4212-9001-7919755a3260" providerId="AD" clId="Web-{AC22C7BE-7741-4C90-9BA3-D0E7681D985A}" dt="2025-08-23T00:40:07.105" v="0" actId="20577"/>
          <ac:spMkLst>
            <pc:docMk/>
            <pc:sldMk cId="4017507322" sldId="350"/>
            <ac:spMk id="3" creationId="{514D88C4-C6AF-3654-026D-9E5843DEC367}"/>
          </ac:spMkLst>
        </pc:spChg>
      </pc:sldChg>
    </pc:docChg>
  </pc:docChgLst>
  <pc:docChgLst>
    <pc:chgData name="Tim Warner" userId="1d9b2d89684621c1" providerId="LiveId" clId="{CADB1D46-7252-45D7-9D19-151817DC0A18}"/>
    <pc:docChg chg="custSel addSld delSld modSld sldOrd">
      <pc:chgData name="Tim Warner" userId="1d9b2d89684621c1" providerId="LiveId" clId="{CADB1D46-7252-45D7-9D19-151817DC0A18}" dt="2025-06-21T15:14:02.879" v="325" actId="20577"/>
      <pc:docMkLst>
        <pc:docMk/>
      </pc:docMkLst>
      <pc:sldChg chg="addSp delSp modSp mod modNotesTx">
        <pc:chgData name="Tim Warner" userId="1d9b2d89684621c1" providerId="LiveId" clId="{CADB1D46-7252-45D7-9D19-151817DC0A18}" dt="2025-06-21T15:13:06.135" v="318" actId="20577"/>
        <pc:sldMkLst>
          <pc:docMk/>
          <pc:sldMk cId="2539485740" sldId="292"/>
        </pc:sldMkLst>
      </pc:sldChg>
      <pc:sldChg chg="modSp mod">
        <pc:chgData name="Tim Warner" userId="1d9b2d89684621c1" providerId="LiveId" clId="{CADB1D46-7252-45D7-9D19-151817DC0A18}" dt="2025-06-21T15:13:28.197" v="321"/>
        <pc:sldMkLst>
          <pc:docMk/>
          <pc:sldMk cId="486668636" sldId="293"/>
        </pc:sldMkLst>
      </pc:sldChg>
      <pc:sldChg chg="modSp mod">
        <pc:chgData name="Tim Warner" userId="1d9b2d89684621c1" providerId="LiveId" clId="{CADB1D46-7252-45D7-9D19-151817DC0A18}" dt="2025-06-21T15:04:00.366" v="54" actId="20577"/>
        <pc:sldMkLst>
          <pc:docMk/>
          <pc:sldMk cId="3662525184" sldId="303"/>
        </pc:sldMkLst>
      </pc:sldChg>
      <pc:sldChg chg="del">
        <pc:chgData name="Tim Warner" userId="1d9b2d89684621c1" providerId="LiveId" clId="{CADB1D46-7252-45D7-9D19-151817DC0A18}" dt="2025-06-21T15:06:24.665" v="60" actId="47"/>
        <pc:sldMkLst>
          <pc:docMk/>
          <pc:sldMk cId="1061264812" sldId="326"/>
        </pc:sldMkLst>
      </pc:sldChg>
      <pc:sldChg chg="del">
        <pc:chgData name="Tim Warner" userId="1d9b2d89684621c1" providerId="LiveId" clId="{CADB1D46-7252-45D7-9D19-151817DC0A18}" dt="2025-06-21T15:06:24.665" v="60" actId="47"/>
        <pc:sldMkLst>
          <pc:docMk/>
          <pc:sldMk cId="4082615972" sldId="328"/>
        </pc:sldMkLst>
      </pc:sldChg>
      <pc:sldChg chg="del">
        <pc:chgData name="Tim Warner" userId="1d9b2d89684621c1" providerId="LiveId" clId="{CADB1D46-7252-45D7-9D19-151817DC0A18}" dt="2025-06-21T15:06:24.665" v="60" actId="47"/>
        <pc:sldMkLst>
          <pc:docMk/>
          <pc:sldMk cId="55801264" sldId="330"/>
        </pc:sldMkLst>
      </pc:sldChg>
      <pc:sldChg chg="modSp mod ord modAnim">
        <pc:chgData name="Tim Warner" userId="1d9b2d89684621c1" providerId="LiveId" clId="{CADB1D46-7252-45D7-9D19-151817DC0A18}" dt="2025-06-21T15:07:02.591" v="147" actId="14100"/>
        <pc:sldMkLst>
          <pc:docMk/>
          <pc:sldMk cId="4092314469" sldId="331"/>
        </pc:sldMkLst>
      </pc:sldChg>
      <pc:sldChg chg="del">
        <pc:chgData name="Tim Warner" userId="1d9b2d89684621c1" providerId="LiveId" clId="{CADB1D46-7252-45D7-9D19-151817DC0A18}" dt="2025-06-21T15:06:24.665" v="60" actId="47"/>
        <pc:sldMkLst>
          <pc:docMk/>
          <pc:sldMk cId="2913861116" sldId="332"/>
        </pc:sldMkLst>
      </pc:sldChg>
      <pc:sldChg chg="del">
        <pc:chgData name="Tim Warner" userId="1d9b2d89684621c1" providerId="LiveId" clId="{CADB1D46-7252-45D7-9D19-151817DC0A18}" dt="2025-06-21T15:06:24.665" v="60" actId="47"/>
        <pc:sldMkLst>
          <pc:docMk/>
          <pc:sldMk cId="1635652136" sldId="333"/>
        </pc:sldMkLst>
      </pc:sldChg>
      <pc:sldChg chg="del">
        <pc:chgData name="Tim Warner" userId="1d9b2d89684621c1" providerId="LiveId" clId="{CADB1D46-7252-45D7-9D19-151817DC0A18}" dt="2025-06-21T15:06:24.665" v="60" actId="47"/>
        <pc:sldMkLst>
          <pc:docMk/>
          <pc:sldMk cId="3777493193" sldId="334"/>
        </pc:sldMkLst>
      </pc:sldChg>
      <pc:sldChg chg="del">
        <pc:chgData name="Tim Warner" userId="1d9b2d89684621c1" providerId="LiveId" clId="{CADB1D46-7252-45D7-9D19-151817DC0A18}" dt="2025-06-21T15:06:24.665" v="60" actId="47"/>
        <pc:sldMkLst>
          <pc:docMk/>
          <pc:sldMk cId="3654406668" sldId="335"/>
        </pc:sldMkLst>
      </pc:sldChg>
      <pc:sldChg chg="del">
        <pc:chgData name="Tim Warner" userId="1d9b2d89684621c1" providerId="LiveId" clId="{CADB1D46-7252-45D7-9D19-151817DC0A18}" dt="2025-06-21T15:06:24.665" v="60" actId="47"/>
        <pc:sldMkLst>
          <pc:docMk/>
          <pc:sldMk cId="1056272041" sldId="336"/>
        </pc:sldMkLst>
      </pc:sldChg>
      <pc:sldChg chg="del">
        <pc:chgData name="Tim Warner" userId="1d9b2d89684621c1" providerId="LiveId" clId="{CADB1D46-7252-45D7-9D19-151817DC0A18}" dt="2025-06-21T15:06:24.665" v="60" actId="47"/>
        <pc:sldMkLst>
          <pc:docMk/>
          <pc:sldMk cId="754597853" sldId="337"/>
        </pc:sldMkLst>
      </pc:sldChg>
      <pc:sldChg chg="del">
        <pc:chgData name="Tim Warner" userId="1d9b2d89684621c1" providerId="LiveId" clId="{CADB1D46-7252-45D7-9D19-151817DC0A18}" dt="2025-06-21T15:06:24.665" v="60" actId="47"/>
        <pc:sldMkLst>
          <pc:docMk/>
          <pc:sldMk cId="180794652" sldId="338"/>
        </pc:sldMkLst>
      </pc:sldChg>
      <pc:sldChg chg="del">
        <pc:chgData name="Tim Warner" userId="1d9b2d89684621c1" providerId="LiveId" clId="{CADB1D46-7252-45D7-9D19-151817DC0A18}" dt="2025-06-21T15:06:24.665" v="60" actId="47"/>
        <pc:sldMkLst>
          <pc:docMk/>
          <pc:sldMk cId="3976232242" sldId="339"/>
        </pc:sldMkLst>
      </pc:sldChg>
      <pc:sldChg chg="del">
        <pc:chgData name="Tim Warner" userId="1d9b2d89684621c1" providerId="LiveId" clId="{CADB1D46-7252-45D7-9D19-151817DC0A18}" dt="2025-06-21T15:06:24.665" v="60" actId="47"/>
        <pc:sldMkLst>
          <pc:docMk/>
          <pc:sldMk cId="4040746147" sldId="340"/>
        </pc:sldMkLst>
      </pc:sldChg>
      <pc:sldChg chg="del">
        <pc:chgData name="Tim Warner" userId="1d9b2d89684621c1" providerId="LiveId" clId="{CADB1D46-7252-45D7-9D19-151817DC0A18}" dt="2025-06-21T15:06:24.665" v="60" actId="47"/>
        <pc:sldMkLst>
          <pc:docMk/>
          <pc:sldMk cId="4170127553" sldId="341"/>
        </pc:sldMkLst>
      </pc:sldChg>
      <pc:sldChg chg="delSp modSp mod ord">
        <pc:chgData name="Tim Warner" userId="1d9b2d89684621c1" providerId="LiveId" clId="{CADB1D46-7252-45D7-9D19-151817DC0A18}" dt="2025-06-21T15:08:44.441" v="198" actId="1076"/>
        <pc:sldMkLst>
          <pc:docMk/>
          <pc:sldMk cId="4080705565" sldId="342"/>
        </pc:sldMkLst>
      </pc:sldChg>
      <pc:sldChg chg="modSp add mod">
        <pc:chgData name="Tim Warner" userId="1d9b2d89684621c1" providerId="LiveId" clId="{CADB1D46-7252-45D7-9D19-151817DC0A18}" dt="2025-06-21T15:14:02.879" v="325" actId="20577"/>
        <pc:sldMkLst>
          <pc:docMk/>
          <pc:sldMk cId="3522158024" sldId="343"/>
        </pc:sldMkLst>
      </pc:sldChg>
      <pc:sldChg chg="addSp delSp modSp add del mod">
        <pc:chgData name="Tim Warner" userId="1d9b2d89684621c1" providerId="LiveId" clId="{CADB1D46-7252-45D7-9D19-151817DC0A18}" dt="2025-06-21T15:12:04.409" v="215" actId="2696"/>
        <pc:sldMkLst>
          <pc:docMk/>
          <pc:sldMk cId="3523129307" sldId="343"/>
        </pc:sldMkLst>
      </pc:sldChg>
      <pc:sldChg chg="modSp add mod">
        <pc:chgData name="Tim Warner" userId="1d9b2d89684621c1" providerId="LiveId" clId="{CADB1D46-7252-45D7-9D19-151817DC0A18}" dt="2025-06-21T15:13:35.814" v="322"/>
        <pc:sldMkLst>
          <pc:docMk/>
          <pc:sldMk cId="2930118785" sldId="344"/>
        </pc:sldMkLst>
      </pc:sldChg>
    </pc:docChg>
  </pc:docChgLst>
  <pc:docChgLst>
    <pc:chgData name="Tim Warner" userId="1d9b2d89684621c1" providerId="LiveId" clId="{D492D3F7-A47E-49C7-A890-44F786178671}"/>
    <pc:docChg chg="addSld modSld">
      <pc:chgData name="Tim Warner" userId="1d9b2d89684621c1" providerId="LiveId" clId="{D492D3F7-A47E-49C7-A890-44F786178671}" dt="2025-06-24T20:48:36.970" v="50"/>
      <pc:docMkLst>
        <pc:docMk/>
      </pc:docMkLst>
      <pc:sldChg chg="modSp mod">
        <pc:chgData name="Tim Warner" userId="1d9b2d89684621c1" providerId="LiveId" clId="{D492D3F7-A47E-49C7-A890-44F786178671}" dt="2025-06-24T20:47:54.867" v="43" actId="20577"/>
        <pc:sldMkLst>
          <pc:docMk/>
          <pc:sldMk cId="2539485740" sldId="292"/>
        </pc:sldMkLst>
      </pc:sldChg>
      <pc:sldChg chg="modSp mod">
        <pc:chgData name="Tim Warner" userId="1d9b2d89684621c1" providerId="LiveId" clId="{D492D3F7-A47E-49C7-A890-44F786178671}" dt="2025-06-24T20:48:05.402" v="45"/>
        <pc:sldMkLst>
          <pc:docMk/>
          <pc:sldMk cId="486668636" sldId="293"/>
        </pc:sldMkLst>
      </pc:sldChg>
      <pc:sldChg chg="modSp mod">
        <pc:chgData name="Tim Warner" userId="1d9b2d89684621c1" providerId="LiveId" clId="{D492D3F7-A47E-49C7-A890-44F786178671}" dt="2025-06-24T20:48:11.870" v="46"/>
        <pc:sldMkLst>
          <pc:docMk/>
          <pc:sldMk cId="1829040019" sldId="343"/>
        </pc:sldMkLst>
      </pc:sldChg>
      <pc:sldChg chg="modSp mod">
        <pc:chgData name="Tim Warner" userId="1d9b2d89684621c1" providerId="LiveId" clId="{D492D3F7-A47E-49C7-A890-44F786178671}" dt="2025-06-24T20:48:18.143" v="47"/>
        <pc:sldMkLst>
          <pc:docMk/>
          <pc:sldMk cId="947907938" sldId="346"/>
        </pc:sldMkLst>
      </pc:sldChg>
      <pc:sldChg chg="modSp add mod">
        <pc:chgData name="Tim Warner" userId="1d9b2d89684621c1" providerId="LiveId" clId="{D492D3F7-A47E-49C7-A890-44F786178671}" dt="2025-06-24T20:48:25.657" v="48"/>
        <pc:sldMkLst>
          <pc:docMk/>
          <pc:sldMk cId="914007193" sldId="347"/>
        </pc:sldMkLst>
      </pc:sldChg>
      <pc:sldChg chg="modSp add mod">
        <pc:chgData name="Tim Warner" userId="1d9b2d89684621c1" providerId="LiveId" clId="{D492D3F7-A47E-49C7-A890-44F786178671}" dt="2025-06-24T20:48:36.970" v="50"/>
        <pc:sldMkLst>
          <pc:docMk/>
          <pc:sldMk cId="1161106545" sldId="348"/>
        </pc:sldMkLst>
      </pc:sldChg>
    </pc:docChg>
  </pc:docChgLst>
  <pc:docChgLst>
    <pc:chgData name="Tim Warner" userId="1d9b2d89684621c1" providerId="LiveId" clId="{9EE537F5-4492-46A9-8A6E-F6D0D797EC45}"/>
    <pc:docChg chg="undo redo custSel addSld delSld modSld sldOrd">
      <pc:chgData name="Tim Warner" userId="1d9b2d89684621c1" providerId="LiveId" clId="{9EE537F5-4492-46A9-8A6E-F6D0D797EC45}" dt="2023-12-18T22:23:52.550" v="1866" actId="1076"/>
      <pc:docMkLst>
        <pc:docMk/>
      </pc:docMkLst>
      <pc:sldChg chg="del">
        <pc:chgData name="Tim Warner" userId="1d9b2d89684621c1" providerId="LiveId" clId="{9EE537F5-4492-46A9-8A6E-F6D0D797EC45}" dt="2023-12-07T13:21:45.177" v="15" actId="47"/>
        <pc:sldMkLst>
          <pc:docMk/>
          <pc:sldMk cId="1359141524" sldId="269"/>
        </pc:sldMkLst>
      </pc:sldChg>
      <pc:sldChg chg="del">
        <pc:chgData name="Tim Warner" userId="1d9b2d89684621c1" providerId="LiveId" clId="{9EE537F5-4492-46A9-8A6E-F6D0D797EC45}" dt="2023-12-07T13:21:45.177" v="15" actId="47"/>
        <pc:sldMkLst>
          <pc:docMk/>
          <pc:sldMk cId="1132663081" sldId="280"/>
        </pc:sldMkLst>
      </pc:sldChg>
      <pc:sldChg chg="del">
        <pc:chgData name="Tim Warner" userId="1d9b2d89684621c1" providerId="LiveId" clId="{9EE537F5-4492-46A9-8A6E-F6D0D797EC45}" dt="2023-12-07T13:21:45.177" v="15" actId="47"/>
        <pc:sldMkLst>
          <pc:docMk/>
          <pc:sldMk cId="3198364927" sldId="281"/>
        </pc:sldMkLst>
      </pc:sldChg>
      <pc:sldChg chg="del">
        <pc:chgData name="Tim Warner" userId="1d9b2d89684621c1" providerId="LiveId" clId="{9EE537F5-4492-46A9-8A6E-F6D0D797EC45}" dt="2023-12-07T13:26:14.928" v="85" actId="47"/>
        <pc:sldMkLst>
          <pc:docMk/>
          <pc:sldMk cId="3782181354" sldId="283"/>
        </pc:sldMkLst>
      </pc:sldChg>
      <pc:sldChg chg="del">
        <pc:chgData name="Tim Warner" userId="1d9b2d89684621c1" providerId="LiveId" clId="{9EE537F5-4492-46A9-8A6E-F6D0D797EC45}" dt="2023-12-07T13:21:58.595" v="16" actId="47"/>
        <pc:sldMkLst>
          <pc:docMk/>
          <pc:sldMk cId="2081080801" sldId="284"/>
        </pc:sldMkLst>
      </pc:sldChg>
      <pc:sldChg chg="del">
        <pc:chgData name="Tim Warner" userId="1d9b2d89684621c1" providerId="LiveId" clId="{9EE537F5-4492-46A9-8A6E-F6D0D797EC45}" dt="2023-12-07T13:21:58.595" v="16" actId="47"/>
        <pc:sldMkLst>
          <pc:docMk/>
          <pc:sldMk cId="2282038944" sldId="285"/>
        </pc:sldMkLst>
      </pc:sldChg>
      <pc:sldChg chg="modSp mod ord">
        <pc:chgData name="Tim Warner" userId="1d9b2d89684621c1" providerId="LiveId" clId="{9EE537F5-4492-46A9-8A6E-F6D0D797EC45}" dt="2023-12-11T15:13:43.547" v="1305" actId="20577"/>
        <pc:sldMkLst>
          <pc:docMk/>
          <pc:sldMk cId="921485155" sldId="286"/>
        </pc:sldMkLst>
      </pc:sldChg>
      <pc:sldChg chg="del">
        <pc:chgData name="Tim Warner" userId="1d9b2d89684621c1" providerId="LiveId" clId="{9EE537F5-4492-46A9-8A6E-F6D0D797EC45}" dt="2023-12-07T13:21:45.177" v="15" actId="47"/>
        <pc:sldMkLst>
          <pc:docMk/>
          <pc:sldMk cId="558020541" sldId="287"/>
        </pc:sldMkLst>
      </pc:sldChg>
      <pc:sldChg chg="del">
        <pc:chgData name="Tim Warner" userId="1d9b2d89684621c1" providerId="LiveId" clId="{9EE537F5-4492-46A9-8A6E-F6D0D797EC45}" dt="2023-12-07T13:21:45.177" v="15" actId="47"/>
        <pc:sldMkLst>
          <pc:docMk/>
          <pc:sldMk cId="3445464586" sldId="288"/>
        </pc:sldMkLst>
      </pc:sldChg>
      <pc:sldChg chg="del">
        <pc:chgData name="Tim Warner" userId="1d9b2d89684621c1" providerId="LiveId" clId="{9EE537F5-4492-46A9-8A6E-F6D0D797EC45}" dt="2023-12-07T13:21:45.177" v="15" actId="47"/>
        <pc:sldMkLst>
          <pc:docMk/>
          <pc:sldMk cId="2882273727" sldId="289"/>
        </pc:sldMkLst>
      </pc:sldChg>
      <pc:sldChg chg="del">
        <pc:chgData name="Tim Warner" userId="1d9b2d89684621c1" providerId="LiveId" clId="{9EE537F5-4492-46A9-8A6E-F6D0D797EC45}" dt="2023-12-07T13:21:45.177" v="15" actId="47"/>
        <pc:sldMkLst>
          <pc:docMk/>
          <pc:sldMk cId="811801111" sldId="290"/>
        </pc:sldMkLst>
      </pc:sldChg>
      <pc:sldChg chg="del">
        <pc:chgData name="Tim Warner" userId="1d9b2d89684621c1" providerId="LiveId" clId="{9EE537F5-4492-46A9-8A6E-F6D0D797EC45}" dt="2023-12-07T13:21:45.177" v="15" actId="47"/>
        <pc:sldMkLst>
          <pc:docMk/>
          <pc:sldMk cId="2200105640" sldId="291"/>
        </pc:sldMkLst>
      </pc:sldChg>
      <pc:sldChg chg="addSp delSp modSp add mod">
        <pc:chgData name="Tim Warner" userId="1d9b2d89684621c1" providerId="LiveId" clId="{9EE537F5-4492-46A9-8A6E-F6D0D797EC45}" dt="2023-12-07T13:25:58.818" v="84" actId="1076"/>
        <pc:sldMkLst>
          <pc:docMk/>
          <pc:sldMk cId="2539485740" sldId="292"/>
        </pc:sldMkLst>
      </pc:sldChg>
      <pc:sldChg chg="modSp add mod">
        <pc:chgData name="Tim Warner" userId="1d9b2d89684621c1" providerId="LiveId" clId="{9EE537F5-4492-46A9-8A6E-F6D0D797EC45}" dt="2023-12-07T13:23:54.908" v="63" actId="1076"/>
        <pc:sldMkLst>
          <pc:docMk/>
          <pc:sldMk cId="486668636" sldId="293"/>
        </pc:sldMkLst>
      </pc:sldChg>
      <pc:sldChg chg="modSp add mod">
        <pc:chgData name="Tim Warner" userId="1d9b2d89684621c1" providerId="LiveId" clId="{9EE537F5-4492-46A9-8A6E-F6D0D797EC45}" dt="2023-12-07T13:27:44.664" v="168" actId="20577"/>
        <pc:sldMkLst>
          <pc:docMk/>
          <pc:sldMk cId="4076051784" sldId="294"/>
        </pc:sldMkLst>
      </pc:sldChg>
      <pc:sldChg chg="addSp delSp modSp add mod">
        <pc:chgData name="Tim Warner" userId="1d9b2d89684621c1" providerId="LiveId" clId="{9EE537F5-4492-46A9-8A6E-F6D0D797EC45}" dt="2023-12-18T22:20:45.573" v="1760" actId="478"/>
        <pc:sldMkLst>
          <pc:docMk/>
          <pc:sldMk cId="3012217069" sldId="295"/>
        </pc:sldMkLst>
      </pc:sldChg>
      <pc:sldChg chg="modSp add mod">
        <pc:chgData name="Tim Warner" userId="1d9b2d89684621c1" providerId="LiveId" clId="{9EE537F5-4492-46A9-8A6E-F6D0D797EC45}" dt="2023-12-07T13:28:03.071" v="189" actId="20577"/>
        <pc:sldMkLst>
          <pc:docMk/>
          <pc:sldMk cId="3233535526" sldId="296"/>
        </pc:sldMkLst>
      </pc:sldChg>
      <pc:sldChg chg="addSp delSp modSp add mod">
        <pc:chgData name="Tim Warner" userId="1d9b2d89684621c1" providerId="LiveId" clId="{9EE537F5-4492-46A9-8A6E-F6D0D797EC45}" dt="2023-12-18T22:21:16.795" v="1766" actId="21"/>
        <pc:sldMkLst>
          <pc:docMk/>
          <pc:sldMk cId="432470322" sldId="297"/>
        </pc:sldMkLst>
      </pc:sldChg>
      <pc:sldChg chg="modSp add mod">
        <pc:chgData name="Tim Warner" userId="1d9b2d89684621c1" providerId="LiveId" clId="{9EE537F5-4492-46A9-8A6E-F6D0D797EC45}" dt="2023-12-07T13:28:16.186" v="208" actId="20577"/>
        <pc:sldMkLst>
          <pc:docMk/>
          <pc:sldMk cId="377717918" sldId="298"/>
        </pc:sldMkLst>
      </pc:sldChg>
      <pc:sldChg chg="addSp delSp modSp add mod">
        <pc:chgData name="Tim Warner" userId="1d9b2d89684621c1" providerId="LiveId" clId="{9EE537F5-4492-46A9-8A6E-F6D0D797EC45}" dt="2023-12-18T22:22:27.623" v="1855" actId="478"/>
        <pc:sldMkLst>
          <pc:docMk/>
          <pc:sldMk cId="1440321308" sldId="299"/>
        </pc:sldMkLst>
      </pc:sldChg>
      <pc:sldChg chg="modSp add mod">
        <pc:chgData name="Tim Warner" userId="1d9b2d89684621c1" providerId="LiveId" clId="{9EE537F5-4492-46A9-8A6E-F6D0D797EC45}" dt="2023-12-07T13:28:32.755" v="210" actId="1076"/>
        <pc:sldMkLst>
          <pc:docMk/>
          <pc:sldMk cId="490186796" sldId="300"/>
        </pc:sldMkLst>
      </pc:sldChg>
      <pc:sldChg chg="addSp delSp modSp add mod">
        <pc:chgData name="Tim Warner" userId="1d9b2d89684621c1" providerId="LiveId" clId="{9EE537F5-4492-46A9-8A6E-F6D0D797EC45}" dt="2023-12-18T22:23:25.095" v="1862" actId="113"/>
        <pc:sldMkLst>
          <pc:docMk/>
          <pc:sldMk cId="2614713382" sldId="301"/>
        </pc:sldMkLst>
      </pc:sldChg>
      <pc:sldChg chg="addSp delSp modSp new mod modClrScheme chgLayout">
        <pc:chgData name="Tim Warner" userId="1d9b2d89684621c1" providerId="LiveId" clId="{9EE537F5-4492-46A9-8A6E-F6D0D797EC45}" dt="2023-12-11T15:16:57.417" v="1611" actId="20577"/>
        <pc:sldMkLst>
          <pc:docMk/>
          <pc:sldMk cId="378133628" sldId="302"/>
        </pc:sldMkLst>
      </pc:sldChg>
      <pc:sldChg chg="addSp delSp modSp new mod chgLayout">
        <pc:chgData name="Tim Warner" userId="1d9b2d89684621c1" providerId="LiveId" clId="{9EE537F5-4492-46A9-8A6E-F6D0D797EC45}" dt="2023-12-07T13:31:06.281" v="338" actId="1076"/>
        <pc:sldMkLst>
          <pc:docMk/>
          <pc:sldMk cId="3662525184" sldId="303"/>
        </pc:sldMkLst>
      </pc:sldChg>
      <pc:sldChg chg="modSp add mod modCm">
        <pc:chgData name="Tim Warner" userId="1d9b2d89684621c1" providerId="LiveId" clId="{9EE537F5-4492-46A9-8A6E-F6D0D797EC45}" dt="2023-12-13T19:36:36.209" v="1697" actId="20577"/>
        <pc:sldMkLst>
          <pc:docMk/>
          <pc:sldMk cId="2507876813" sldId="304"/>
        </pc:sldMkLst>
        <pc:extLst>
          <p:ext xmlns:p="http://schemas.openxmlformats.org/presentationml/2006/main" uri="{D6D511B9-2390-475A-947B-AFAB55BFBCF1}">
            <pc226:cmChg xmlns:pc226="http://schemas.microsoft.com/office/powerpoint/2022/06/main/command" chg="">
              <pc226:chgData name="Tim Warner" userId="1d9b2d89684621c1" providerId="LiveId" clId="{9EE537F5-4492-46A9-8A6E-F6D0D797EC45}" dt="2023-12-13T19:35:32.612" v="1627"/>
              <pc2:cmMkLst xmlns:pc2="http://schemas.microsoft.com/office/powerpoint/2019/9/main/command">
                <pc:docMk/>
                <pc:sldMk cId="2507876813" sldId="304"/>
                <pc2:cmMk id="{F9DC116C-7B99-44B4-A066-B9294A445BBE}"/>
              </pc2:cmMkLst>
              <pc226:cmRplyChg chg="add">
                <pc226:chgData name="Tim Warner" userId="1d9b2d89684621c1" providerId="LiveId" clId="{9EE537F5-4492-46A9-8A6E-F6D0D797EC45}" dt="2023-12-13T19:35:32.612" v="1627"/>
                <pc2:cmRplyMkLst xmlns:pc2="http://schemas.microsoft.com/office/powerpoint/2019/9/main/command">
                  <pc:docMk/>
                  <pc:sldMk cId="2507876813" sldId="304"/>
                  <pc2:cmMk id="{F9DC116C-7B99-44B4-A066-B9294A445BBE}"/>
                  <pc2:cmRplyMk id="{9754AD91-19EA-46C3-B507-59D99BC37D7D}"/>
                </pc2:cmRplyMkLst>
              </pc226:cmRplyChg>
            </pc226:cmChg>
          </p:ext>
        </pc:extLst>
      </pc:sldChg>
      <pc:sldChg chg="modSp add mod">
        <pc:chgData name="Tim Warner" userId="1d9b2d89684621c1" providerId="LiveId" clId="{9EE537F5-4492-46A9-8A6E-F6D0D797EC45}" dt="2023-12-11T14:47:29.823" v="444"/>
        <pc:sldMkLst>
          <pc:docMk/>
          <pc:sldMk cId="890312440" sldId="305"/>
        </pc:sldMkLst>
      </pc:sldChg>
      <pc:sldChg chg="addSp delSp modSp new mod">
        <pc:chgData name="Tim Warner" userId="1d9b2d89684621c1" providerId="LiveId" clId="{9EE537F5-4492-46A9-8A6E-F6D0D797EC45}" dt="2023-12-18T22:16:04.766" v="1731" actId="478"/>
        <pc:sldMkLst>
          <pc:docMk/>
          <pc:sldMk cId="1865509328" sldId="306"/>
        </pc:sldMkLst>
      </pc:sldChg>
      <pc:sldChg chg="modSp add mod">
        <pc:chgData name="Tim Warner" userId="1d9b2d89684621c1" providerId="LiveId" clId="{9EE537F5-4492-46A9-8A6E-F6D0D797EC45}" dt="2023-12-11T14:53:27.583" v="766" actId="20577"/>
        <pc:sldMkLst>
          <pc:docMk/>
          <pc:sldMk cId="1134760516" sldId="307"/>
        </pc:sldMkLst>
      </pc:sldChg>
      <pc:sldChg chg="delSp modSp add mod">
        <pc:chgData name="Tim Warner" userId="1d9b2d89684621c1" providerId="LiveId" clId="{9EE537F5-4492-46A9-8A6E-F6D0D797EC45}" dt="2023-12-18T22:16:01.822" v="1730" actId="20577"/>
        <pc:sldMkLst>
          <pc:docMk/>
          <pc:sldMk cId="2977991168" sldId="308"/>
        </pc:sldMkLst>
      </pc:sldChg>
      <pc:sldChg chg="delSp modSp add mod">
        <pc:chgData name="Tim Warner" userId="1d9b2d89684621c1" providerId="LiveId" clId="{9EE537F5-4492-46A9-8A6E-F6D0D797EC45}" dt="2023-12-18T22:20:35.543" v="1759" actId="20577"/>
        <pc:sldMkLst>
          <pc:docMk/>
          <pc:sldMk cId="656300170" sldId="309"/>
        </pc:sldMkLst>
      </pc:sldChg>
      <pc:sldChg chg="addSp delSp modSp add mod">
        <pc:chgData name="Tim Warner" userId="1d9b2d89684621c1" providerId="LiveId" clId="{9EE537F5-4492-46A9-8A6E-F6D0D797EC45}" dt="2023-12-18T22:21:38.707" v="1793" actId="478"/>
        <pc:sldMkLst>
          <pc:docMk/>
          <pc:sldMk cId="3223982532" sldId="310"/>
        </pc:sldMkLst>
      </pc:sldChg>
      <pc:sldChg chg="addSp delSp modSp add mod">
        <pc:chgData name="Tim Warner" userId="1d9b2d89684621c1" providerId="LiveId" clId="{9EE537F5-4492-46A9-8A6E-F6D0D797EC45}" dt="2023-12-18T22:22:24.694" v="1854" actId="478"/>
        <pc:sldMkLst>
          <pc:docMk/>
          <pc:sldMk cId="157688393" sldId="311"/>
        </pc:sldMkLst>
      </pc:sldChg>
      <pc:sldChg chg="modSp add mod">
        <pc:chgData name="Tim Warner" userId="1d9b2d89684621c1" providerId="LiveId" clId="{9EE537F5-4492-46A9-8A6E-F6D0D797EC45}" dt="2023-12-18T22:23:52.550" v="1866" actId="1076"/>
        <pc:sldMkLst>
          <pc:docMk/>
          <pc:sldMk cId="314385709" sldId="312"/>
        </pc:sldMkLst>
      </pc:sldChg>
      <pc:sldChg chg="add del">
        <pc:chgData name="Tim Warner" userId="1d9b2d89684621c1" providerId="LiveId" clId="{9EE537F5-4492-46A9-8A6E-F6D0D797EC45}" dt="2023-12-07T13:21:45.177" v="15" actId="47"/>
        <pc:sldMkLst>
          <pc:docMk/>
          <pc:sldMk cId="3301194106" sldId="779"/>
        </pc:sldMkLst>
      </pc:sldChg>
    </pc:docChg>
  </pc:docChgLst>
  <pc:docChgLst>
    <pc:chgData name="Tim Warner" userId="1d9b2d89684621c1" providerId="LiveId" clId="{9C1AC220-CD93-46E4-823F-E96AD2EFE762}"/>
    <pc:docChg chg="custSel addSld modSld sldOrd">
      <pc:chgData name="Tim Warner" userId="1d9b2d89684621c1" providerId="LiveId" clId="{9C1AC220-CD93-46E4-823F-E96AD2EFE762}" dt="2025-09-22T17:32:37.376" v="442" actId="20577"/>
      <pc:docMkLst>
        <pc:docMk/>
      </pc:docMkLst>
      <pc:sldChg chg="modNotesTx">
        <pc:chgData name="Tim Warner" userId="1d9b2d89684621c1" providerId="LiveId" clId="{9C1AC220-CD93-46E4-823F-E96AD2EFE762}" dt="2025-09-20T21:01:00.828" v="48" actId="20577"/>
        <pc:sldMkLst>
          <pc:docMk/>
          <pc:sldMk cId="4092314469" sldId="331"/>
        </pc:sldMkLst>
      </pc:sldChg>
      <pc:sldChg chg="addSp delSp modSp mod ord modShow modNotesTx">
        <pc:chgData name="Tim Warner" userId="1d9b2d89684621c1" providerId="LiveId" clId="{9C1AC220-CD93-46E4-823F-E96AD2EFE762}" dt="2025-09-20T21:10:06.243" v="142" actId="20577"/>
        <pc:sldMkLst>
          <pc:docMk/>
          <pc:sldMk cId="4080705565" sldId="342"/>
        </pc:sldMkLst>
        <pc:spChg chg="mod">
          <ac:chgData name="Tim Warner" userId="1d9b2d89684621c1" providerId="LiveId" clId="{9C1AC220-CD93-46E4-823F-E96AD2EFE762}" dt="2025-09-20T21:05:56.706" v="84" actId="20577"/>
          <ac:spMkLst>
            <pc:docMk/>
            <pc:sldMk cId="4080705565" sldId="342"/>
            <ac:spMk id="2" creationId="{BDF9E237-BA0D-A6D7-ABE0-D61274209EBE}"/>
          </ac:spMkLst>
        </pc:spChg>
        <pc:picChg chg="add mod">
          <ac:chgData name="Tim Warner" userId="1d9b2d89684621c1" providerId="LiveId" clId="{9C1AC220-CD93-46E4-823F-E96AD2EFE762}" dt="2025-09-20T21:09:59.172" v="113" actId="1076"/>
          <ac:picMkLst>
            <pc:docMk/>
            <pc:sldMk cId="4080705565" sldId="342"/>
            <ac:picMk id="4" creationId="{E2F18897-59F9-FA0E-0EB5-6A5564274401}"/>
          </ac:picMkLst>
        </pc:picChg>
      </pc:sldChg>
      <pc:sldChg chg="modNotesTx">
        <pc:chgData name="Tim Warner" userId="1d9b2d89684621c1" providerId="LiveId" clId="{9C1AC220-CD93-46E4-823F-E96AD2EFE762}" dt="2025-09-20T20:58:47.189" v="11" actId="20577"/>
        <pc:sldMkLst>
          <pc:docMk/>
          <pc:sldMk cId="4017507322" sldId="350"/>
        </pc:sldMkLst>
      </pc:sldChg>
      <pc:sldChg chg="modNotesTx">
        <pc:chgData name="Tim Warner" userId="1d9b2d89684621c1" providerId="LiveId" clId="{9C1AC220-CD93-46E4-823F-E96AD2EFE762}" dt="2025-09-20T20:59:31.654" v="24" actId="20577"/>
        <pc:sldMkLst>
          <pc:docMk/>
          <pc:sldMk cId="2550101887" sldId="351"/>
        </pc:sldMkLst>
      </pc:sldChg>
      <pc:sldChg chg="modNotesTx">
        <pc:chgData name="Tim Warner" userId="1d9b2d89684621c1" providerId="LiveId" clId="{9C1AC220-CD93-46E4-823F-E96AD2EFE762}" dt="2025-09-20T20:59:53.389" v="30" actId="20577"/>
        <pc:sldMkLst>
          <pc:docMk/>
          <pc:sldMk cId="126318196" sldId="352"/>
        </pc:sldMkLst>
      </pc:sldChg>
      <pc:sldChg chg="modNotesTx">
        <pc:chgData name="Tim Warner" userId="1d9b2d89684621c1" providerId="LiveId" clId="{9C1AC220-CD93-46E4-823F-E96AD2EFE762}" dt="2025-09-20T21:00:11.469" v="36" actId="20577"/>
        <pc:sldMkLst>
          <pc:docMk/>
          <pc:sldMk cId="3722089584" sldId="353"/>
        </pc:sldMkLst>
      </pc:sldChg>
      <pc:sldChg chg="modNotesTx">
        <pc:chgData name="Tim Warner" userId="1d9b2d89684621c1" providerId="LiveId" clId="{9C1AC220-CD93-46E4-823F-E96AD2EFE762}" dt="2025-09-20T21:00:30.788" v="42" actId="20577"/>
        <pc:sldMkLst>
          <pc:docMk/>
          <pc:sldMk cId="3867540283" sldId="354"/>
        </pc:sldMkLst>
      </pc:sldChg>
      <pc:sldChg chg="modNotesTx">
        <pc:chgData name="Tim Warner" userId="1d9b2d89684621c1" providerId="LiveId" clId="{9C1AC220-CD93-46E4-823F-E96AD2EFE762}" dt="2025-09-20T20:59:09.869" v="18" actId="20577"/>
        <pc:sldMkLst>
          <pc:docMk/>
          <pc:sldMk cId="2752259494" sldId="355"/>
        </pc:sldMkLst>
      </pc:sldChg>
      <pc:sldChg chg="addSp modSp add mod modNotesTx">
        <pc:chgData name="Tim Warner" userId="1d9b2d89684621c1" providerId="LiveId" clId="{9C1AC220-CD93-46E4-823F-E96AD2EFE762}" dt="2025-09-20T21:16:38.759" v="207" actId="20577"/>
        <pc:sldMkLst>
          <pc:docMk/>
          <pc:sldMk cId="598076056" sldId="356"/>
        </pc:sldMkLst>
        <pc:spChg chg="mod">
          <ac:chgData name="Tim Warner" userId="1d9b2d89684621c1" providerId="LiveId" clId="{9C1AC220-CD93-46E4-823F-E96AD2EFE762}" dt="2025-09-20T21:15:41.711" v="161" actId="20577"/>
          <ac:spMkLst>
            <pc:docMk/>
            <pc:sldMk cId="598076056" sldId="356"/>
            <ac:spMk id="2" creationId="{BDF9E237-BA0D-A6D7-ABE0-D61274209EBE}"/>
          </ac:spMkLst>
        </pc:spChg>
        <pc:picChg chg="add mod">
          <ac:chgData name="Tim Warner" userId="1d9b2d89684621c1" providerId="LiveId" clId="{9C1AC220-CD93-46E4-823F-E96AD2EFE762}" dt="2025-09-20T21:16:29.958" v="164" actId="1076"/>
          <ac:picMkLst>
            <pc:docMk/>
            <pc:sldMk cId="598076056" sldId="356"/>
            <ac:picMk id="4" creationId="{5EC4ACD9-4574-2189-7F8B-07C34925E09D}"/>
          </ac:picMkLst>
        </pc:picChg>
      </pc:sldChg>
      <pc:sldChg chg="addSp delSp modSp add mod">
        <pc:chgData name="Tim Warner" userId="1d9b2d89684621c1" providerId="LiveId" clId="{9C1AC220-CD93-46E4-823F-E96AD2EFE762}" dt="2025-09-20T21:17:21.824" v="234" actId="1076"/>
        <pc:sldMkLst>
          <pc:docMk/>
          <pc:sldMk cId="2043817491" sldId="357"/>
        </pc:sldMkLst>
        <pc:spChg chg="mod">
          <ac:chgData name="Tim Warner" userId="1d9b2d89684621c1" providerId="LiveId" clId="{9C1AC220-CD93-46E4-823F-E96AD2EFE762}" dt="2025-09-20T21:16:59.295" v="230" actId="20577"/>
          <ac:spMkLst>
            <pc:docMk/>
            <pc:sldMk cId="2043817491" sldId="357"/>
            <ac:spMk id="2" creationId="{BDF9E237-BA0D-A6D7-ABE0-D61274209EBE}"/>
          </ac:spMkLst>
        </pc:spChg>
        <pc:picChg chg="add mod">
          <ac:chgData name="Tim Warner" userId="1d9b2d89684621c1" providerId="LiveId" clId="{9C1AC220-CD93-46E4-823F-E96AD2EFE762}" dt="2025-09-20T21:17:21.824" v="234" actId="1076"/>
          <ac:picMkLst>
            <pc:docMk/>
            <pc:sldMk cId="2043817491" sldId="357"/>
            <ac:picMk id="5" creationId="{FB9E6576-5190-5F64-BB79-C27B6F24F3E2}"/>
          </ac:picMkLst>
        </pc:picChg>
      </pc:sldChg>
      <pc:sldChg chg="addSp delSp modSp new mod modClrScheme chgLayout modNotesTx">
        <pc:chgData name="Tim Warner" userId="1d9b2d89684621c1" providerId="LiveId" clId="{9C1AC220-CD93-46E4-823F-E96AD2EFE762}" dt="2025-09-22T17:32:37.376" v="442" actId="20577"/>
        <pc:sldMkLst>
          <pc:docMk/>
          <pc:sldMk cId="204543216" sldId="358"/>
        </pc:sldMkLst>
        <pc:spChg chg="del mod ord">
          <ac:chgData name="Tim Warner" userId="1d9b2d89684621c1" providerId="LiveId" clId="{9C1AC220-CD93-46E4-823F-E96AD2EFE762}" dt="2025-09-22T15:47:01.494" v="236" actId="700"/>
          <ac:spMkLst>
            <pc:docMk/>
            <pc:sldMk cId="204543216" sldId="358"/>
            <ac:spMk id="2" creationId="{4F882E36-355B-92D8-F316-2AB9CFA7E016}"/>
          </ac:spMkLst>
        </pc:spChg>
        <pc:spChg chg="del mod ord">
          <ac:chgData name="Tim Warner" userId="1d9b2d89684621c1" providerId="LiveId" clId="{9C1AC220-CD93-46E4-823F-E96AD2EFE762}" dt="2025-09-22T15:47:01.494" v="236" actId="700"/>
          <ac:spMkLst>
            <pc:docMk/>
            <pc:sldMk cId="204543216" sldId="358"/>
            <ac:spMk id="3" creationId="{EF4B3A1A-0AFA-8211-5665-CE053A11D57A}"/>
          </ac:spMkLst>
        </pc:spChg>
        <pc:spChg chg="add mod ord">
          <ac:chgData name="Tim Warner" userId="1d9b2d89684621c1" providerId="LiveId" clId="{9C1AC220-CD93-46E4-823F-E96AD2EFE762}" dt="2025-09-22T15:47:10.186" v="266" actId="20577"/>
          <ac:spMkLst>
            <pc:docMk/>
            <pc:sldMk cId="204543216" sldId="358"/>
            <ac:spMk id="4" creationId="{18EAE9E4-C52F-D398-2B47-A8FBE0B3F25F}"/>
          </ac:spMkLst>
        </pc:spChg>
        <pc:spChg chg="add mod ord">
          <ac:chgData name="Tim Warner" userId="1d9b2d89684621c1" providerId="LiveId" clId="{9C1AC220-CD93-46E4-823F-E96AD2EFE762}" dt="2025-09-22T17:32:17.576" v="438" actId="20577"/>
          <ac:spMkLst>
            <pc:docMk/>
            <pc:sldMk cId="204543216" sldId="358"/>
            <ac:spMk id="5" creationId="{39D9045C-BA4E-471B-EBD1-9E735B0DE952}"/>
          </ac:spMkLst>
        </pc:spChg>
      </pc:sldChg>
    </pc:docChg>
  </pc:docChgLst>
  <pc:docChgLst>
    <pc:chgData name="scsjcain84" userId="S::scsjcain84_gmail.com#ext#@pearsoneducationinc.onmicrosoft.com::4399dd98-ee8b-4212-9001-7919755a3260" providerId="AD" clId="Web-{BA81FB52-7D97-407B-A053-23D8E211ED4C}"/>
    <pc:docChg chg="mod modSld">
      <pc:chgData name="scsjcain84" userId="S::scsjcain84_gmail.com#ext#@pearsoneducationinc.onmicrosoft.com::4399dd98-ee8b-4212-9001-7919755a3260" providerId="AD" clId="Web-{BA81FB52-7D97-407B-A053-23D8E211ED4C}" dt="2023-12-13T17:51:58.220" v="8" actId="20577"/>
      <pc:docMkLst>
        <pc:docMk/>
      </pc:docMkLst>
      <pc:sldChg chg="modSp">
        <pc:chgData name="scsjcain84" userId="S::scsjcain84_gmail.com#ext#@pearsoneducationinc.onmicrosoft.com::4399dd98-ee8b-4212-9001-7919755a3260" providerId="AD" clId="Web-{BA81FB52-7D97-407B-A053-23D8E211ED4C}" dt="2023-12-13T17:47:28.078" v="2" actId="20577"/>
        <pc:sldMkLst>
          <pc:docMk/>
          <pc:sldMk cId="921485155" sldId="286"/>
        </pc:sldMkLst>
      </pc:sldChg>
      <pc:sldChg chg="modSp">
        <pc:chgData name="scsjcain84" userId="S::scsjcain84_gmail.com#ext#@pearsoneducationinc.onmicrosoft.com::4399dd98-ee8b-4212-9001-7919755a3260" providerId="AD" clId="Web-{BA81FB52-7D97-407B-A053-23D8E211ED4C}" dt="2023-12-13T17:51:58.220" v="8" actId="20577"/>
        <pc:sldMkLst>
          <pc:docMk/>
          <pc:sldMk cId="2614713382" sldId="301"/>
        </pc:sldMkLst>
      </pc:sldChg>
      <pc:sldChg chg="addCm">
        <pc:chgData name="scsjcain84" userId="S::scsjcain84_gmail.com#ext#@pearsoneducationinc.onmicrosoft.com::4399dd98-ee8b-4212-9001-7919755a3260" providerId="AD" clId="Web-{BA81FB52-7D97-407B-A053-23D8E211ED4C}" dt="2023-12-13T17:48:13.065" v="4"/>
        <pc:sldMkLst>
          <pc:docMk/>
          <pc:sldMk cId="2507876813" sldId="304"/>
        </pc:sldMkLst>
        <pc:extLst>
          <p:ext xmlns:p="http://schemas.openxmlformats.org/presentationml/2006/main" uri="{D6D511B9-2390-475A-947B-AFAB55BFBCF1}">
            <pc226:cmChg xmlns:pc226="http://schemas.microsoft.com/office/powerpoint/2022/06/main/command" chg="add">
              <pc226:chgData name="scsjcain84" userId="S::scsjcain84_gmail.com#ext#@pearsoneducationinc.onmicrosoft.com::4399dd98-ee8b-4212-9001-7919755a3260" providerId="AD" clId="Web-{BA81FB52-7D97-407B-A053-23D8E211ED4C}" dt="2023-12-13T17:48:13.065" v="4"/>
              <pc2:cmMkLst xmlns:pc2="http://schemas.microsoft.com/office/powerpoint/2019/9/main/command">
                <pc:docMk/>
                <pc:sldMk cId="2507876813" sldId="304"/>
                <pc2:cmMk id="{F9DC116C-7B99-44B4-A066-B9294A445BBE}"/>
              </pc2:cmMkLst>
            </pc226:cmChg>
          </p:ext>
        </pc:extLst>
      </pc:sldChg>
    </pc:docChg>
  </pc:docChgLst>
  <pc:docChgLst>
    <pc:chgData name="Tim Warner" userId="1d9b2d89684621c1" providerId="LiveId" clId="{049A3222-CDBA-4E39-B7BD-CAD1354B2092}"/>
    <pc:docChg chg="undo custSel addSld delSld modSld modMainMaster modShowInfo">
      <pc:chgData name="Tim Warner" userId="1d9b2d89684621c1" providerId="LiveId" clId="{049A3222-CDBA-4E39-B7BD-CAD1354B2092}" dt="2024-04-01T16:58:06.208" v="1673" actId="2744"/>
      <pc:docMkLst>
        <pc:docMk/>
      </pc:docMkLst>
      <pc:sldChg chg="modSp mod modAnim">
        <pc:chgData name="Tim Warner" userId="1d9b2d89684621c1" providerId="LiveId" clId="{049A3222-CDBA-4E39-B7BD-CAD1354B2092}" dt="2024-04-01T01:59:28.253" v="1331" actId="20577"/>
        <pc:sldMkLst>
          <pc:docMk/>
          <pc:sldMk cId="921485155" sldId="286"/>
        </pc:sldMkLst>
      </pc:sldChg>
      <pc:sldChg chg="add del">
        <pc:chgData name="Tim Warner" userId="1d9b2d89684621c1" providerId="LiveId" clId="{049A3222-CDBA-4E39-B7BD-CAD1354B2092}" dt="2024-03-28T18:18:39.917" v="1002" actId="2696"/>
        <pc:sldMkLst>
          <pc:docMk/>
          <pc:sldMk cId="2200105640" sldId="291"/>
        </pc:sldMkLst>
      </pc:sldChg>
      <pc:sldChg chg="modSp add del mod modClrScheme modShow chgLayout modNotesTx">
        <pc:chgData name="Tim Warner" userId="1d9b2d89684621c1" providerId="LiveId" clId="{049A3222-CDBA-4E39-B7BD-CAD1354B2092}" dt="2024-03-31T13:12:28.091" v="1195" actId="20577"/>
        <pc:sldMkLst>
          <pc:docMk/>
          <pc:sldMk cId="378133628" sldId="302"/>
        </pc:sldMkLst>
      </pc:sldChg>
      <pc:sldChg chg="modSp">
        <pc:chgData name="Tim Warner" userId="1d9b2d89684621c1" providerId="LiveId" clId="{049A3222-CDBA-4E39-B7BD-CAD1354B2092}" dt="2024-03-28T18:03:16.114" v="922"/>
        <pc:sldMkLst>
          <pc:docMk/>
          <pc:sldMk cId="3662525184" sldId="303"/>
        </pc:sldMkLst>
      </pc:sldChg>
      <pc:sldChg chg="addSp modSp add del mod modAnim">
        <pc:chgData name="Tim Warner" userId="1d9b2d89684621c1" providerId="LiveId" clId="{049A3222-CDBA-4E39-B7BD-CAD1354B2092}" dt="2024-04-01T16:56:05.057" v="1667" actId="167"/>
        <pc:sldMkLst>
          <pc:docMk/>
          <pc:sldMk cId="157688393" sldId="311"/>
        </pc:sldMkLst>
      </pc:sldChg>
      <pc:sldChg chg="modSp mod modClrScheme modAnim chgLayout">
        <pc:chgData name="Tim Warner" userId="1d9b2d89684621c1" providerId="LiveId" clId="{049A3222-CDBA-4E39-B7BD-CAD1354B2092}" dt="2024-04-01T16:50:04.195" v="1474" actId="20577"/>
        <pc:sldMkLst>
          <pc:docMk/>
          <pc:sldMk cId="2601488157" sldId="313"/>
        </pc:sldMkLst>
      </pc:sldChg>
      <pc:sldChg chg="modSp mod modAnim">
        <pc:chgData name="Tim Warner" userId="1d9b2d89684621c1" providerId="LiveId" clId="{049A3222-CDBA-4E39-B7BD-CAD1354B2092}" dt="2024-04-01T02:02:01.807" v="1386" actId="20577"/>
        <pc:sldMkLst>
          <pc:docMk/>
          <pc:sldMk cId="1087036720" sldId="315"/>
        </pc:sldMkLst>
      </pc:sldChg>
      <pc:sldChg chg="modSp mod modAnim modNotesTx">
        <pc:chgData name="Tim Warner" userId="1d9b2d89684621c1" providerId="LiveId" clId="{049A3222-CDBA-4E39-B7BD-CAD1354B2092}" dt="2024-04-01T02:02:09.973" v="1388" actId="20577"/>
        <pc:sldMkLst>
          <pc:docMk/>
          <pc:sldMk cId="2612742259" sldId="317"/>
        </pc:sldMkLst>
      </pc:sldChg>
      <pc:sldChg chg="modSp mod modAnim">
        <pc:chgData name="Tim Warner" userId="1d9b2d89684621c1" providerId="LiveId" clId="{049A3222-CDBA-4E39-B7BD-CAD1354B2092}" dt="2024-03-28T18:13:00.081" v="1000" actId="20577"/>
        <pc:sldMkLst>
          <pc:docMk/>
          <pc:sldMk cId="2882261712" sldId="319"/>
        </pc:sldMkLst>
      </pc:sldChg>
      <pc:sldChg chg="modSp add mod modAnim">
        <pc:chgData name="Tim Warner" userId="1d9b2d89684621c1" providerId="LiveId" clId="{049A3222-CDBA-4E39-B7BD-CAD1354B2092}" dt="2024-04-01T16:52:39.850" v="1628" actId="20577"/>
        <pc:sldMkLst>
          <pc:docMk/>
          <pc:sldMk cId="3235755691" sldId="320"/>
        </pc:sldMkLst>
      </pc:sldChg>
      <pc:sldChg chg="modSp add mod modAnim">
        <pc:chgData name="Tim Warner" userId="1d9b2d89684621c1" providerId="LiveId" clId="{049A3222-CDBA-4E39-B7BD-CAD1354B2092}" dt="2024-04-01T16:50:38.044" v="1544" actId="20577"/>
        <pc:sldMkLst>
          <pc:docMk/>
          <pc:sldMk cId="59359989" sldId="321"/>
        </pc:sldMkLst>
      </pc:sldChg>
      <pc:sldChg chg="modSp add mod modAnim">
        <pc:chgData name="Tim Warner" userId="1d9b2d89684621c1" providerId="LiveId" clId="{049A3222-CDBA-4E39-B7BD-CAD1354B2092}" dt="2024-03-28T18:11:23.231" v="974" actId="15"/>
        <pc:sldMkLst>
          <pc:docMk/>
          <pc:sldMk cId="3302658962" sldId="322"/>
        </pc:sldMkLst>
      </pc:sldChg>
      <pc:sldChg chg="modSp add mod modAnim">
        <pc:chgData name="Tim Warner" userId="1d9b2d89684621c1" providerId="LiveId" clId="{049A3222-CDBA-4E39-B7BD-CAD1354B2092}" dt="2024-04-01T02:01:56.068" v="1384" actId="20577"/>
        <pc:sldMkLst>
          <pc:docMk/>
          <pc:sldMk cId="2760655617" sldId="323"/>
        </pc:sldMkLst>
      </pc:sldChg>
      <pc:sldChg chg="modSp add mod modAnim">
        <pc:chgData name="Tim Warner" userId="1d9b2d89684621c1" providerId="LiveId" clId="{049A3222-CDBA-4E39-B7BD-CAD1354B2092}" dt="2024-04-01T02:03:33.576" v="1389" actId="20578"/>
        <pc:sldMkLst>
          <pc:docMk/>
          <pc:sldMk cId="2319311322" sldId="324"/>
        </pc:sldMkLst>
      </pc:sldChg>
      <pc:sldChg chg="modSp add mod modAnim modNotesTx">
        <pc:chgData name="Tim Warner" userId="1d9b2d89684621c1" providerId="LiveId" clId="{049A3222-CDBA-4E39-B7BD-CAD1354B2092}" dt="2024-03-28T18:03:16.114" v="922"/>
        <pc:sldMkLst>
          <pc:docMk/>
          <pc:sldMk cId="333546607" sldId="325"/>
        </pc:sldMkLst>
      </pc:sldChg>
      <pc:sldChg chg="modSp add mod modAnim modNotesTx">
        <pc:chgData name="Tim Warner" userId="1d9b2d89684621c1" providerId="LiveId" clId="{049A3222-CDBA-4E39-B7BD-CAD1354B2092}" dt="2024-04-01T16:51:49.193" v="1591" actId="20577"/>
        <pc:sldMkLst>
          <pc:docMk/>
          <pc:sldMk cId="1466913053" sldId="326"/>
        </pc:sldMkLst>
      </pc:sldChg>
      <pc:sldChg chg="modSp add mod modAnim">
        <pc:chgData name="Tim Warner" userId="1d9b2d89684621c1" providerId="LiveId" clId="{049A3222-CDBA-4E39-B7BD-CAD1354B2092}" dt="2024-03-28T18:11:42.829" v="983" actId="113"/>
        <pc:sldMkLst>
          <pc:docMk/>
          <pc:sldMk cId="569040605" sldId="327"/>
        </pc:sldMkLst>
      </pc:sldChg>
      <pc:sldChg chg="modSp add mod modAnim">
        <pc:chgData name="Tim Warner" userId="1d9b2d89684621c1" providerId="LiveId" clId="{049A3222-CDBA-4E39-B7BD-CAD1354B2092}" dt="2024-03-28T18:12:35.586" v="991" actId="20577"/>
        <pc:sldMkLst>
          <pc:docMk/>
          <pc:sldMk cId="2754074232" sldId="328"/>
        </pc:sldMkLst>
      </pc:sldChg>
      <pc:sldChg chg="modSp add mod modAnim">
        <pc:chgData name="Tim Warner" userId="1d9b2d89684621c1" providerId="LiveId" clId="{049A3222-CDBA-4E39-B7BD-CAD1354B2092}" dt="2024-03-28T18:03:16.114" v="922"/>
        <pc:sldMkLst>
          <pc:docMk/>
          <pc:sldMk cId="2815800109" sldId="329"/>
        </pc:sldMkLst>
      </pc:sldChg>
      <pc:sldChg chg="addSp modSp add del mod modAnim">
        <pc:chgData name="Tim Warner" userId="1d9b2d89684621c1" providerId="LiveId" clId="{049A3222-CDBA-4E39-B7BD-CAD1354B2092}" dt="2024-04-01T16:56:44.008" v="1670" actId="20577"/>
        <pc:sldMkLst>
          <pc:docMk/>
          <pc:sldMk cId="2051929106" sldId="330"/>
        </pc:sldMkLst>
      </pc:sldChg>
      <pc:sldChg chg="modSp add mod modAnim">
        <pc:chgData name="Tim Warner" userId="1d9b2d89684621c1" providerId="LiveId" clId="{049A3222-CDBA-4E39-B7BD-CAD1354B2092}" dt="2024-04-01T16:48:55.531" v="1420" actId="20577"/>
        <pc:sldMkLst>
          <pc:docMk/>
          <pc:sldMk cId="3372268560" sldId="331"/>
        </pc:sldMkLst>
      </pc:sldChg>
      <pc:sldMasterChg chg="addSp modSldLayout">
        <pc:chgData name="Tim Warner" userId="1d9b2d89684621c1" providerId="LiveId" clId="{049A3222-CDBA-4E39-B7BD-CAD1354B2092}" dt="2024-03-28T18:01:37.789" v="919"/>
        <pc:sldMasterMkLst>
          <pc:docMk/>
          <pc:sldMasterMk cId="3561493546" sldId="2147483666"/>
        </pc:sldMasterMkLst>
        <pc:sldLayoutChg chg="addSp">
          <pc:chgData name="Tim Warner" userId="1d9b2d89684621c1" providerId="LiveId" clId="{049A3222-CDBA-4E39-B7BD-CAD1354B2092}" dt="2024-03-28T18:01:37.789" v="919"/>
          <pc:sldLayoutMkLst>
            <pc:docMk/>
            <pc:sldMasterMk cId="3561493546" sldId="2147483666"/>
            <pc:sldLayoutMk cId="1025742477" sldId="2147483667"/>
          </pc:sldLayoutMkLst>
        </pc:sldLayoutChg>
        <pc:sldLayoutChg chg="addSp">
          <pc:chgData name="Tim Warner" userId="1d9b2d89684621c1" providerId="LiveId" clId="{049A3222-CDBA-4E39-B7BD-CAD1354B2092}" dt="2024-03-28T18:01:37.789" v="919"/>
          <pc:sldLayoutMkLst>
            <pc:docMk/>
            <pc:sldMasterMk cId="3561493546" sldId="2147483666"/>
            <pc:sldLayoutMk cId="276551598" sldId="2147483668"/>
          </pc:sldLayoutMkLst>
        </pc:sldLayoutChg>
        <pc:sldLayoutChg chg="addSp">
          <pc:chgData name="Tim Warner" userId="1d9b2d89684621c1" providerId="LiveId" clId="{049A3222-CDBA-4E39-B7BD-CAD1354B2092}" dt="2024-03-28T18:01:37.789" v="919"/>
          <pc:sldLayoutMkLst>
            <pc:docMk/>
            <pc:sldMasterMk cId="3561493546" sldId="2147483666"/>
            <pc:sldLayoutMk cId="1684873760" sldId="2147483669"/>
          </pc:sldLayoutMkLst>
        </pc:sldLayoutChg>
        <pc:sldLayoutChg chg="addSp">
          <pc:chgData name="Tim Warner" userId="1d9b2d89684621c1" providerId="LiveId" clId="{049A3222-CDBA-4E39-B7BD-CAD1354B2092}" dt="2024-03-28T18:01:37.789" v="919"/>
          <pc:sldLayoutMkLst>
            <pc:docMk/>
            <pc:sldMasterMk cId="3561493546" sldId="2147483666"/>
            <pc:sldLayoutMk cId="3153504984" sldId="2147483670"/>
          </pc:sldLayoutMkLst>
        </pc:sldLayoutChg>
        <pc:sldLayoutChg chg="addSp">
          <pc:chgData name="Tim Warner" userId="1d9b2d89684621c1" providerId="LiveId" clId="{049A3222-CDBA-4E39-B7BD-CAD1354B2092}" dt="2024-03-28T18:01:37.789" v="919"/>
          <pc:sldLayoutMkLst>
            <pc:docMk/>
            <pc:sldMasterMk cId="3561493546" sldId="2147483666"/>
            <pc:sldLayoutMk cId="1151734571" sldId="2147483671"/>
          </pc:sldLayoutMkLst>
        </pc:sldLayoutChg>
        <pc:sldLayoutChg chg="addSp">
          <pc:chgData name="Tim Warner" userId="1d9b2d89684621c1" providerId="LiveId" clId="{049A3222-CDBA-4E39-B7BD-CAD1354B2092}" dt="2024-03-28T18:01:37.789" v="919"/>
          <pc:sldLayoutMkLst>
            <pc:docMk/>
            <pc:sldMasterMk cId="3561493546" sldId="2147483666"/>
            <pc:sldLayoutMk cId="276703820" sldId="2147483672"/>
          </pc:sldLayoutMkLst>
        </pc:sldLayoutChg>
        <pc:sldLayoutChg chg="addSp">
          <pc:chgData name="Tim Warner" userId="1d9b2d89684621c1" providerId="LiveId" clId="{049A3222-CDBA-4E39-B7BD-CAD1354B2092}" dt="2024-03-28T18:01:37.789" v="919"/>
          <pc:sldLayoutMkLst>
            <pc:docMk/>
            <pc:sldMasterMk cId="3561493546" sldId="2147483666"/>
            <pc:sldLayoutMk cId="1425080240" sldId="2147483673"/>
          </pc:sldLayoutMkLst>
        </pc:sldLayoutChg>
        <pc:sldLayoutChg chg="addSp">
          <pc:chgData name="Tim Warner" userId="1d9b2d89684621c1" providerId="LiveId" clId="{049A3222-CDBA-4E39-B7BD-CAD1354B2092}" dt="2024-03-28T18:01:37.789" v="919"/>
          <pc:sldLayoutMkLst>
            <pc:docMk/>
            <pc:sldMasterMk cId="3561493546" sldId="2147483666"/>
            <pc:sldLayoutMk cId="2395301852" sldId="2147483674"/>
          </pc:sldLayoutMkLst>
        </pc:sldLayoutChg>
        <pc:sldLayoutChg chg="addSp">
          <pc:chgData name="Tim Warner" userId="1d9b2d89684621c1" providerId="LiveId" clId="{049A3222-CDBA-4E39-B7BD-CAD1354B2092}" dt="2024-03-28T18:01:37.789" v="919"/>
          <pc:sldLayoutMkLst>
            <pc:docMk/>
            <pc:sldMasterMk cId="3561493546" sldId="2147483666"/>
            <pc:sldLayoutMk cId="146116765" sldId="2147483675"/>
          </pc:sldLayoutMkLst>
        </pc:sldLayoutChg>
      </pc:sldMasterChg>
      <pc:sldMasterChg chg="addSp modSldLayout">
        <pc:chgData name="Tim Warner" userId="1d9b2d89684621c1" providerId="LiveId" clId="{049A3222-CDBA-4E39-B7BD-CAD1354B2092}" dt="2024-03-28T18:02:01.089" v="920"/>
        <pc:sldMasterMkLst>
          <pc:docMk/>
          <pc:sldMasterMk cId="1213487532" sldId="2147483676"/>
        </pc:sldMasterMkLst>
        <pc:sldLayoutChg chg="addSp">
          <pc:chgData name="Tim Warner" userId="1d9b2d89684621c1" providerId="LiveId" clId="{049A3222-CDBA-4E39-B7BD-CAD1354B2092}" dt="2024-03-28T18:02:01.089" v="920"/>
          <pc:sldLayoutMkLst>
            <pc:docMk/>
            <pc:sldMasterMk cId="1213487532" sldId="2147483676"/>
            <pc:sldLayoutMk cId="201298863" sldId="2147483677"/>
          </pc:sldLayoutMkLst>
        </pc:sldLayoutChg>
        <pc:sldLayoutChg chg="addSp">
          <pc:chgData name="Tim Warner" userId="1d9b2d89684621c1" providerId="LiveId" clId="{049A3222-CDBA-4E39-B7BD-CAD1354B2092}" dt="2024-03-28T18:02:01.089" v="920"/>
          <pc:sldLayoutMkLst>
            <pc:docMk/>
            <pc:sldMasterMk cId="1213487532" sldId="2147483676"/>
            <pc:sldLayoutMk cId="835686182" sldId="2147483678"/>
          </pc:sldLayoutMkLst>
        </pc:sldLayoutChg>
        <pc:sldLayoutChg chg="addSp">
          <pc:chgData name="Tim Warner" userId="1d9b2d89684621c1" providerId="LiveId" clId="{049A3222-CDBA-4E39-B7BD-CAD1354B2092}" dt="2024-03-28T18:02:01.089" v="920"/>
          <pc:sldLayoutMkLst>
            <pc:docMk/>
            <pc:sldMasterMk cId="1213487532" sldId="2147483676"/>
            <pc:sldLayoutMk cId="974189448" sldId="2147483679"/>
          </pc:sldLayoutMkLst>
        </pc:sldLayoutChg>
        <pc:sldLayoutChg chg="addSp">
          <pc:chgData name="Tim Warner" userId="1d9b2d89684621c1" providerId="LiveId" clId="{049A3222-CDBA-4E39-B7BD-CAD1354B2092}" dt="2024-03-28T18:02:01.089" v="920"/>
          <pc:sldLayoutMkLst>
            <pc:docMk/>
            <pc:sldMasterMk cId="1213487532" sldId="2147483676"/>
            <pc:sldLayoutMk cId="3002776102" sldId="2147483680"/>
          </pc:sldLayoutMkLst>
        </pc:sldLayoutChg>
        <pc:sldLayoutChg chg="addSp">
          <pc:chgData name="Tim Warner" userId="1d9b2d89684621c1" providerId="LiveId" clId="{049A3222-CDBA-4E39-B7BD-CAD1354B2092}" dt="2024-03-28T18:02:01.089" v="920"/>
          <pc:sldLayoutMkLst>
            <pc:docMk/>
            <pc:sldMasterMk cId="1213487532" sldId="2147483676"/>
            <pc:sldLayoutMk cId="3123423124" sldId="2147483681"/>
          </pc:sldLayoutMkLst>
        </pc:sldLayoutChg>
        <pc:sldLayoutChg chg="addSp">
          <pc:chgData name="Tim Warner" userId="1d9b2d89684621c1" providerId="LiveId" clId="{049A3222-CDBA-4E39-B7BD-CAD1354B2092}" dt="2024-03-28T18:02:01.089" v="920"/>
          <pc:sldLayoutMkLst>
            <pc:docMk/>
            <pc:sldMasterMk cId="1213487532" sldId="2147483676"/>
            <pc:sldLayoutMk cId="1563496081" sldId="2147483682"/>
          </pc:sldLayoutMkLst>
        </pc:sldLayoutChg>
        <pc:sldLayoutChg chg="addSp">
          <pc:chgData name="Tim Warner" userId="1d9b2d89684621c1" providerId="LiveId" clId="{049A3222-CDBA-4E39-B7BD-CAD1354B2092}" dt="2024-03-28T18:02:01.089" v="920"/>
          <pc:sldLayoutMkLst>
            <pc:docMk/>
            <pc:sldMasterMk cId="1213487532" sldId="2147483676"/>
            <pc:sldLayoutMk cId="1234905106" sldId="2147483683"/>
          </pc:sldLayoutMkLst>
        </pc:sldLayoutChg>
        <pc:sldLayoutChg chg="addSp">
          <pc:chgData name="Tim Warner" userId="1d9b2d89684621c1" providerId="LiveId" clId="{049A3222-CDBA-4E39-B7BD-CAD1354B2092}" dt="2024-03-28T18:02:01.089" v="920"/>
          <pc:sldLayoutMkLst>
            <pc:docMk/>
            <pc:sldMasterMk cId="1213487532" sldId="2147483676"/>
            <pc:sldLayoutMk cId="3533376440" sldId="2147483684"/>
          </pc:sldLayoutMkLst>
        </pc:sldLayoutChg>
        <pc:sldLayoutChg chg="addSp">
          <pc:chgData name="Tim Warner" userId="1d9b2d89684621c1" providerId="LiveId" clId="{049A3222-CDBA-4E39-B7BD-CAD1354B2092}" dt="2024-03-28T18:02:01.089" v="920"/>
          <pc:sldLayoutMkLst>
            <pc:docMk/>
            <pc:sldMasterMk cId="1213487532" sldId="2147483676"/>
            <pc:sldLayoutMk cId="2581220670" sldId="2147483685"/>
          </pc:sldLayoutMkLst>
        </pc:sldLayoutChg>
      </pc:sldMasterChg>
      <pc:sldMasterChg chg="addSp modSldLayout">
        <pc:chgData name="Tim Warner" userId="1d9b2d89684621c1" providerId="LiveId" clId="{049A3222-CDBA-4E39-B7BD-CAD1354B2092}" dt="2024-03-28T18:02:52.272" v="921"/>
        <pc:sldMasterMkLst>
          <pc:docMk/>
          <pc:sldMasterMk cId="1891518489" sldId="2147483686"/>
        </pc:sldMasterMkLst>
        <pc:sldLayoutChg chg="addSp">
          <pc:chgData name="Tim Warner" userId="1d9b2d89684621c1" providerId="LiveId" clId="{049A3222-CDBA-4E39-B7BD-CAD1354B2092}" dt="2024-03-28T18:02:52.272" v="921"/>
          <pc:sldLayoutMkLst>
            <pc:docMk/>
            <pc:sldMasterMk cId="1891518489" sldId="2147483686"/>
            <pc:sldLayoutMk cId="1853577793" sldId="2147483687"/>
          </pc:sldLayoutMkLst>
        </pc:sldLayoutChg>
        <pc:sldLayoutChg chg="addSp">
          <pc:chgData name="Tim Warner" userId="1d9b2d89684621c1" providerId="LiveId" clId="{049A3222-CDBA-4E39-B7BD-CAD1354B2092}" dt="2024-03-28T18:02:52.272" v="921"/>
          <pc:sldLayoutMkLst>
            <pc:docMk/>
            <pc:sldMasterMk cId="1891518489" sldId="2147483686"/>
            <pc:sldLayoutMk cId="487866842" sldId="2147483688"/>
          </pc:sldLayoutMkLst>
        </pc:sldLayoutChg>
        <pc:sldLayoutChg chg="addSp">
          <pc:chgData name="Tim Warner" userId="1d9b2d89684621c1" providerId="LiveId" clId="{049A3222-CDBA-4E39-B7BD-CAD1354B2092}" dt="2024-03-28T18:02:52.272" v="921"/>
          <pc:sldLayoutMkLst>
            <pc:docMk/>
            <pc:sldMasterMk cId="1891518489" sldId="2147483686"/>
            <pc:sldLayoutMk cId="435833829" sldId="2147483689"/>
          </pc:sldLayoutMkLst>
        </pc:sldLayoutChg>
        <pc:sldLayoutChg chg="addSp">
          <pc:chgData name="Tim Warner" userId="1d9b2d89684621c1" providerId="LiveId" clId="{049A3222-CDBA-4E39-B7BD-CAD1354B2092}" dt="2024-03-28T18:02:52.272" v="921"/>
          <pc:sldLayoutMkLst>
            <pc:docMk/>
            <pc:sldMasterMk cId="1891518489" sldId="2147483686"/>
            <pc:sldLayoutMk cId="2721234625" sldId="2147483690"/>
          </pc:sldLayoutMkLst>
        </pc:sldLayoutChg>
        <pc:sldLayoutChg chg="addSp">
          <pc:chgData name="Tim Warner" userId="1d9b2d89684621c1" providerId="LiveId" clId="{049A3222-CDBA-4E39-B7BD-CAD1354B2092}" dt="2024-03-28T18:02:52.272" v="921"/>
          <pc:sldLayoutMkLst>
            <pc:docMk/>
            <pc:sldMasterMk cId="1891518489" sldId="2147483686"/>
            <pc:sldLayoutMk cId="271201559" sldId="2147483691"/>
          </pc:sldLayoutMkLst>
        </pc:sldLayoutChg>
        <pc:sldLayoutChg chg="addSp">
          <pc:chgData name="Tim Warner" userId="1d9b2d89684621c1" providerId="LiveId" clId="{049A3222-CDBA-4E39-B7BD-CAD1354B2092}" dt="2024-03-28T18:02:52.272" v="921"/>
          <pc:sldLayoutMkLst>
            <pc:docMk/>
            <pc:sldMasterMk cId="1891518489" sldId="2147483686"/>
            <pc:sldLayoutMk cId="3099102027" sldId="2147483692"/>
          </pc:sldLayoutMkLst>
        </pc:sldLayoutChg>
        <pc:sldLayoutChg chg="addSp">
          <pc:chgData name="Tim Warner" userId="1d9b2d89684621c1" providerId="LiveId" clId="{049A3222-CDBA-4E39-B7BD-CAD1354B2092}" dt="2024-03-28T18:02:52.272" v="921"/>
          <pc:sldLayoutMkLst>
            <pc:docMk/>
            <pc:sldMasterMk cId="1891518489" sldId="2147483686"/>
            <pc:sldLayoutMk cId="3922228819" sldId="2147483693"/>
          </pc:sldLayoutMkLst>
        </pc:sldLayoutChg>
        <pc:sldLayoutChg chg="addSp">
          <pc:chgData name="Tim Warner" userId="1d9b2d89684621c1" providerId="LiveId" clId="{049A3222-CDBA-4E39-B7BD-CAD1354B2092}" dt="2024-03-28T18:02:52.272" v="921"/>
          <pc:sldLayoutMkLst>
            <pc:docMk/>
            <pc:sldMasterMk cId="1891518489" sldId="2147483686"/>
            <pc:sldLayoutMk cId="4172994892" sldId="2147483694"/>
          </pc:sldLayoutMkLst>
        </pc:sldLayoutChg>
        <pc:sldLayoutChg chg="addSp">
          <pc:chgData name="Tim Warner" userId="1d9b2d89684621c1" providerId="LiveId" clId="{049A3222-CDBA-4E39-B7BD-CAD1354B2092}" dt="2024-03-28T18:02:52.272" v="921"/>
          <pc:sldLayoutMkLst>
            <pc:docMk/>
            <pc:sldMasterMk cId="1891518489" sldId="2147483686"/>
            <pc:sldLayoutMk cId="1880789326" sldId="2147483695"/>
          </pc:sldLayoutMkLst>
        </pc:sldLayoutChg>
      </pc:sldMasterChg>
      <pc:sldMasterChg chg="addSp modSldLayout">
        <pc:chgData name="Tim Warner" userId="1d9b2d89684621c1" providerId="LiveId" clId="{049A3222-CDBA-4E39-B7BD-CAD1354B2092}" dt="2024-03-28T18:03:16.114" v="922"/>
        <pc:sldMasterMkLst>
          <pc:docMk/>
          <pc:sldMasterMk cId="2798786579" sldId="2147483696"/>
        </pc:sldMasterMkLst>
        <pc:sldLayoutChg chg="addSp">
          <pc:chgData name="Tim Warner" userId="1d9b2d89684621c1" providerId="LiveId" clId="{049A3222-CDBA-4E39-B7BD-CAD1354B2092}" dt="2024-03-28T18:03:16.114" v="922"/>
          <pc:sldLayoutMkLst>
            <pc:docMk/>
            <pc:sldMasterMk cId="2798786579" sldId="2147483696"/>
            <pc:sldLayoutMk cId="264481297" sldId="2147483697"/>
          </pc:sldLayoutMkLst>
        </pc:sldLayoutChg>
        <pc:sldLayoutChg chg="addSp">
          <pc:chgData name="Tim Warner" userId="1d9b2d89684621c1" providerId="LiveId" clId="{049A3222-CDBA-4E39-B7BD-CAD1354B2092}" dt="2024-03-28T18:03:16.114" v="922"/>
          <pc:sldLayoutMkLst>
            <pc:docMk/>
            <pc:sldMasterMk cId="2798786579" sldId="2147483696"/>
            <pc:sldLayoutMk cId="2385385372" sldId="2147483698"/>
          </pc:sldLayoutMkLst>
        </pc:sldLayoutChg>
        <pc:sldLayoutChg chg="addSp">
          <pc:chgData name="Tim Warner" userId="1d9b2d89684621c1" providerId="LiveId" clId="{049A3222-CDBA-4E39-B7BD-CAD1354B2092}" dt="2024-03-28T18:03:16.114" v="922"/>
          <pc:sldLayoutMkLst>
            <pc:docMk/>
            <pc:sldMasterMk cId="2798786579" sldId="2147483696"/>
            <pc:sldLayoutMk cId="948486234" sldId="2147483699"/>
          </pc:sldLayoutMkLst>
        </pc:sldLayoutChg>
        <pc:sldLayoutChg chg="addSp">
          <pc:chgData name="Tim Warner" userId="1d9b2d89684621c1" providerId="LiveId" clId="{049A3222-CDBA-4E39-B7BD-CAD1354B2092}" dt="2024-03-28T18:03:16.114" v="922"/>
          <pc:sldLayoutMkLst>
            <pc:docMk/>
            <pc:sldMasterMk cId="2798786579" sldId="2147483696"/>
            <pc:sldLayoutMk cId="3044878592" sldId="2147483700"/>
          </pc:sldLayoutMkLst>
        </pc:sldLayoutChg>
        <pc:sldLayoutChg chg="addSp">
          <pc:chgData name="Tim Warner" userId="1d9b2d89684621c1" providerId="LiveId" clId="{049A3222-CDBA-4E39-B7BD-CAD1354B2092}" dt="2024-03-28T18:03:16.114" v="922"/>
          <pc:sldLayoutMkLst>
            <pc:docMk/>
            <pc:sldMasterMk cId="2798786579" sldId="2147483696"/>
            <pc:sldLayoutMk cId="3463076090" sldId="2147483701"/>
          </pc:sldLayoutMkLst>
        </pc:sldLayoutChg>
        <pc:sldLayoutChg chg="addSp">
          <pc:chgData name="Tim Warner" userId="1d9b2d89684621c1" providerId="LiveId" clId="{049A3222-CDBA-4E39-B7BD-CAD1354B2092}" dt="2024-03-28T18:03:16.114" v="922"/>
          <pc:sldLayoutMkLst>
            <pc:docMk/>
            <pc:sldMasterMk cId="2798786579" sldId="2147483696"/>
            <pc:sldLayoutMk cId="604207005" sldId="2147483702"/>
          </pc:sldLayoutMkLst>
        </pc:sldLayoutChg>
        <pc:sldLayoutChg chg="addSp">
          <pc:chgData name="Tim Warner" userId="1d9b2d89684621c1" providerId="LiveId" clId="{049A3222-CDBA-4E39-B7BD-CAD1354B2092}" dt="2024-03-28T18:03:16.114" v="922"/>
          <pc:sldLayoutMkLst>
            <pc:docMk/>
            <pc:sldMasterMk cId="2798786579" sldId="2147483696"/>
            <pc:sldLayoutMk cId="1728566151" sldId="2147483703"/>
          </pc:sldLayoutMkLst>
        </pc:sldLayoutChg>
        <pc:sldLayoutChg chg="addSp">
          <pc:chgData name="Tim Warner" userId="1d9b2d89684621c1" providerId="LiveId" clId="{049A3222-CDBA-4E39-B7BD-CAD1354B2092}" dt="2024-03-28T18:03:16.114" v="922"/>
          <pc:sldLayoutMkLst>
            <pc:docMk/>
            <pc:sldMasterMk cId="2798786579" sldId="2147483696"/>
            <pc:sldLayoutMk cId="3579316738" sldId="2147483704"/>
          </pc:sldLayoutMkLst>
        </pc:sldLayoutChg>
        <pc:sldLayoutChg chg="addSp">
          <pc:chgData name="Tim Warner" userId="1d9b2d89684621c1" providerId="LiveId" clId="{049A3222-CDBA-4E39-B7BD-CAD1354B2092}" dt="2024-03-28T18:03:16.114" v="922"/>
          <pc:sldLayoutMkLst>
            <pc:docMk/>
            <pc:sldMasterMk cId="2798786579" sldId="2147483696"/>
            <pc:sldLayoutMk cId="1820708096" sldId="2147483705"/>
          </pc:sldLayoutMkLst>
        </pc:sldLayoutChg>
      </pc:sldMasterChg>
    </pc:docChg>
  </pc:docChgLst>
  <pc:docChgLst>
    <pc:chgData name="Tim Warner" userId="1d9b2d89684621c1" providerId="LiveId" clId="{53524EDE-485A-47DD-9453-A419D6719EBE}"/>
    <pc:docChg chg="addSld delSld modSld">
      <pc:chgData name="Tim Warner" userId="1d9b2d89684621c1" providerId="LiveId" clId="{53524EDE-485A-47DD-9453-A419D6719EBE}" dt="2024-04-10T22:18:06.398" v="115" actId="20577"/>
      <pc:docMkLst>
        <pc:docMk/>
      </pc:docMkLst>
      <pc:sldChg chg="modSp mod modAnim">
        <pc:chgData name="Tim Warner" userId="1d9b2d89684621c1" providerId="LiveId" clId="{53524EDE-485A-47DD-9453-A419D6719EBE}" dt="2024-04-10T18:02:34.574" v="7" actId="20577"/>
        <pc:sldMkLst>
          <pc:docMk/>
          <pc:sldMk cId="921485155" sldId="286"/>
        </pc:sldMkLst>
      </pc:sldChg>
      <pc:sldChg chg="modSp mod">
        <pc:chgData name="Tim Warner" userId="1d9b2d89684621c1" providerId="LiveId" clId="{53524EDE-485A-47DD-9453-A419D6719EBE}" dt="2024-04-10T21:58:37.087" v="104" actId="20577"/>
        <pc:sldMkLst>
          <pc:docMk/>
          <pc:sldMk cId="378133628" sldId="302"/>
        </pc:sldMkLst>
      </pc:sldChg>
      <pc:sldChg chg="del">
        <pc:chgData name="Tim Warner" userId="1d9b2d89684621c1" providerId="LiveId" clId="{53524EDE-485A-47DD-9453-A419D6719EBE}" dt="2024-04-10T18:23:53.330" v="94" actId="2696"/>
        <pc:sldMkLst>
          <pc:docMk/>
          <pc:sldMk cId="157688393" sldId="311"/>
        </pc:sldMkLst>
      </pc:sldChg>
      <pc:sldChg chg="modSp mod modAnim">
        <pc:chgData name="Tim Warner" userId="1d9b2d89684621c1" providerId="LiveId" clId="{53524EDE-485A-47DD-9453-A419D6719EBE}" dt="2024-04-10T18:03:09.531" v="13" actId="20577"/>
        <pc:sldMkLst>
          <pc:docMk/>
          <pc:sldMk cId="2714711897" sldId="313"/>
        </pc:sldMkLst>
      </pc:sldChg>
      <pc:sldChg chg="modSp mod modAnim">
        <pc:chgData name="Tim Warner" userId="1d9b2d89684621c1" providerId="LiveId" clId="{53524EDE-485A-47DD-9453-A419D6719EBE}" dt="2024-04-10T22:18:01.139" v="114" actId="20577"/>
        <pc:sldMkLst>
          <pc:docMk/>
          <pc:sldMk cId="3757843041" sldId="315"/>
        </pc:sldMkLst>
      </pc:sldChg>
      <pc:sldChg chg="modSp mod modAnim">
        <pc:chgData name="Tim Warner" userId="1d9b2d89684621c1" providerId="LiveId" clId="{53524EDE-485A-47DD-9453-A419D6719EBE}" dt="2024-04-10T22:18:06.398" v="115" actId="20577"/>
        <pc:sldMkLst>
          <pc:docMk/>
          <pc:sldMk cId="3196191762" sldId="317"/>
        </pc:sldMkLst>
      </pc:sldChg>
      <pc:sldChg chg="modSp mod modAnim">
        <pc:chgData name="Tim Warner" userId="1d9b2d89684621c1" providerId="LiveId" clId="{53524EDE-485A-47DD-9453-A419D6719EBE}" dt="2024-04-10T22:17:25.589" v="110" actId="20577"/>
        <pc:sldMkLst>
          <pc:docMk/>
          <pc:sldMk cId="1902191890" sldId="319"/>
        </pc:sldMkLst>
      </pc:sldChg>
      <pc:sldChg chg="modSp mod modAnim">
        <pc:chgData name="Tim Warner" userId="1d9b2d89684621c1" providerId="LiveId" clId="{53524EDE-485A-47DD-9453-A419D6719EBE}" dt="2024-04-10T22:16:41.357" v="106" actId="20577"/>
        <pc:sldMkLst>
          <pc:docMk/>
          <pc:sldMk cId="2142833354" sldId="321"/>
        </pc:sldMkLst>
      </pc:sldChg>
      <pc:sldChg chg="modSp add mod modAnim">
        <pc:chgData name="Tim Warner" userId="1d9b2d89684621c1" providerId="LiveId" clId="{53524EDE-485A-47DD-9453-A419D6719EBE}" dt="2024-04-10T18:23:45.959" v="93" actId="14100"/>
        <pc:sldMkLst>
          <pc:docMk/>
          <pc:sldMk cId="1576907163" sldId="322"/>
        </pc:sldMkLst>
      </pc:sldChg>
    </pc:docChg>
  </pc:docChgLst>
  <pc:docChgLst>
    <pc:chgData name="Tim Warner" userId="1d9b2d89684621c1" providerId="LiveId" clId="{D3B804F1-31BB-4684-80BA-7BDCF2BE2A5E}"/>
    <pc:docChg chg="modSld">
      <pc:chgData name="Tim Warner" userId="1d9b2d89684621c1" providerId="LiveId" clId="{D3B804F1-31BB-4684-80BA-7BDCF2BE2A5E}" dt="2025-06-24T20:46:52.963" v="42"/>
      <pc:docMkLst>
        <pc:docMk/>
      </pc:docMkLst>
      <pc:sldChg chg="modSp mod">
        <pc:chgData name="Tim Warner" userId="1d9b2d89684621c1" providerId="LiveId" clId="{D3B804F1-31BB-4684-80BA-7BDCF2BE2A5E}" dt="2025-06-24T20:46:30.047" v="39" actId="14100"/>
        <pc:sldMkLst>
          <pc:docMk/>
          <pc:sldMk cId="2539485740" sldId="292"/>
        </pc:sldMkLst>
      </pc:sldChg>
      <pc:sldChg chg="modSp mod">
        <pc:chgData name="Tim Warner" userId="1d9b2d89684621c1" providerId="LiveId" clId="{D3B804F1-31BB-4684-80BA-7BDCF2BE2A5E}" dt="2025-06-24T20:46:38.978" v="40"/>
        <pc:sldMkLst>
          <pc:docMk/>
          <pc:sldMk cId="486668636" sldId="293"/>
        </pc:sldMkLst>
      </pc:sldChg>
      <pc:sldChg chg="modSp mod">
        <pc:chgData name="Tim Warner" userId="1d9b2d89684621c1" providerId="LiveId" clId="{D3B804F1-31BB-4684-80BA-7BDCF2BE2A5E}" dt="2025-06-24T20:46:46.059" v="41"/>
        <pc:sldMkLst>
          <pc:docMk/>
          <pc:sldMk cId="1829040019" sldId="343"/>
        </pc:sldMkLst>
      </pc:sldChg>
      <pc:sldChg chg="modSp mod">
        <pc:chgData name="Tim Warner" userId="1d9b2d89684621c1" providerId="LiveId" clId="{D3B804F1-31BB-4684-80BA-7BDCF2BE2A5E}" dt="2025-06-24T20:46:52.963" v="42"/>
        <pc:sldMkLst>
          <pc:docMk/>
          <pc:sldMk cId="947907938" sldId="346"/>
        </pc:sldMkLst>
      </pc:sldChg>
    </pc:docChg>
  </pc:docChgLst>
  <pc:docChgLst>
    <pc:chgData name="Tim Warner" userId="1d9b2d89684621c1" providerId="LiveId" clId="{B1B2B705-BD15-412D-9DA8-12406026DBB8}"/>
    <pc:docChg chg="custSel addSld modSld">
      <pc:chgData name="Tim Warner" userId="1d9b2d89684621c1" providerId="LiveId" clId="{B1B2B705-BD15-412D-9DA8-12406026DBB8}" dt="2025-08-22T15:29:04.808" v="257" actId="20577"/>
      <pc:docMkLst>
        <pc:docMk/>
      </pc:docMkLst>
      <pc:sldChg chg="modSp mod">
        <pc:chgData name="Tim Warner" userId="1d9b2d89684621c1" providerId="LiveId" clId="{B1B2B705-BD15-412D-9DA8-12406026DBB8}" dt="2025-08-21T16:39:24.636" v="3" actId="1076"/>
        <pc:sldMkLst>
          <pc:docMk/>
          <pc:sldMk cId="2539485740" sldId="292"/>
        </pc:sldMkLst>
      </pc:sldChg>
      <pc:sldChg chg="modSp mod">
        <pc:chgData name="Tim Warner" userId="1d9b2d89684621c1" providerId="LiveId" clId="{B1B2B705-BD15-412D-9DA8-12406026DBB8}" dt="2025-08-21T16:39:35.931" v="6" actId="20577"/>
        <pc:sldMkLst>
          <pc:docMk/>
          <pc:sldMk cId="486668636" sldId="293"/>
        </pc:sldMkLst>
      </pc:sldChg>
      <pc:sldChg chg="modSp mod modAnim">
        <pc:chgData name="Tim Warner" userId="1d9b2d89684621c1" providerId="LiveId" clId="{B1B2B705-BD15-412D-9DA8-12406026DBB8}" dt="2025-08-22T15:26:54.285" v="229" actId="20577"/>
        <pc:sldMkLst>
          <pc:docMk/>
          <pc:sldMk cId="4092314469" sldId="331"/>
        </pc:sldMkLst>
      </pc:sldChg>
      <pc:sldChg chg="modSp mod">
        <pc:chgData name="Tim Warner" userId="1d9b2d89684621c1" providerId="LiveId" clId="{B1B2B705-BD15-412D-9DA8-12406026DBB8}" dt="2025-08-21T16:39:38.851" v="7" actId="20577"/>
        <pc:sldMkLst>
          <pc:docMk/>
          <pc:sldMk cId="1829040019" sldId="343"/>
        </pc:sldMkLst>
      </pc:sldChg>
      <pc:sldChg chg="modSp mod">
        <pc:chgData name="Tim Warner" userId="1d9b2d89684621c1" providerId="LiveId" clId="{B1B2B705-BD15-412D-9DA8-12406026DBB8}" dt="2025-08-21T16:39:43.318" v="8" actId="20577"/>
        <pc:sldMkLst>
          <pc:docMk/>
          <pc:sldMk cId="947907938" sldId="346"/>
        </pc:sldMkLst>
      </pc:sldChg>
      <pc:sldChg chg="modSp mod">
        <pc:chgData name="Tim Warner" userId="1d9b2d89684621c1" providerId="LiveId" clId="{B1B2B705-BD15-412D-9DA8-12406026DBB8}" dt="2025-08-21T16:39:46.691" v="9" actId="20577"/>
        <pc:sldMkLst>
          <pc:docMk/>
          <pc:sldMk cId="914007193" sldId="347"/>
        </pc:sldMkLst>
      </pc:sldChg>
      <pc:sldChg chg="modSp mod">
        <pc:chgData name="Tim Warner" userId="1d9b2d89684621c1" providerId="LiveId" clId="{B1B2B705-BD15-412D-9DA8-12406026DBB8}" dt="2025-08-21T16:39:49.372" v="10" actId="20577"/>
        <pc:sldMkLst>
          <pc:docMk/>
          <pc:sldMk cId="1161106545" sldId="348"/>
        </pc:sldMkLst>
      </pc:sldChg>
      <pc:sldChg chg="modSp add mod">
        <pc:chgData name="Tim Warner" userId="1d9b2d89684621c1" providerId="LiveId" clId="{B1B2B705-BD15-412D-9DA8-12406026DBB8}" dt="2025-08-21T16:39:32.425" v="5"/>
        <pc:sldMkLst>
          <pc:docMk/>
          <pc:sldMk cId="3495904916" sldId="349"/>
        </pc:sldMkLst>
      </pc:sldChg>
      <pc:sldChg chg="modSp add mod modAnim">
        <pc:chgData name="Tim Warner" userId="1d9b2d89684621c1" providerId="LiveId" clId="{B1B2B705-BD15-412D-9DA8-12406026DBB8}" dt="2025-08-22T15:21:59.801" v="45" actId="20577"/>
        <pc:sldMkLst>
          <pc:docMk/>
          <pc:sldMk cId="4017507322" sldId="350"/>
        </pc:sldMkLst>
      </pc:sldChg>
      <pc:sldChg chg="modSp add mod modAnim">
        <pc:chgData name="Tim Warner" userId="1d9b2d89684621c1" providerId="LiveId" clId="{B1B2B705-BD15-412D-9DA8-12406026DBB8}" dt="2025-08-22T15:23:15.856" v="105" actId="20577"/>
        <pc:sldMkLst>
          <pc:docMk/>
          <pc:sldMk cId="2550101887" sldId="351"/>
        </pc:sldMkLst>
      </pc:sldChg>
      <pc:sldChg chg="modSp add mod modAnim">
        <pc:chgData name="Tim Warner" userId="1d9b2d89684621c1" providerId="LiveId" clId="{B1B2B705-BD15-412D-9DA8-12406026DBB8}" dt="2025-08-22T15:29:04.808" v="257" actId="20577"/>
        <pc:sldMkLst>
          <pc:docMk/>
          <pc:sldMk cId="126318196" sldId="352"/>
        </pc:sldMkLst>
      </pc:sldChg>
      <pc:sldChg chg="modSp add mod modAnim">
        <pc:chgData name="Tim Warner" userId="1d9b2d89684621c1" providerId="LiveId" clId="{B1B2B705-BD15-412D-9DA8-12406026DBB8}" dt="2025-08-22T15:27:36.720" v="242" actId="404"/>
        <pc:sldMkLst>
          <pc:docMk/>
          <pc:sldMk cId="3722089584" sldId="353"/>
        </pc:sldMkLst>
      </pc:sldChg>
      <pc:sldChg chg="modSp add mod modAnim">
        <pc:chgData name="Tim Warner" userId="1d9b2d89684621c1" providerId="LiveId" clId="{B1B2B705-BD15-412D-9DA8-12406026DBB8}" dt="2025-08-22T15:24:42.185" v="159" actId="20577"/>
        <pc:sldMkLst>
          <pc:docMk/>
          <pc:sldMk cId="3867540283" sldId="354"/>
        </pc:sldMkLst>
      </pc:sldChg>
      <pc:sldChg chg="modSp add mod modAnim">
        <pc:chgData name="Tim Warner" userId="1d9b2d89684621c1" providerId="LiveId" clId="{B1B2B705-BD15-412D-9DA8-12406026DBB8}" dt="2025-08-22T15:22:36.528" v="53" actId="20577"/>
        <pc:sldMkLst>
          <pc:docMk/>
          <pc:sldMk cId="2752259494" sldId="355"/>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D34D36D-3512-6D44-83C8-1A4DB417EA2C}" type="datetimeFigureOut">
              <a:rPr lang="en-US" smtClean="0"/>
              <a:t>Sun, 9/21/2025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63C8BCB-A8D7-074E-AD53-2B9312150B6F}" type="slidenum">
              <a:rPr lang="en-US" smtClean="0"/>
              <a:t>‹#›</a:t>
            </a:fld>
            <a:endParaRPr lang="en-US"/>
          </a:p>
        </p:txBody>
      </p:sp>
    </p:spTree>
    <p:extLst>
      <p:ext uri="{BB962C8B-B14F-4D97-AF65-F5344CB8AC3E}">
        <p14:creationId xmlns:p14="http://schemas.microsoft.com/office/powerpoint/2010/main" val="40183483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credit: Tim + ChatGPT Image Generation</a:t>
            </a:r>
          </a:p>
        </p:txBody>
      </p:sp>
      <p:sp>
        <p:nvSpPr>
          <p:cNvPr id="4" name="Slide Number Placeholder 3"/>
          <p:cNvSpPr>
            <a:spLocks noGrp="1"/>
          </p:cNvSpPr>
          <p:nvPr>
            <p:ph type="sldNum" sz="quarter" idx="5"/>
          </p:nvPr>
        </p:nvSpPr>
        <p:spPr/>
        <p:txBody>
          <a:bodyPr/>
          <a:lstStyle/>
          <a:p>
            <a:fld id="{163C8BCB-A8D7-074E-AD53-2B9312150B6F}" type="slidenum">
              <a:rPr lang="en-US" smtClean="0"/>
              <a:t>2</a:t>
            </a:fld>
            <a:endParaRPr lang="en-US"/>
          </a:p>
        </p:txBody>
      </p:sp>
    </p:spTree>
    <p:extLst>
      <p:ext uri="{BB962C8B-B14F-4D97-AF65-F5344CB8AC3E}">
        <p14:creationId xmlns:p14="http://schemas.microsoft.com/office/powerpoint/2010/main" val="10593588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i="1" dirty="0"/>
              <a:t>In Lessons 1 through 3, we laid the groundwork for domain security.</a:t>
            </a:r>
            <a:endParaRPr lang="en-US" dirty="0"/>
          </a:p>
          <a:p>
            <a:endParaRPr lang="en-US" b="1" dirty="0"/>
          </a:p>
          <a:p>
            <a:r>
              <a:rPr lang="en-US" b="1" dirty="0"/>
              <a:t>Lesson 1:</a:t>
            </a:r>
            <a:r>
              <a:rPr lang="en-US" dirty="0"/>
              <a:t> We hardened the operating system itself — exploit protection, Credential Guard, secured-core features. That’s all about strengthening the box.</a:t>
            </a:r>
          </a:p>
          <a:p>
            <a:endParaRPr lang="en-US" b="1" dirty="0"/>
          </a:p>
          <a:p>
            <a:r>
              <a:rPr lang="en-US" b="1" dirty="0"/>
              <a:t>Lesson 2:</a:t>
            </a:r>
            <a:r>
              <a:rPr lang="en-US" dirty="0"/>
              <a:t> We tackled local accounts and password hygiene — Windows LAPS, fine-grained password policies, and Entra Password Protection. That ensured every account starts with a strong foundation.</a:t>
            </a:r>
          </a:p>
          <a:p>
            <a:endParaRPr lang="en-US" b="1" dirty="0"/>
          </a:p>
          <a:p>
            <a:r>
              <a:rPr lang="en-US" b="1" dirty="0"/>
              <a:t>Lesson 3:</a:t>
            </a:r>
            <a:r>
              <a:rPr lang="en-US" dirty="0"/>
              <a:t> We protected high-value users and branch deployments — using the Protected Users group and Read-Only Domain Controllers to contain credential exposure.</a:t>
            </a:r>
          </a:p>
          <a:p>
            <a:endParaRPr lang="en-US" i="1"/>
          </a:p>
          <a:p>
            <a:r>
              <a:rPr lang="en-US" i="1"/>
              <a:t>Now</a:t>
            </a:r>
            <a:r>
              <a:rPr lang="en-US" i="1" dirty="0"/>
              <a:t>, in Lesson 4, we move from these tactical protections to the strategic plane: enterprise-level Active Directory security.</a:t>
            </a:r>
            <a:r>
              <a:rPr lang="en-US" dirty="0"/>
              <a:t> </a:t>
            </a:r>
          </a:p>
          <a:p>
            <a:endParaRPr lang="en-US" dirty="0"/>
          </a:p>
        </p:txBody>
      </p:sp>
      <p:sp>
        <p:nvSpPr>
          <p:cNvPr id="4" name="Slide Number Placeholder 3"/>
          <p:cNvSpPr>
            <a:spLocks noGrp="1"/>
          </p:cNvSpPr>
          <p:nvPr>
            <p:ph type="sldNum" sz="quarter" idx="5"/>
          </p:nvPr>
        </p:nvSpPr>
        <p:spPr/>
        <p:txBody>
          <a:bodyPr/>
          <a:lstStyle/>
          <a:p>
            <a:fld id="{163C8BCB-A8D7-074E-AD53-2B9312150B6F}" type="slidenum">
              <a:rPr lang="en-US" smtClean="0"/>
              <a:t>4</a:t>
            </a:fld>
            <a:endParaRPr lang="en-US"/>
          </a:p>
        </p:txBody>
      </p:sp>
    </p:spTree>
    <p:extLst>
      <p:ext uri="{BB962C8B-B14F-4D97-AF65-F5344CB8AC3E}">
        <p14:creationId xmlns:p14="http://schemas.microsoft.com/office/powerpoint/2010/main" val="265567528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Slide: Implement enterprise‑grade AuthN and </a:t>
            </a:r>
            <a:r>
              <a:rPr lang="en-US" b="1" dirty="0" err="1"/>
              <a:t>AuthZ</a:t>
            </a:r>
            <a:br>
              <a:rPr lang="en-US" dirty="0"/>
            </a:br>
            <a:r>
              <a:rPr lang="en-US" i="1" dirty="0"/>
              <a:t>Framing:</a:t>
            </a:r>
            <a:r>
              <a:rPr lang="en-US" dirty="0"/>
              <a:t> As organizations scale, identity attacks escalate—implementing robust authentication and authorization (AuthN/</a:t>
            </a:r>
            <a:r>
              <a:rPr lang="en-US" dirty="0" err="1"/>
              <a:t>AuthZ</a:t>
            </a:r>
            <a:r>
              <a:rPr lang="en-US" dirty="0"/>
              <a:t>) is foundational. This slide introduces how to use policy, role, and administrative controls to harden privileged access.</a:t>
            </a:r>
          </a:p>
          <a:p>
            <a:endParaRPr lang="en-US" dirty="0"/>
          </a:p>
          <a:p>
            <a:r>
              <a:rPr lang="en-US" dirty="0"/>
              <a:t>Authentication silos restrict where privileged accounts can log on</a:t>
            </a:r>
          </a:p>
          <a:p>
            <a:r>
              <a:rPr lang="en-US" dirty="0"/>
              <a:t>Use authentication policy silos to group high‑privilege identities and restrict where they can log in (e.g. only from specific hosts or trusted workstations). This limits exposure even if credentials are compromised.</a:t>
            </a:r>
          </a:p>
          <a:p>
            <a:endParaRPr lang="en-US" dirty="0"/>
          </a:p>
          <a:p>
            <a:r>
              <a:rPr lang="en-US" dirty="0"/>
              <a:t>Domain controller access is tightly controlled with policies</a:t>
            </a:r>
          </a:p>
          <a:p>
            <a:r>
              <a:rPr lang="en-US" dirty="0"/>
              <a:t>Apply policies to restrict which accounts can access writable DCs, via console, RDP, or remote management interfaces. Only allow required accounts, and restrict from untrusted networks.</a:t>
            </a:r>
          </a:p>
          <a:p>
            <a:endParaRPr lang="en-US" dirty="0"/>
          </a:p>
          <a:p>
            <a:r>
              <a:rPr lang="en-US" dirty="0"/>
              <a:t>User and admin account options strengthen identity security</a:t>
            </a:r>
          </a:p>
          <a:p>
            <a:r>
              <a:rPr lang="en-US" dirty="0"/>
              <a:t>Use strong password requirements, enforce multi‑factor or smart card authentication, restrict delegation, enforce device compliance etc. to make sure accounts are not the weak link.</a:t>
            </a:r>
          </a:p>
          <a:p>
            <a:endParaRPr lang="en-US" dirty="0"/>
          </a:p>
          <a:p>
            <a:r>
              <a:rPr lang="en-US" dirty="0"/>
              <a:t>Delegation must follow least privilege principles</a:t>
            </a:r>
          </a:p>
          <a:p>
            <a:r>
              <a:rPr lang="en-US" dirty="0"/>
              <a:t>Avoid broad or unconstrained delegation; grant only necessary permissions, scope them tightly, and audit their usage.</a:t>
            </a:r>
          </a:p>
          <a:p>
            <a:endParaRPr lang="en-US" dirty="0"/>
          </a:p>
          <a:p>
            <a:r>
              <a:rPr lang="en-US" dirty="0"/>
              <a:t>Just Enough Administration (JEA) and Just‑in‑Time (JIT) add zero trust controls</a:t>
            </a:r>
          </a:p>
          <a:p>
            <a:r>
              <a:rPr lang="en-US" dirty="0"/>
              <a:t>Use JEA to limit what cmdlets / tasks an operator can perform, and JIT (via PIM or similar) to grant privileged access only when needed and only for a short period.</a:t>
            </a:r>
            <a:br>
              <a:rPr lang="en-US" dirty="0"/>
            </a:br>
            <a:endParaRPr lang="en-US" dirty="0"/>
          </a:p>
          <a:p>
            <a:r>
              <a:rPr lang="en-US" i="1" dirty="0"/>
              <a:t>AZ‑801 Exam Tip:</a:t>
            </a:r>
            <a:r>
              <a:rPr lang="en-US" dirty="0"/>
              <a:t> In scenario questions, always check if the environment meets prerequisites for features like silos, JEA, JIT; often the correct answer is limited by those constraints.</a:t>
            </a:r>
          </a:p>
          <a:p>
            <a:endParaRPr lang="en-US" dirty="0"/>
          </a:p>
        </p:txBody>
      </p:sp>
      <p:sp>
        <p:nvSpPr>
          <p:cNvPr id="4" name="Slide Number Placeholder 3"/>
          <p:cNvSpPr>
            <a:spLocks noGrp="1"/>
          </p:cNvSpPr>
          <p:nvPr>
            <p:ph type="sldNum" sz="quarter" idx="5"/>
          </p:nvPr>
        </p:nvSpPr>
        <p:spPr/>
        <p:txBody>
          <a:bodyPr/>
          <a:lstStyle/>
          <a:p>
            <a:fld id="{163C8BCB-A8D7-074E-AD53-2B9312150B6F}" type="slidenum">
              <a:rPr lang="en-US" smtClean="0"/>
              <a:t>5</a:t>
            </a:fld>
            <a:endParaRPr lang="en-US"/>
          </a:p>
        </p:txBody>
      </p:sp>
    </p:spTree>
    <p:extLst>
      <p:ext uri="{BB962C8B-B14F-4D97-AF65-F5344CB8AC3E}">
        <p14:creationId xmlns:p14="http://schemas.microsoft.com/office/powerpoint/2010/main" val="55219028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i="1" dirty="0"/>
              <a:t>Framing:</a:t>
            </a:r>
            <a:r>
              <a:rPr lang="en-US" dirty="0"/>
              <a:t> Privileged accounts are high‑value targets—isolating them via silos helps reduce where and how they can be misused. These bullets show how silos work in practice.</a:t>
            </a:r>
          </a:p>
          <a:p>
            <a:endParaRPr lang="en-US" dirty="0"/>
          </a:p>
          <a:p>
            <a:r>
              <a:rPr lang="en-US" dirty="0"/>
              <a:t>Create silos for sensitive accounts at </a:t>
            </a:r>
            <a:r>
              <a:rPr lang="en-US" dirty="0" err="1"/>
              <a:t>Fabrikam</a:t>
            </a:r>
            <a:endParaRPr lang="en-US" dirty="0"/>
          </a:p>
          <a:p>
            <a:r>
              <a:rPr lang="en-US" dirty="0"/>
              <a:t>Define a silo for high‑risk accounts (Domain Admins etc.), giving you a group container to which stricter policies can be applied. Helps standardize protection.</a:t>
            </a:r>
          </a:p>
          <a:p>
            <a:endParaRPr lang="en-US" dirty="0"/>
          </a:p>
          <a:p>
            <a:r>
              <a:rPr lang="en-US" dirty="0"/>
              <a:t>Ticket‑granting ticket (TGT) lifetimes limit exposure</a:t>
            </a:r>
          </a:p>
          <a:p>
            <a:r>
              <a:rPr lang="en-US" dirty="0"/>
              <a:t>In a silo, you can reduce the lifetime of the Kerberos TGT (even make non‑renewable) so that credentials, once compromised, are valid only briefly.</a:t>
            </a:r>
          </a:p>
          <a:p>
            <a:endParaRPr lang="en-US" dirty="0"/>
          </a:p>
          <a:p>
            <a:r>
              <a:rPr lang="en-US" dirty="0"/>
              <a:t>Device‑based restrictions enforce trusted authentication sources</a:t>
            </a:r>
          </a:p>
          <a:p>
            <a:r>
              <a:rPr lang="en-US" dirty="0"/>
              <a:t>Require that certain accounts authenticate only from specific devices, or enforce device registration – helps prevent logins from unknown or non‑trusted endpoints.</a:t>
            </a:r>
          </a:p>
          <a:p>
            <a:endParaRPr lang="en-US" dirty="0"/>
          </a:p>
          <a:p>
            <a:r>
              <a:rPr lang="en-US" dirty="0"/>
              <a:t>Silo membership defines where accounts can sign in</a:t>
            </a:r>
          </a:p>
          <a:p>
            <a:r>
              <a:rPr lang="en-US" dirty="0"/>
              <a:t>Membership in the silo determines which accounts are subject to the silo’s restrictions; mapping is critical to avoid unintended permission gaps or lockouts.</a:t>
            </a:r>
          </a:p>
          <a:p>
            <a:endParaRPr lang="en-US" dirty="0"/>
          </a:p>
          <a:p>
            <a:r>
              <a:rPr lang="en-US" dirty="0"/>
              <a:t>Audit logs track violations and suspicious access</a:t>
            </a:r>
          </a:p>
          <a:p>
            <a:r>
              <a:rPr lang="en-US" dirty="0"/>
              <a:t>Enabling audit mode initially (before enforcing) lets you monitor what would happen; review failures, suspicious logins, policy violations to catch early misconfigurations.</a:t>
            </a:r>
            <a:br>
              <a:rPr lang="en-US" dirty="0"/>
            </a:br>
            <a:endParaRPr lang="en-US" dirty="0"/>
          </a:p>
          <a:p>
            <a:r>
              <a:rPr lang="en-US" i="1" dirty="0"/>
              <a:t>AZ‑801 Exam Tip:</a:t>
            </a:r>
            <a:r>
              <a:rPr lang="en-US" dirty="0"/>
              <a:t> If a question mentions “trusted devices,” “non‑renewable TGT,” or “audit mode vs enforce,” think of authentication policy silos; these are often distinguishing features in correct answers.</a:t>
            </a:r>
          </a:p>
          <a:p>
            <a:endParaRPr lang="en-US" dirty="0"/>
          </a:p>
        </p:txBody>
      </p:sp>
      <p:sp>
        <p:nvSpPr>
          <p:cNvPr id="4" name="Slide Number Placeholder 3"/>
          <p:cNvSpPr>
            <a:spLocks noGrp="1"/>
          </p:cNvSpPr>
          <p:nvPr>
            <p:ph type="sldNum" sz="quarter" idx="5"/>
          </p:nvPr>
        </p:nvSpPr>
        <p:spPr/>
        <p:txBody>
          <a:bodyPr/>
          <a:lstStyle/>
          <a:p>
            <a:fld id="{163C8BCB-A8D7-074E-AD53-2B9312150B6F}" type="slidenum">
              <a:rPr lang="en-US" smtClean="0"/>
              <a:t>6</a:t>
            </a:fld>
            <a:endParaRPr lang="en-US"/>
          </a:p>
        </p:txBody>
      </p:sp>
    </p:spTree>
    <p:extLst>
      <p:ext uri="{BB962C8B-B14F-4D97-AF65-F5344CB8AC3E}">
        <p14:creationId xmlns:p14="http://schemas.microsoft.com/office/powerpoint/2010/main" val="39442729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i="1" dirty="0"/>
              <a:t>Framing:</a:t>
            </a:r>
            <a:r>
              <a:rPr lang="en-US" dirty="0"/>
              <a:t> Domain Controllers (DCs) are crown jewels—limiting who can reach them, over what paths, is vital to reducing risk. This slide covers controls around DC access.</a:t>
            </a:r>
          </a:p>
          <a:p>
            <a:endParaRPr lang="en-US" dirty="0"/>
          </a:p>
          <a:p>
            <a:r>
              <a:rPr lang="en-US" dirty="0"/>
              <a:t>“Log on to Domain Controllers” policy enforces least privilege</a:t>
            </a:r>
          </a:p>
          <a:p>
            <a:r>
              <a:rPr lang="en-US" dirty="0"/>
              <a:t>Use this GPO or policy setting to limit which accounts can log on interactively, via desktop/RDP, or locally at a DC. Only absolutely necessary accounts should have that.</a:t>
            </a:r>
          </a:p>
          <a:p>
            <a:endParaRPr lang="en-US" dirty="0"/>
          </a:p>
          <a:p>
            <a:r>
              <a:rPr lang="en-US" dirty="0"/>
              <a:t>IPsec encrypts and authenticates DC communication</a:t>
            </a:r>
          </a:p>
          <a:p>
            <a:r>
              <a:rPr lang="en-US" dirty="0"/>
              <a:t>Enforce IPsec between DCs (and between DCs and required hosts) to ensure DC traffic is both confidential and authentic—especially over network segments that may be less secure.</a:t>
            </a:r>
          </a:p>
          <a:p>
            <a:endParaRPr lang="en-US" dirty="0"/>
          </a:p>
          <a:p>
            <a:r>
              <a:rPr lang="en-US" dirty="0"/>
              <a:t>Selective authentication restricts access across trusts</a:t>
            </a:r>
          </a:p>
          <a:p>
            <a:r>
              <a:rPr lang="en-US" dirty="0"/>
              <a:t>In multiple forest or external trust scenarios, use selective authentication so that only specific accounts from trusted domains/forests can access resources on your DCs.</a:t>
            </a:r>
          </a:p>
          <a:p>
            <a:endParaRPr lang="en-US" dirty="0"/>
          </a:p>
          <a:p>
            <a:r>
              <a:rPr lang="en-US" dirty="0"/>
              <a:t>Network segmentation isolates DCs from general traffic</a:t>
            </a:r>
          </a:p>
          <a:p>
            <a:r>
              <a:rPr lang="en-US" dirty="0"/>
              <a:t>Use VLANs, firewalls, network ACLs to limit which machines/networks can even attempt to reach DCs; reduce attack surface by isolating DCs from unnecessary exposure.</a:t>
            </a:r>
          </a:p>
          <a:p>
            <a:endParaRPr lang="en-US" dirty="0"/>
          </a:p>
          <a:p>
            <a:r>
              <a:rPr lang="en-US" dirty="0"/>
              <a:t>Adventure Works locks down DC console and network paths</a:t>
            </a:r>
          </a:p>
          <a:p>
            <a:r>
              <a:rPr lang="en-US" dirty="0"/>
              <a:t>In your scenario, enforce controlled physical access to DC consoles, require jump hosts for remote access, audit console logons etc.</a:t>
            </a:r>
            <a:br>
              <a:rPr lang="en-US" dirty="0"/>
            </a:br>
            <a:endParaRPr lang="en-US" dirty="0"/>
          </a:p>
          <a:p>
            <a:r>
              <a:rPr lang="en-US" i="1" dirty="0"/>
              <a:t>AZ‑801 Exam Tip:</a:t>
            </a:r>
            <a:r>
              <a:rPr lang="en-US" dirty="0"/>
              <a:t> Look for scenario details about network topology, existing trust relationships, and whether DC communications are over untrusted networks—these details often indicate which access restriction features are needed.</a:t>
            </a:r>
          </a:p>
          <a:p>
            <a:endParaRPr lang="en-US" dirty="0"/>
          </a:p>
        </p:txBody>
      </p:sp>
      <p:sp>
        <p:nvSpPr>
          <p:cNvPr id="4" name="Slide Number Placeholder 3"/>
          <p:cNvSpPr>
            <a:spLocks noGrp="1"/>
          </p:cNvSpPr>
          <p:nvPr>
            <p:ph type="sldNum" sz="quarter" idx="5"/>
          </p:nvPr>
        </p:nvSpPr>
        <p:spPr/>
        <p:txBody>
          <a:bodyPr/>
          <a:lstStyle/>
          <a:p>
            <a:fld id="{163C8BCB-A8D7-074E-AD53-2B9312150B6F}" type="slidenum">
              <a:rPr lang="en-US" smtClean="0"/>
              <a:t>8</a:t>
            </a:fld>
            <a:endParaRPr lang="en-US"/>
          </a:p>
        </p:txBody>
      </p:sp>
    </p:spTree>
    <p:extLst>
      <p:ext uri="{BB962C8B-B14F-4D97-AF65-F5344CB8AC3E}">
        <p14:creationId xmlns:p14="http://schemas.microsoft.com/office/powerpoint/2010/main" val="62961543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i="1" dirty="0"/>
              <a:t>Framing:</a:t>
            </a:r>
            <a:r>
              <a:rPr lang="en-US" dirty="0"/>
              <a:t> User account compromise is still one of the most common attack vectors; tightening user account options helps mitigate brute force, phishing, credential reuse.</a:t>
            </a:r>
          </a:p>
          <a:p>
            <a:endParaRPr lang="en-US" dirty="0"/>
          </a:p>
          <a:p>
            <a:r>
              <a:rPr lang="en-US" dirty="0"/>
              <a:t>Enforce password length, complexity, and history requirements</a:t>
            </a:r>
          </a:p>
          <a:p>
            <a:r>
              <a:rPr lang="en-US" dirty="0"/>
              <a:t>Make sure password policies enforce history so old passwords can’t be reused; require length / character variety to meet strength standards.</a:t>
            </a:r>
          </a:p>
          <a:p>
            <a:endParaRPr lang="en-US" dirty="0"/>
          </a:p>
          <a:p>
            <a:r>
              <a:rPr lang="en-US" dirty="0"/>
              <a:t>Apply account lockout thresholds and durations to stop brute‑force attacks</a:t>
            </a:r>
          </a:p>
          <a:p>
            <a:r>
              <a:rPr lang="en-US" dirty="0"/>
              <a:t>Set thresholds for failed login attempts; durations; ensure lockout reset timers balanced so legitimate users aren’t overly locked out but attackers are throttled.</a:t>
            </a:r>
          </a:p>
          <a:p>
            <a:endParaRPr lang="en-US" dirty="0"/>
          </a:p>
          <a:p>
            <a:r>
              <a:rPr lang="en-US" dirty="0"/>
              <a:t>Configure Kerberos ticket lifetimes and renewal policies for balanced security and usability</a:t>
            </a:r>
          </a:p>
          <a:p>
            <a:r>
              <a:rPr lang="en-US" dirty="0"/>
              <a:t>Shorter lifetimes / renewal helps minimize risk, but too short causes friction — know the defaults and how to modify in AD.</a:t>
            </a:r>
          </a:p>
          <a:p>
            <a:endParaRPr lang="en-US" dirty="0"/>
          </a:p>
          <a:p>
            <a:r>
              <a:rPr lang="en-US" dirty="0"/>
              <a:t>Require smart card or multifactor logon for sensitive non‑admin accounts</a:t>
            </a:r>
          </a:p>
          <a:p>
            <a:r>
              <a:rPr lang="en-US" dirty="0"/>
              <a:t>Some non‑admin accounts (e.g. service operators, help desk, etc.) may be high value; applying second factor or hardware tokens strengthens protection.</a:t>
            </a:r>
          </a:p>
          <a:p>
            <a:endParaRPr lang="en-US" dirty="0"/>
          </a:p>
          <a:p>
            <a:r>
              <a:rPr lang="en-US" dirty="0"/>
              <a:t>Use user rights assignments (e.g., deny local logon, allow logon as a batch job) to control where accounts can sign in</a:t>
            </a:r>
          </a:p>
          <a:p>
            <a:r>
              <a:rPr lang="en-US" dirty="0"/>
              <a:t>Rights assignments in GPO let you deny local logon for many accounts; only allow necessary rights for service or batch jobs. Reducing where accounts can sign‑in reduces attack vectors.</a:t>
            </a:r>
            <a:br>
              <a:rPr lang="en-US" dirty="0"/>
            </a:br>
            <a:endParaRPr lang="en-US" dirty="0"/>
          </a:p>
          <a:p>
            <a:r>
              <a:rPr lang="en-US" i="1" dirty="0"/>
              <a:t>AZ‑801 Exam Tip:</a:t>
            </a:r>
            <a:r>
              <a:rPr lang="en-US" dirty="0"/>
              <a:t> Scenario questions will often include user vs admin accounts; check whether multi‑factor is required, whether non‑admin is sensitive; also check the default Kerberos lifetimes to know whether configuration changes are needed.</a:t>
            </a:r>
          </a:p>
          <a:p>
            <a:endParaRPr lang="en-US" dirty="0"/>
          </a:p>
        </p:txBody>
      </p:sp>
      <p:sp>
        <p:nvSpPr>
          <p:cNvPr id="4" name="Slide Number Placeholder 3"/>
          <p:cNvSpPr>
            <a:spLocks noGrp="1"/>
          </p:cNvSpPr>
          <p:nvPr>
            <p:ph type="sldNum" sz="quarter" idx="5"/>
          </p:nvPr>
        </p:nvSpPr>
        <p:spPr/>
        <p:txBody>
          <a:bodyPr/>
          <a:lstStyle/>
          <a:p>
            <a:fld id="{163C8BCB-A8D7-074E-AD53-2B9312150B6F}" type="slidenum">
              <a:rPr lang="en-US" smtClean="0"/>
              <a:t>10</a:t>
            </a:fld>
            <a:endParaRPr lang="en-US"/>
          </a:p>
        </p:txBody>
      </p:sp>
    </p:spTree>
    <p:extLst>
      <p:ext uri="{BB962C8B-B14F-4D97-AF65-F5344CB8AC3E}">
        <p14:creationId xmlns:p14="http://schemas.microsoft.com/office/powerpoint/2010/main" val="186654969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i="1" dirty="0"/>
              <a:t>Framing:</a:t>
            </a:r>
            <a:r>
              <a:rPr lang="en-US" dirty="0"/>
              <a:t> Built‑in admin groups (like Domain Admins, Enterprise Admins, etc.) are high impact; ensuring their group membership, permissions, and protections are locked down prevents privilege escalation.</a:t>
            </a:r>
          </a:p>
          <a:p>
            <a:endParaRPr lang="en-US" dirty="0"/>
          </a:p>
          <a:p>
            <a:r>
              <a:rPr lang="en-US" dirty="0" err="1"/>
              <a:t>AdminSDHolder</a:t>
            </a:r>
            <a:r>
              <a:rPr lang="en-US" dirty="0"/>
              <a:t> protects sensitive groups from unauthorized changes</a:t>
            </a:r>
          </a:p>
          <a:p>
            <a:r>
              <a:rPr lang="en-US" dirty="0" err="1"/>
              <a:t>AdminSDHolder</a:t>
            </a:r>
            <a:r>
              <a:rPr lang="en-US" dirty="0"/>
              <a:t> defines a template ACL for sensitive groups; manual changes often get reset via </a:t>
            </a:r>
            <a:r>
              <a:rPr lang="en-US" dirty="0" err="1"/>
              <a:t>SDProp</a:t>
            </a:r>
            <a:r>
              <a:rPr lang="en-US" dirty="0"/>
              <a:t> to align with this template. Ensure this is configured correctly.</a:t>
            </a:r>
          </a:p>
          <a:p>
            <a:endParaRPr lang="en-US" dirty="0"/>
          </a:p>
          <a:p>
            <a:r>
              <a:rPr lang="en-US" dirty="0" err="1"/>
              <a:t>SDProp</a:t>
            </a:r>
            <a:r>
              <a:rPr lang="en-US" dirty="0"/>
              <a:t> process reapplies consistent ACLs every 60 minutes</a:t>
            </a:r>
          </a:p>
          <a:p>
            <a:r>
              <a:rPr lang="en-US" dirty="0"/>
              <a:t>The Security Descriptor Propagator (</a:t>
            </a:r>
            <a:r>
              <a:rPr lang="en-US" dirty="0" err="1"/>
              <a:t>SDProp</a:t>
            </a:r>
            <a:r>
              <a:rPr lang="en-US" dirty="0"/>
              <a:t>) ensures that the template is re‑applied regularly, so drift or </a:t>
            </a:r>
            <a:r>
              <a:rPr lang="en-US" dirty="0" err="1"/>
              <a:t>misconfigmitted</a:t>
            </a:r>
            <a:r>
              <a:rPr lang="en-US" dirty="0"/>
              <a:t> ACLs are reset automatically.</a:t>
            </a:r>
          </a:p>
          <a:p>
            <a:endParaRPr lang="en-US" dirty="0"/>
          </a:p>
          <a:p>
            <a:r>
              <a:rPr lang="en-US" dirty="0"/>
              <a:t>Time‑based group membership reduces exposure of privileged roles</a:t>
            </a:r>
          </a:p>
          <a:p>
            <a:r>
              <a:rPr lang="en-US" dirty="0"/>
              <a:t>Rather than keeping accounts permanently in sensitive groups, use timed membership (membership only during needed windows) to reduce risk of long‑standing exposure.</a:t>
            </a:r>
          </a:p>
          <a:p>
            <a:endParaRPr lang="en-US" dirty="0"/>
          </a:p>
          <a:p>
            <a:r>
              <a:rPr lang="en-US" dirty="0"/>
              <a:t>Audit policies track membership changes in real time</a:t>
            </a:r>
          </a:p>
          <a:p>
            <a:r>
              <a:rPr lang="en-US" dirty="0"/>
              <a:t>Enable audit logs so any adds/removes to privileged groups are recorded immediately; use alerts or monitoring to catch unexpected changes.</a:t>
            </a:r>
          </a:p>
          <a:p>
            <a:endParaRPr lang="en-US" dirty="0"/>
          </a:p>
          <a:p>
            <a:r>
              <a:rPr lang="en-US" dirty="0"/>
              <a:t>Tailwind Traders enforces consistent permissions across all admin groups</a:t>
            </a:r>
          </a:p>
          <a:p>
            <a:r>
              <a:rPr lang="en-US" dirty="0"/>
              <a:t>For consistency and security, ensure that all admin groups have standardized rights; avoid “rogue” admin groups or misaligned ACLs that grant more access than expected.</a:t>
            </a:r>
            <a:br>
              <a:rPr lang="en-US" dirty="0"/>
            </a:br>
            <a:endParaRPr lang="en-US" dirty="0"/>
          </a:p>
          <a:p>
            <a:r>
              <a:rPr lang="en-US" i="1" dirty="0"/>
              <a:t>AZ‑801 Exam Tip:</a:t>
            </a:r>
            <a:r>
              <a:rPr lang="en-US" dirty="0"/>
              <a:t> If a scenario describes inconsistent permissions among admin groups or drift, the correct remediation is often group membership/time‑based controls + audit + enforcing </a:t>
            </a:r>
            <a:r>
              <a:rPr lang="en-US" dirty="0" err="1"/>
              <a:t>AdminSDHolder</a:t>
            </a:r>
            <a:r>
              <a:rPr lang="en-US" dirty="0"/>
              <a:t>/</a:t>
            </a:r>
            <a:r>
              <a:rPr lang="en-US" dirty="0" err="1"/>
              <a:t>SDProp</a:t>
            </a:r>
            <a:endParaRPr lang="en-US" dirty="0"/>
          </a:p>
          <a:p>
            <a:endParaRPr lang="en-US" dirty="0"/>
          </a:p>
        </p:txBody>
      </p:sp>
      <p:sp>
        <p:nvSpPr>
          <p:cNvPr id="4" name="Slide Number Placeholder 3"/>
          <p:cNvSpPr>
            <a:spLocks noGrp="1"/>
          </p:cNvSpPr>
          <p:nvPr>
            <p:ph type="sldNum" sz="quarter" idx="5"/>
          </p:nvPr>
        </p:nvSpPr>
        <p:spPr/>
        <p:txBody>
          <a:bodyPr/>
          <a:lstStyle/>
          <a:p>
            <a:fld id="{163C8BCB-A8D7-074E-AD53-2B9312150B6F}" type="slidenum">
              <a:rPr lang="en-US" smtClean="0"/>
              <a:t>12</a:t>
            </a:fld>
            <a:endParaRPr lang="en-US"/>
          </a:p>
        </p:txBody>
      </p:sp>
    </p:spTree>
    <p:extLst>
      <p:ext uri="{BB962C8B-B14F-4D97-AF65-F5344CB8AC3E}">
        <p14:creationId xmlns:p14="http://schemas.microsoft.com/office/powerpoint/2010/main" val="244691821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i="1" dirty="0"/>
              <a:t>Framing:</a:t>
            </a:r>
            <a:r>
              <a:rPr lang="en-US" dirty="0"/>
              <a:t> Delegation controls (how services or accounts can act on behalf of others) are often overlooked but are key risk paths—least privilege delegation limits those paths.</a:t>
            </a:r>
          </a:p>
          <a:p>
            <a:endParaRPr lang="en-US" dirty="0"/>
          </a:p>
          <a:p>
            <a:r>
              <a:rPr lang="en-US" dirty="0"/>
              <a:t>Constrained delegation limits where credentials can flow</a:t>
            </a:r>
          </a:p>
          <a:p>
            <a:r>
              <a:rPr lang="en-US" dirty="0"/>
              <a:t>Use Kerberos constrained delegation to specify which services an account can delegate to; prevents overbroad credential usage.</a:t>
            </a:r>
          </a:p>
          <a:p>
            <a:endParaRPr lang="en-US" dirty="0"/>
          </a:p>
          <a:p>
            <a:r>
              <a:rPr lang="en-US" dirty="0"/>
              <a:t>Resource‑based constrained delegation simplifies trust boundaries</a:t>
            </a:r>
          </a:p>
          <a:p>
            <a:r>
              <a:rPr lang="en-US" dirty="0"/>
              <a:t>This model helps in environments with many trusts — resources define who can delegate credentials to them, helping maintain clearer boundaries.</a:t>
            </a:r>
          </a:p>
          <a:p>
            <a:endParaRPr lang="en-US" dirty="0"/>
          </a:p>
          <a:p>
            <a:r>
              <a:rPr lang="en-US" dirty="0"/>
              <a:t>Protocol transition avoids double‑hop Kerberos issues</a:t>
            </a:r>
          </a:p>
          <a:p>
            <a:r>
              <a:rPr lang="en-US" dirty="0"/>
              <a:t>Using protocol transition (from non‑Kerberos to Kerberos) helps scenarios where credentials cross hops (e.g. web to back‑end), but must be done carefully.</a:t>
            </a:r>
          </a:p>
          <a:p>
            <a:endParaRPr lang="en-US" dirty="0"/>
          </a:p>
          <a:p>
            <a:r>
              <a:rPr lang="en-US" dirty="0"/>
              <a:t>PowerShell audits reveal risky or outdated delegations</a:t>
            </a:r>
          </a:p>
          <a:p>
            <a:r>
              <a:rPr lang="en-US" dirty="0"/>
              <a:t>Regularly review delegated permissions via PowerShell or AD tools to find service accounts or delegation settings that are too permissive or legacy.</a:t>
            </a:r>
          </a:p>
          <a:p>
            <a:endParaRPr lang="en-US" dirty="0"/>
          </a:p>
          <a:p>
            <a:r>
              <a:rPr lang="en-US" dirty="0"/>
              <a:t>Contoso applies delegation only to specific services</a:t>
            </a:r>
          </a:p>
          <a:p>
            <a:r>
              <a:rPr lang="en-US" dirty="0"/>
              <a:t>Example: only allow specific service accounts for specific services rather than blanket delegation; keeps attack surface smaller.</a:t>
            </a:r>
            <a:br>
              <a:rPr lang="en-US" dirty="0"/>
            </a:br>
            <a:endParaRPr lang="en-US" dirty="0"/>
          </a:p>
          <a:p>
            <a:r>
              <a:rPr lang="en-US" i="1" dirty="0"/>
              <a:t>AZ‑801 Exam Tip:</a:t>
            </a:r>
            <a:r>
              <a:rPr lang="en-US" dirty="0"/>
              <a:t> Pay attention in scenarios for terms like “unconstrained delegation” or “delegation across trusts” — these often point to where constrained or resource‑based delegation is required.</a:t>
            </a:r>
          </a:p>
          <a:p>
            <a:endParaRPr lang="en-US" dirty="0"/>
          </a:p>
        </p:txBody>
      </p:sp>
      <p:sp>
        <p:nvSpPr>
          <p:cNvPr id="4" name="Slide Number Placeholder 3"/>
          <p:cNvSpPr>
            <a:spLocks noGrp="1"/>
          </p:cNvSpPr>
          <p:nvPr>
            <p:ph type="sldNum" sz="quarter" idx="5"/>
          </p:nvPr>
        </p:nvSpPr>
        <p:spPr/>
        <p:txBody>
          <a:bodyPr/>
          <a:lstStyle/>
          <a:p>
            <a:fld id="{163C8BCB-A8D7-074E-AD53-2B9312150B6F}" type="slidenum">
              <a:rPr lang="en-US" smtClean="0"/>
              <a:t>14</a:t>
            </a:fld>
            <a:endParaRPr lang="en-US"/>
          </a:p>
        </p:txBody>
      </p:sp>
    </p:spTree>
    <p:extLst>
      <p:ext uri="{BB962C8B-B14F-4D97-AF65-F5344CB8AC3E}">
        <p14:creationId xmlns:p14="http://schemas.microsoft.com/office/powerpoint/2010/main" val="12073135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credit: Tim + Claude AI</a:t>
            </a:r>
          </a:p>
        </p:txBody>
      </p:sp>
      <p:sp>
        <p:nvSpPr>
          <p:cNvPr id="4" name="Slide Number Placeholder 3"/>
          <p:cNvSpPr>
            <a:spLocks noGrp="1"/>
          </p:cNvSpPr>
          <p:nvPr>
            <p:ph type="sldNum" sz="quarter" idx="5"/>
          </p:nvPr>
        </p:nvSpPr>
        <p:spPr/>
        <p:txBody>
          <a:bodyPr/>
          <a:lstStyle/>
          <a:p>
            <a:fld id="{163C8BCB-A8D7-074E-AD53-2B9312150B6F}" type="slidenum">
              <a:rPr lang="en-US" smtClean="0"/>
              <a:t>15</a:t>
            </a:fld>
            <a:endParaRPr lang="en-US"/>
          </a:p>
        </p:txBody>
      </p:sp>
    </p:spTree>
    <p:extLst>
      <p:ext uri="{BB962C8B-B14F-4D97-AF65-F5344CB8AC3E}">
        <p14:creationId xmlns:p14="http://schemas.microsoft.com/office/powerpoint/2010/main" val="414874851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Slide: Implement Just Enough Administration (JEA) and Just‑in‑Time (JIT) privileged access</a:t>
            </a:r>
            <a:br>
              <a:rPr lang="en-US" dirty="0"/>
            </a:br>
            <a:r>
              <a:rPr lang="en-US" i="1" dirty="0"/>
              <a:t>Framing:</a:t>
            </a:r>
            <a:r>
              <a:rPr lang="en-US" dirty="0"/>
              <a:t> Permanent elevated privileges are high risk; JEA and JIT offer ways to limit exposure by granting elevated permissions only when needed, and in a controlled way.</a:t>
            </a:r>
          </a:p>
          <a:p>
            <a:endParaRPr lang="en-US" dirty="0"/>
          </a:p>
          <a:p>
            <a:r>
              <a:rPr lang="en-US" dirty="0"/>
              <a:t>JEA PowerShell endpoints expose only approved cmdlets</a:t>
            </a:r>
          </a:p>
          <a:p>
            <a:r>
              <a:rPr lang="en-US" dirty="0"/>
              <a:t>Create constrained endpoints so that when someone needs admin‑type tasks, they only have access to safe, pre‑approved commands, rather than full admin shell.</a:t>
            </a:r>
          </a:p>
          <a:p>
            <a:endParaRPr lang="en-US" dirty="0"/>
          </a:p>
          <a:p>
            <a:r>
              <a:rPr lang="en-US" dirty="0"/>
              <a:t>Session configurations restrict the admin runtime environment</a:t>
            </a:r>
          </a:p>
          <a:p>
            <a:r>
              <a:rPr lang="en-US" dirty="0"/>
              <a:t>Limit what features or modules are available during elevated sessions; restrict interactive access; remove risky features; log session activity.</a:t>
            </a:r>
          </a:p>
          <a:p>
            <a:endParaRPr lang="en-US" dirty="0"/>
          </a:p>
          <a:p>
            <a:r>
              <a:rPr lang="en-US" dirty="0"/>
              <a:t>Role capabilities define what operators can do</a:t>
            </a:r>
          </a:p>
          <a:p>
            <a:r>
              <a:rPr lang="en-US" dirty="0"/>
              <a:t>Define specific operator roles (with limited permissions) rather than giving full admin rights. Helps implement least privilege.</a:t>
            </a:r>
          </a:p>
          <a:p>
            <a:endParaRPr lang="en-US" dirty="0"/>
          </a:p>
          <a:p>
            <a:r>
              <a:rPr lang="en-US" dirty="0"/>
              <a:t>Microsoft Entra Privileged Identity Management provides JIT elevation</a:t>
            </a:r>
          </a:p>
          <a:p>
            <a:r>
              <a:rPr lang="en-US" dirty="0"/>
              <a:t>Use PIM to time‑box elevated access, require requests/approvals, and ensure that rights are not continuously active.</a:t>
            </a:r>
          </a:p>
          <a:p>
            <a:endParaRPr lang="en-US" dirty="0"/>
          </a:p>
          <a:p>
            <a:r>
              <a:rPr lang="en-US" dirty="0" err="1"/>
              <a:t>Fabrikam</a:t>
            </a:r>
            <a:r>
              <a:rPr lang="en-US" dirty="0"/>
              <a:t> enforces time‑boxed, auditable admin sessions</a:t>
            </a:r>
          </a:p>
          <a:p>
            <a:r>
              <a:rPr lang="en-US" dirty="0"/>
              <a:t>In your scenario, ensure elevation sessions automatically expire and actions are logged and auditable.</a:t>
            </a:r>
            <a:br>
              <a:rPr lang="en-US" dirty="0"/>
            </a:br>
            <a:endParaRPr lang="en-US" dirty="0"/>
          </a:p>
          <a:p>
            <a:r>
              <a:rPr lang="en-US" i="1" dirty="0"/>
              <a:t>AZ‑801 Exam Tip:</a:t>
            </a:r>
            <a:r>
              <a:rPr lang="en-US" dirty="0"/>
              <a:t> When a question describes a scenario with requirement for “minimal persistent privileges”, “auditable sessions”, or “just‑in‑time”, options like JEA, JIT or PIM are often the correct choice — but check whether prerequisites are satisfied.</a:t>
            </a:r>
          </a:p>
          <a:p>
            <a:endParaRPr lang="en-US" dirty="0"/>
          </a:p>
        </p:txBody>
      </p:sp>
      <p:sp>
        <p:nvSpPr>
          <p:cNvPr id="4" name="Slide Number Placeholder 3"/>
          <p:cNvSpPr>
            <a:spLocks noGrp="1"/>
          </p:cNvSpPr>
          <p:nvPr>
            <p:ph type="sldNum" sz="quarter" idx="5"/>
          </p:nvPr>
        </p:nvSpPr>
        <p:spPr/>
        <p:txBody>
          <a:bodyPr/>
          <a:lstStyle/>
          <a:p>
            <a:fld id="{163C8BCB-A8D7-074E-AD53-2B9312150B6F}" type="slidenum">
              <a:rPr lang="en-US" smtClean="0"/>
              <a:t>17</a:t>
            </a:fld>
            <a:endParaRPr lang="en-US"/>
          </a:p>
        </p:txBody>
      </p:sp>
    </p:spTree>
    <p:extLst>
      <p:ext uri="{BB962C8B-B14F-4D97-AF65-F5344CB8AC3E}">
        <p14:creationId xmlns:p14="http://schemas.microsoft.com/office/powerpoint/2010/main" val="298938950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credit: Tim + Claude AI</a:t>
            </a:r>
          </a:p>
        </p:txBody>
      </p:sp>
      <p:sp>
        <p:nvSpPr>
          <p:cNvPr id="4" name="Slide Number Placeholder 3"/>
          <p:cNvSpPr>
            <a:spLocks noGrp="1"/>
          </p:cNvSpPr>
          <p:nvPr>
            <p:ph type="sldNum" sz="quarter" idx="5"/>
          </p:nvPr>
        </p:nvSpPr>
        <p:spPr/>
        <p:txBody>
          <a:bodyPr/>
          <a:lstStyle/>
          <a:p>
            <a:fld id="{163C8BCB-A8D7-074E-AD53-2B9312150B6F}" type="slidenum">
              <a:rPr lang="en-US" smtClean="0"/>
              <a:t>18</a:t>
            </a:fld>
            <a:endParaRPr lang="en-US"/>
          </a:p>
        </p:txBody>
      </p:sp>
    </p:spTree>
    <p:extLst>
      <p:ext uri="{BB962C8B-B14F-4D97-AF65-F5344CB8AC3E}">
        <p14:creationId xmlns:p14="http://schemas.microsoft.com/office/powerpoint/2010/main" val="367985961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credit: Tim + Claude AI</a:t>
            </a:r>
          </a:p>
        </p:txBody>
      </p:sp>
      <p:sp>
        <p:nvSpPr>
          <p:cNvPr id="4" name="Slide Number Placeholder 3"/>
          <p:cNvSpPr>
            <a:spLocks noGrp="1"/>
          </p:cNvSpPr>
          <p:nvPr>
            <p:ph type="sldNum" sz="quarter" idx="5"/>
          </p:nvPr>
        </p:nvSpPr>
        <p:spPr/>
        <p:txBody>
          <a:bodyPr/>
          <a:lstStyle/>
          <a:p>
            <a:fld id="{163C8BCB-A8D7-074E-AD53-2B9312150B6F}" type="slidenum">
              <a:rPr lang="en-US" smtClean="0"/>
              <a:t>19</a:t>
            </a:fld>
            <a:endParaRPr lang="en-US"/>
          </a:p>
        </p:txBody>
      </p:sp>
    </p:spTree>
    <p:extLst>
      <p:ext uri="{BB962C8B-B14F-4D97-AF65-F5344CB8AC3E}">
        <p14:creationId xmlns:p14="http://schemas.microsoft.com/office/powerpoint/2010/main" val="103869995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01_Course Title Slide">
    <p:spTree>
      <p:nvGrpSpPr>
        <p:cNvPr id="1" name=""/>
        <p:cNvGrpSpPr/>
        <p:nvPr/>
      </p:nvGrpSpPr>
      <p:grpSpPr>
        <a:xfrm>
          <a:off x="0" y="0"/>
          <a:ext cx="0" cy="0"/>
          <a:chOff x="0" y="0"/>
          <a:chExt cx="0" cy="0"/>
        </a:xfrm>
      </p:grpSpPr>
      <p:pic>
        <p:nvPicPr>
          <p:cNvPr id="5" name="Picture 4" descr="Shape&#10;&#10;Description automatically generated with medium confidence">
            <a:extLst>
              <a:ext uri="{FF2B5EF4-FFF2-40B4-BE49-F238E27FC236}">
                <a16:creationId xmlns:a16="http://schemas.microsoft.com/office/drawing/2014/main" id="{315FA5AA-E7FF-BD49-A92D-7A87578950F6}"/>
              </a:ext>
            </a:extLst>
          </p:cNvPr>
          <p:cNvPicPr>
            <a:picLocks noChangeAspect="1"/>
          </p:cNvPicPr>
          <p:nvPr/>
        </p:nvPicPr>
        <p:blipFill>
          <a:blip r:embed="rId2"/>
          <a:stretch>
            <a:fillRect/>
          </a:stretch>
        </p:blipFill>
        <p:spPr>
          <a:xfrm>
            <a:off x="0" y="0"/>
            <a:ext cx="9144000" cy="5143500"/>
          </a:xfrm>
          <a:prstGeom prst="rect">
            <a:avLst/>
          </a:prstGeom>
          <a:blipFill>
            <a:blip r:embed="rId3"/>
            <a:stretch>
              <a:fillRect/>
            </a:stretch>
          </a:blipFill>
        </p:spPr>
      </p:pic>
      <p:pic>
        <p:nvPicPr>
          <p:cNvPr id="7" name="Picture 6" descr="A blue and white background&#10;&#10;Description automatically generated">
            <a:extLst>
              <a:ext uri="{FF2B5EF4-FFF2-40B4-BE49-F238E27FC236}">
                <a16:creationId xmlns:a16="http://schemas.microsoft.com/office/drawing/2014/main" id="{DCB4EE68-6906-C0D2-628A-07C92F87891F}"/>
              </a:ext>
            </a:extLst>
          </p:cNvPr>
          <p:cNvPicPr>
            <a:picLocks noChangeAspect="1"/>
          </p:cNvPicPr>
          <p:nvPr/>
        </p:nvPicPr>
        <p:blipFill>
          <a:blip r:embed="rId3"/>
          <a:stretch>
            <a:fillRect/>
          </a:stretch>
        </p:blipFill>
        <p:spPr>
          <a:xfrm>
            <a:off x="0" y="0"/>
            <a:ext cx="9144000" cy="5143500"/>
          </a:xfrm>
          <a:prstGeom prst="rect">
            <a:avLst/>
          </a:prstGeom>
        </p:spPr>
      </p:pic>
      <p:sp>
        <p:nvSpPr>
          <p:cNvPr id="3" name="Subtitle 2"/>
          <p:cNvSpPr>
            <a:spLocks noGrp="1"/>
          </p:cNvSpPr>
          <p:nvPr>
            <p:ph type="subTitle" idx="1" hasCustomPrompt="1"/>
          </p:nvPr>
        </p:nvSpPr>
        <p:spPr>
          <a:xfrm>
            <a:off x="1840663" y="1365666"/>
            <a:ext cx="6143485" cy="674899"/>
          </a:xfrm>
        </p:spPr>
        <p:txBody>
          <a:bodyPr>
            <a:normAutofit/>
          </a:bodyPr>
          <a:lstStyle>
            <a:lvl1pPr marL="685800" indent="-630936" algn="l">
              <a:buNone/>
              <a:tabLst>
                <a:tab pos="574675" algn="l"/>
              </a:tabLst>
              <a:defRPr sz="4400" b="0" baseline="0">
                <a:solidFill>
                  <a:srgbClr val="454D4E"/>
                </a:solidFill>
                <a:latin typeface="Segoe UI Light" panose="020B0502040204020203" pitchFamily="34" charset="0"/>
                <a:cs typeface="Segoe UI Light" panose="020B0502040204020203"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Course Title Here:</a:t>
            </a:r>
          </a:p>
        </p:txBody>
      </p:sp>
      <p:sp>
        <p:nvSpPr>
          <p:cNvPr id="12" name="Picture Placeholder 11">
            <a:extLst>
              <a:ext uri="{FF2B5EF4-FFF2-40B4-BE49-F238E27FC236}">
                <a16:creationId xmlns:a16="http://schemas.microsoft.com/office/drawing/2014/main" id="{4DCF20B5-BDCC-4D4B-9EB2-D0FDA548FADC}"/>
              </a:ext>
            </a:extLst>
          </p:cNvPr>
          <p:cNvSpPr>
            <a:spLocks noGrp="1"/>
          </p:cNvSpPr>
          <p:nvPr>
            <p:ph type="pic" sz="quarter" idx="10" hasCustomPrompt="1"/>
          </p:nvPr>
        </p:nvSpPr>
        <p:spPr>
          <a:xfrm>
            <a:off x="2259980" y="3095097"/>
            <a:ext cx="1112885" cy="1168586"/>
          </a:xfrm>
          <a:effectLst>
            <a:outerShdw blurRad="50800" dist="38100" dir="5400000" algn="t" rotWithShape="0">
              <a:prstClr val="black">
                <a:alpha val="40000"/>
              </a:prstClr>
            </a:outerShdw>
          </a:effectLst>
        </p:spPr>
        <p:txBody>
          <a:bodyPr>
            <a:normAutofit/>
          </a:bodyPr>
          <a:lstStyle>
            <a:lvl1pPr marL="0" indent="0">
              <a:buNone/>
              <a:defRPr sz="1200"/>
            </a:lvl1pPr>
          </a:lstStyle>
          <a:p>
            <a:r>
              <a:rPr lang="en-US" dirty="0"/>
              <a:t>Insert </a:t>
            </a:r>
          </a:p>
          <a:p>
            <a:r>
              <a:rPr lang="en-US" dirty="0"/>
              <a:t>Author </a:t>
            </a:r>
          </a:p>
          <a:p>
            <a:r>
              <a:rPr lang="en-US" dirty="0"/>
              <a:t>Headshot </a:t>
            </a:r>
          </a:p>
          <a:p>
            <a:r>
              <a:rPr lang="en-US" dirty="0"/>
              <a:t>Photo</a:t>
            </a:r>
          </a:p>
          <a:p>
            <a:r>
              <a:rPr lang="en-US" dirty="0"/>
              <a:t>Here</a:t>
            </a:r>
          </a:p>
        </p:txBody>
      </p:sp>
      <p:sp>
        <p:nvSpPr>
          <p:cNvPr id="6" name="Text Placeholder 5">
            <a:extLst>
              <a:ext uri="{FF2B5EF4-FFF2-40B4-BE49-F238E27FC236}">
                <a16:creationId xmlns:a16="http://schemas.microsoft.com/office/drawing/2014/main" id="{E069A88D-4483-164E-BD65-F3FA79A5214F}"/>
              </a:ext>
            </a:extLst>
          </p:cNvPr>
          <p:cNvSpPr>
            <a:spLocks noGrp="1"/>
          </p:cNvSpPr>
          <p:nvPr>
            <p:ph type="body" sz="quarter" idx="11" hasCustomPrompt="1"/>
          </p:nvPr>
        </p:nvSpPr>
        <p:spPr>
          <a:xfrm>
            <a:off x="3462819" y="3263590"/>
            <a:ext cx="3802750" cy="384813"/>
          </a:xfrm>
        </p:spPr>
        <p:txBody>
          <a:bodyPr>
            <a:noAutofit/>
          </a:bodyPr>
          <a:lstStyle>
            <a:lvl1pPr marL="0" indent="0">
              <a:buNone/>
              <a:defRPr sz="2000" b="0" i="0" u="none" baseline="0">
                <a:latin typeface="Open Sans" panose="020B0606030504020204" pitchFamily="34" charset="0"/>
              </a:defRPr>
            </a:lvl1pPr>
          </a:lstStyle>
          <a:p>
            <a:pPr algn="l"/>
            <a:r>
              <a:rPr lang="en-US" sz="1600" dirty="0">
                <a:latin typeface="Segoe UI" panose="020B0502040204020203" pitchFamily="34" charset="0"/>
                <a:cs typeface="Segoe UI" panose="020B0502040204020203" pitchFamily="34" charset="0"/>
              </a:rPr>
              <a:t>Author Name</a:t>
            </a:r>
          </a:p>
        </p:txBody>
      </p:sp>
      <p:sp>
        <p:nvSpPr>
          <p:cNvPr id="14" name="Text Placeholder 13">
            <a:extLst>
              <a:ext uri="{FF2B5EF4-FFF2-40B4-BE49-F238E27FC236}">
                <a16:creationId xmlns:a16="http://schemas.microsoft.com/office/drawing/2014/main" id="{4C2A0807-1CDE-5F49-A30A-6B9B299977E1}"/>
              </a:ext>
            </a:extLst>
          </p:cNvPr>
          <p:cNvSpPr>
            <a:spLocks noGrp="1"/>
          </p:cNvSpPr>
          <p:nvPr>
            <p:ph type="body" sz="quarter" idx="12" hasCustomPrompt="1"/>
          </p:nvPr>
        </p:nvSpPr>
        <p:spPr>
          <a:xfrm>
            <a:off x="3462347" y="3648402"/>
            <a:ext cx="2739170" cy="584200"/>
          </a:xfrm>
        </p:spPr>
        <p:txBody>
          <a:bodyPr>
            <a:normAutofit/>
          </a:bodyPr>
          <a:lstStyle>
            <a:lvl1pPr marL="0" indent="0">
              <a:buNone/>
              <a:defRPr sz="1200" baseline="0">
                <a:latin typeface="Open Sans" panose="020B0606030504020204" pitchFamily="34" charset="0"/>
              </a:defRPr>
            </a:lvl1pPr>
          </a:lstStyle>
          <a:p>
            <a:pPr lvl="0"/>
            <a:r>
              <a:rPr lang="en-US" dirty="0"/>
              <a:t>Lower Third</a:t>
            </a:r>
          </a:p>
        </p:txBody>
      </p:sp>
      <p:sp>
        <p:nvSpPr>
          <p:cNvPr id="17" name="TextBox 16">
            <a:extLst>
              <a:ext uri="{FF2B5EF4-FFF2-40B4-BE49-F238E27FC236}">
                <a16:creationId xmlns:a16="http://schemas.microsoft.com/office/drawing/2014/main" id="{68641A57-2545-0CDA-3A11-C1281610CCD7}"/>
              </a:ext>
            </a:extLst>
          </p:cNvPr>
          <p:cNvSpPr txBox="1"/>
          <p:nvPr/>
        </p:nvSpPr>
        <p:spPr>
          <a:xfrm>
            <a:off x="1923165" y="312433"/>
            <a:ext cx="5239240" cy="628091"/>
          </a:xfrm>
          <a:prstGeom prst="rect">
            <a:avLst/>
          </a:prstGeom>
        </p:spPr>
        <p:txBody>
          <a:bodyPr vert="horz" wrap="none" lIns="91440" tIns="45720" rIns="91440" bIns="45720" rtlCol="0">
            <a:normAutofit/>
          </a:bodyPr>
          <a:lstStyle/>
          <a:p>
            <a:pPr algn="l"/>
            <a:r>
              <a:rPr lang="en-US" sz="3000" b="1" i="0" baseline="0" dirty="0">
                <a:solidFill>
                  <a:srgbClr val="454D4E"/>
                </a:solidFill>
                <a:latin typeface="Segoe UI" panose="020B0502040204020203" pitchFamily="34" charset="0"/>
                <a:cs typeface="Segoe UI" panose="020B0502040204020203" pitchFamily="34" charset="0"/>
              </a:rPr>
              <a:t>Introduction</a:t>
            </a:r>
          </a:p>
        </p:txBody>
      </p:sp>
      <p:sp>
        <p:nvSpPr>
          <p:cNvPr id="16" name="Text Placeholder 15">
            <a:extLst>
              <a:ext uri="{FF2B5EF4-FFF2-40B4-BE49-F238E27FC236}">
                <a16:creationId xmlns:a16="http://schemas.microsoft.com/office/drawing/2014/main" id="{D7709AF5-2D39-3318-476A-B7DB868293B3}"/>
              </a:ext>
            </a:extLst>
          </p:cNvPr>
          <p:cNvSpPr>
            <a:spLocks noGrp="1"/>
          </p:cNvSpPr>
          <p:nvPr>
            <p:ph type="body" sz="quarter" idx="13" hasCustomPrompt="1"/>
          </p:nvPr>
        </p:nvSpPr>
        <p:spPr>
          <a:xfrm>
            <a:off x="1840662" y="2040565"/>
            <a:ext cx="6143485" cy="771235"/>
          </a:xfrm>
        </p:spPr>
        <p:txBody>
          <a:bodyPr>
            <a:noAutofit/>
          </a:bodyPr>
          <a:lstStyle>
            <a:lvl1pPr marL="0" indent="0">
              <a:buNone/>
              <a:defRPr sz="3600" b="0" i="0">
                <a:latin typeface="Segoe UI Light" panose="020B0502040204020203" pitchFamily="34" charset="0"/>
                <a:cs typeface="Segoe UI Light" panose="020B0502040204020203" pitchFamily="34" charset="0"/>
              </a:defRPr>
            </a:lvl1pPr>
          </a:lstStyle>
          <a:p>
            <a:pPr lvl="0"/>
            <a:r>
              <a:rPr lang="en-US" dirty="0"/>
              <a:t> Subtitle here</a:t>
            </a:r>
          </a:p>
        </p:txBody>
      </p:sp>
      <p:pic>
        <p:nvPicPr>
          <p:cNvPr id="2" name="Picture 1" descr="Shape&#10;&#10;Description automatically generated with medium confidence">
            <a:extLst>
              <a:ext uri="{FF2B5EF4-FFF2-40B4-BE49-F238E27FC236}">
                <a16:creationId xmlns:a16="http://schemas.microsoft.com/office/drawing/2014/main" id="{9F21EB85-4E6B-81AF-E3DE-25146E89F7C5}"/>
              </a:ext>
            </a:extLst>
          </p:cNvPr>
          <p:cNvPicPr>
            <a:picLocks noChangeAspect="1"/>
          </p:cNvPicPr>
          <p:nvPr userDrawn="1"/>
        </p:nvPicPr>
        <p:blipFill>
          <a:blip r:embed="rId2"/>
          <a:stretch>
            <a:fillRect/>
          </a:stretch>
        </p:blipFill>
        <p:spPr>
          <a:xfrm>
            <a:off x="0" y="0"/>
            <a:ext cx="9144000" cy="5143500"/>
          </a:xfrm>
          <a:prstGeom prst="rect">
            <a:avLst/>
          </a:prstGeom>
          <a:blipFill>
            <a:blip r:embed="rId3"/>
            <a:stretch>
              <a:fillRect/>
            </a:stretch>
          </a:blipFill>
        </p:spPr>
      </p:pic>
      <p:pic>
        <p:nvPicPr>
          <p:cNvPr id="4" name="Picture 3" descr="A blue and white background&#10;&#10;Description automatically generated">
            <a:extLst>
              <a:ext uri="{FF2B5EF4-FFF2-40B4-BE49-F238E27FC236}">
                <a16:creationId xmlns:a16="http://schemas.microsoft.com/office/drawing/2014/main" id="{37032E1F-36A3-E746-345C-BA05CE612103}"/>
              </a:ext>
            </a:extLst>
          </p:cNvPr>
          <p:cNvPicPr>
            <a:picLocks noChangeAspect="1"/>
          </p:cNvPicPr>
          <p:nvPr userDrawn="1"/>
        </p:nvPicPr>
        <p:blipFill>
          <a:blip r:embed="rId3"/>
          <a:stretch>
            <a:fillRect/>
          </a:stretch>
        </p:blipFill>
        <p:spPr>
          <a:xfrm>
            <a:off x="0" y="0"/>
            <a:ext cx="9144000" cy="5143500"/>
          </a:xfrm>
          <a:prstGeom prst="rect">
            <a:avLst/>
          </a:prstGeom>
        </p:spPr>
      </p:pic>
      <p:sp>
        <p:nvSpPr>
          <p:cNvPr id="8" name="TextBox 7">
            <a:extLst>
              <a:ext uri="{FF2B5EF4-FFF2-40B4-BE49-F238E27FC236}">
                <a16:creationId xmlns:a16="http://schemas.microsoft.com/office/drawing/2014/main" id="{F5657EAA-C43A-E155-4654-56E83B180ABB}"/>
              </a:ext>
            </a:extLst>
          </p:cNvPr>
          <p:cNvSpPr txBox="1"/>
          <p:nvPr userDrawn="1"/>
        </p:nvSpPr>
        <p:spPr>
          <a:xfrm>
            <a:off x="1923165" y="312433"/>
            <a:ext cx="5239240" cy="628091"/>
          </a:xfrm>
          <a:prstGeom prst="rect">
            <a:avLst/>
          </a:prstGeom>
        </p:spPr>
        <p:txBody>
          <a:bodyPr vert="horz" wrap="none" lIns="91440" tIns="45720" rIns="91440" bIns="45720" rtlCol="0">
            <a:normAutofit/>
          </a:bodyPr>
          <a:lstStyle/>
          <a:p>
            <a:pPr algn="l"/>
            <a:r>
              <a:rPr lang="en-US" sz="3000" b="1" i="0" baseline="0" dirty="0">
                <a:solidFill>
                  <a:srgbClr val="454D4E"/>
                </a:solidFill>
                <a:latin typeface="Segoe UI" panose="020B0502040204020203" pitchFamily="34" charset="0"/>
                <a:cs typeface="Segoe UI" panose="020B0502040204020203" pitchFamily="34" charset="0"/>
              </a:rPr>
              <a:t>Introduction</a:t>
            </a:r>
          </a:p>
        </p:txBody>
      </p:sp>
    </p:spTree>
    <p:extLst>
      <p:ext uri="{BB962C8B-B14F-4D97-AF65-F5344CB8AC3E}">
        <p14:creationId xmlns:p14="http://schemas.microsoft.com/office/powerpoint/2010/main" val="2644812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02_Course Intro (headshot slide)">
    <p:spTree>
      <p:nvGrpSpPr>
        <p:cNvPr id="1" name=""/>
        <p:cNvGrpSpPr/>
        <p:nvPr/>
      </p:nvGrpSpPr>
      <p:grpSpPr>
        <a:xfrm>
          <a:off x="0" y="0"/>
          <a:ext cx="0" cy="0"/>
          <a:chOff x="0" y="0"/>
          <a:chExt cx="0" cy="0"/>
        </a:xfrm>
      </p:grpSpPr>
      <p:pic>
        <p:nvPicPr>
          <p:cNvPr id="4" name="Picture 3" descr="Course Intro slide for slide-based headshot (when recording on-camera is not an option)">
            <a:extLst>
              <a:ext uri="{FF2B5EF4-FFF2-40B4-BE49-F238E27FC236}">
                <a16:creationId xmlns:a16="http://schemas.microsoft.com/office/drawing/2014/main" id="{9289594B-CEE2-DA79-8D6C-78D7B18EF0B7}"/>
              </a:ext>
            </a:extLst>
          </p:cNvPr>
          <p:cNvPicPr>
            <a:picLocks noChangeAspect="1"/>
          </p:cNvPicPr>
          <p:nvPr/>
        </p:nvPicPr>
        <p:blipFill>
          <a:blip r:embed="rId2"/>
          <a:stretch>
            <a:fillRect/>
          </a:stretch>
        </p:blipFill>
        <p:spPr>
          <a:xfrm>
            <a:off x="0" y="0"/>
            <a:ext cx="9144000" cy="5143500"/>
          </a:xfrm>
          <a:prstGeom prst="rect">
            <a:avLst/>
          </a:prstGeom>
        </p:spPr>
      </p:pic>
      <p:sp>
        <p:nvSpPr>
          <p:cNvPr id="6" name="Picture Placeholder 11">
            <a:extLst>
              <a:ext uri="{FF2B5EF4-FFF2-40B4-BE49-F238E27FC236}">
                <a16:creationId xmlns:a16="http://schemas.microsoft.com/office/drawing/2014/main" id="{F18C1000-CFD1-814F-9DAF-2DC7FBADDD96}"/>
              </a:ext>
            </a:extLst>
          </p:cNvPr>
          <p:cNvSpPr>
            <a:spLocks noGrp="1"/>
          </p:cNvSpPr>
          <p:nvPr>
            <p:ph type="pic" sz="quarter" idx="10"/>
          </p:nvPr>
        </p:nvSpPr>
        <p:spPr>
          <a:xfrm>
            <a:off x="890544" y="664995"/>
            <a:ext cx="3358265" cy="3560747"/>
          </a:xfrm>
          <a:effectLst>
            <a:outerShdw blurRad="50800" dist="38100" dir="5400000" algn="t" rotWithShape="0">
              <a:prstClr val="black">
                <a:alpha val="40000"/>
              </a:prstClr>
            </a:outerShdw>
          </a:effectLst>
        </p:spPr>
        <p:txBody>
          <a:bodyPr>
            <a:normAutofit/>
          </a:bodyPr>
          <a:lstStyle>
            <a:lvl1pPr marL="0" indent="0" algn="ctr">
              <a:buNone/>
              <a:defRPr sz="2800"/>
            </a:lvl1pPr>
          </a:lstStyle>
          <a:p>
            <a:r>
              <a:rPr lang="en-US"/>
              <a:t>Click icon to add picture</a:t>
            </a:r>
            <a:endParaRPr lang="en-US" dirty="0"/>
          </a:p>
        </p:txBody>
      </p:sp>
      <p:sp>
        <p:nvSpPr>
          <p:cNvPr id="3" name="Text Placeholder 2">
            <a:extLst>
              <a:ext uri="{FF2B5EF4-FFF2-40B4-BE49-F238E27FC236}">
                <a16:creationId xmlns:a16="http://schemas.microsoft.com/office/drawing/2014/main" id="{BD4601DF-3D69-3D45-B976-F47622BD405E}"/>
              </a:ext>
            </a:extLst>
          </p:cNvPr>
          <p:cNvSpPr>
            <a:spLocks noGrp="1"/>
          </p:cNvSpPr>
          <p:nvPr>
            <p:ph type="body" sz="quarter" idx="11" hasCustomPrompt="1"/>
          </p:nvPr>
        </p:nvSpPr>
        <p:spPr>
          <a:xfrm>
            <a:off x="4620635" y="382901"/>
            <a:ext cx="3966571" cy="863804"/>
          </a:xfrm>
        </p:spPr>
        <p:txBody>
          <a:bodyPr>
            <a:normAutofit/>
          </a:bodyPr>
          <a:lstStyle>
            <a:lvl1pPr marL="0" indent="0" algn="ctr">
              <a:buNone/>
              <a:defRPr sz="2000" b="0" i="0" kern="800" baseline="0">
                <a:latin typeface="Segoe UI Semilight" panose="020B0402040204020203" pitchFamily="34" charset="0"/>
                <a:cs typeface="Segoe UI Semilight" panose="020B0402040204020203" pitchFamily="34" charset="0"/>
              </a:defRPr>
            </a:lvl1pPr>
          </a:lstStyle>
          <a:p>
            <a:pPr lvl="0"/>
            <a:r>
              <a:rPr lang="en-US" dirty="0"/>
              <a:t>Course Title Goes Here</a:t>
            </a:r>
          </a:p>
        </p:txBody>
      </p:sp>
      <p:sp>
        <p:nvSpPr>
          <p:cNvPr id="9" name="Text Placeholder 2">
            <a:extLst>
              <a:ext uri="{FF2B5EF4-FFF2-40B4-BE49-F238E27FC236}">
                <a16:creationId xmlns:a16="http://schemas.microsoft.com/office/drawing/2014/main" id="{9258BD1F-B284-28B8-2B50-52C6221AECFD}"/>
              </a:ext>
            </a:extLst>
          </p:cNvPr>
          <p:cNvSpPr>
            <a:spLocks noGrp="1"/>
          </p:cNvSpPr>
          <p:nvPr>
            <p:ph type="body" sz="quarter" idx="12" hasCustomPrompt="1"/>
          </p:nvPr>
        </p:nvSpPr>
        <p:spPr>
          <a:xfrm>
            <a:off x="4620634" y="1246704"/>
            <a:ext cx="3966571" cy="2979037"/>
          </a:xfrm>
        </p:spPr>
        <p:txBody>
          <a:bodyPr>
            <a:normAutofit/>
          </a:bodyPr>
          <a:lstStyle>
            <a:lvl1pPr marL="0" indent="0">
              <a:buNone/>
              <a:defRPr sz="1600" b="0" i="0" kern="800" baseline="0">
                <a:latin typeface="Segoe UI Semilight" panose="020B0402040204020203" pitchFamily="34" charset="0"/>
                <a:cs typeface="Segoe UI Semilight" panose="020B0402040204020203" pitchFamily="34" charset="0"/>
              </a:defRPr>
            </a:lvl1pPr>
          </a:lstStyle>
          <a:p>
            <a:pPr lvl="0"/>
            <a:r>
              <a:rPr lang="en-US" dirty="0"/>
              <a:t>Lesson 1: Title</a:t>
            </a:r>
          </a:p>
          <a:p>
            <a:pPr lvl="0"/>
            <a:endParaRPr lang="en-US" dirty="0"/>
          </a:p>
          <a:p>
            <a:pPr lvl="0"/>
            <a:r>
              <a:rPr lang="en-US" dirty="0"/>
              <a:t>Lesson 2: Title</a:t>
            </a:r>
          </a:p>
          <a:p>
            <a:pPr lvl="0"/>
            <a:endParaRPr lang="en-US" dirty="0"/>
          </a:p>
          <a:p>
            <a:pPr lvl="0"/>
            <a:r>
              <a:rPr lang="en-US" dirty="0"/>
              <a:t>Lesson 3: Title</a:t>
            </a:r>
            <a:br>
              <a:rPr lang="en-US" dirty="0"/>
            </a:br>
            <a:endParaRPr lang="en-US" dirty="0"/>
          </a:p>
          <a:p>
            <a:pPr lvl="0"/>
            <a:r>
              <a:rPr lang="en-US" dirty="0"/>
              <a:t>Lesson 4: Title</a:t>
            </a:r>
          </a:p>
          <a:p>
            <a:pPr lvl="0"/>
            <a:endParaRPr lang="en-US" dirty="0"/>
          </a:p>
          <a:p>
            <a:pPr lvl="0"/>
            <a:r>
              <a:rPr lang="en-US" dirty="0"/>
              <a:t>Lesson 5: Title</a:t>
            </a:r>
          </a:p>
        </p:txBody>
      </p:sp>
      <p:pic>
        <p:nvPicPr>
          <p:cNvPr id="2" name="Picture 1" descr="Course Intro slide for slide-based headshot (when recording on-camera is not an option)">
            <a:extLst>
              <a:ext uri="{FF2B5EF4-FFF2-40B4-BE49-F238E27FC236}">
                <a16:creationId xmlns:a16="http://schemas.microsoft.com/office/drawing/2014/main" id="{08182D27-E2F5-2883-AF50-ABB7E42A41DB}"/>
              </a:ext>
            </a:extLst>
          </p:cNvPr>
          <p:cNvPicPr>
            <a:picLocks noChangeAspect="1"/>
          </p:cNvPicPr>
          <p:nvPr userDrawn="1"/>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23853853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03_Lesson Intro (headshot slide)">
    <p:spTree>
      <p:nvGrpSpPr>
        <p:cNvPr id="1" name=""/>
        <p:cNvGrpSpPr/>
        <p:nvPr/>
      </p:nvGrpSpPr>
      <p:grpSpPr>
        <a:xfrm>
          <a:off x="0" y="0"/>
          <a:ext cx="0" cy="0"/>
          <a:chOff x="0" y="0"/>
          <a:chExt cx="0" cy="0"/>
        </a:xfrm>
      </p:grpSpPr>
      <p:pic>
        <p:nvPicPr>
          <p:cNvPr id="4" name="Picture 3" descr="A white background with blue border&#10;&#10;Description automatically generated">
            <a:extLst>
              <a:ext uri="{FF2B5EF4-FFF2-40B4-BE49-F238E27FC236}">
                <a16:creationId xmlns:a16="http://schemas.microsoft.com/office/drawing/2014/main" id="{9289594B-CEE2-DA79-8D6C-78D7B18EF0B7}"/>
              </a:ext>
            </a:extLst>
          </p:cNvPr>
          <p:cNvPicPr>
            <a:picLocks noChangeAspect="1"/>
          </p:cNvPicPr>
          <p:nvPr/>
        </p:nvPicPr>
        <p:blipFill>
          <a:blip r:embed="rId2"/>
          <a:stretch>
            <a:fillRect/>
          </a:stretch>
        </p:blipFill>
        <p:spPr>
          <a:xfrm>
            <a:off x="1409" y="36599"/>
            <a:ext cx="9144000" cy="5143500"/>
          </a:xfrm>
          <a:prstGeom prst="rect">
            <a:avLst/>
          </a:prstGeom>
        </p:spPr>
      </p:pic>
      <p:sp>
        <p:nvSpPr>
          <p:cNvPr id="3" name="Text Placeholder 2">
            <a:extLst>
              <a:ext uri="{FF2B5EF4-FFF2-40B4-BE49-F238E27FC236}">
                <a16:creationId xmlns:a16="http://schemas.microsoft.com/office/drawing/2014/main" id="{BD4601DF-3D69-3D45-B976-F47622BD405E}"/>
              </a:ext>
            </a:extLst>
          </p:cNvPr>
          <p:cNvSpPr>
            <a:spLocks noGrp="1"/>
          </p:cNvSpPr>
          <p:nvPr>
            <p:ph type="body" sz="quarter" idx="11" hasCustomPrompt="1"/>
          </p:nvPr>
        </p:nvSpPr>
        <p:spPr>
          <a:xfrm>
            <a:off x="4620635" y="382901"/>
            <a:ext cx="3966571" cy="728568"/>
          </a:xfrm>
        </p:spPr>
        <p:txBody>
          <a:bodyPr>
            <a:normAutofit/>
          </a:bodyPr>
          <a:lstStyle>
            <a:lvl1pPr marL="0" indent="0">
              <a:buNone/>
              <a:defRPr sz="2000" b="0" i="0" kern="800" baseline="0">
                <a:latin typeface="Segoe UI Semilight" panose="020B0402040204020203" pitchFamily="34" charset="0"/>
                <a:cs typeface="Segoe UI Semilight" panose="020B0402040204020203" pitchFamily="34" charset="0"/>
              </a:defRPr>
            </a:lvl1pPr>
          </a:lstStyle>
          <a:p>
            <a:pPr lvl="0"/>
            <a:r>
              <a:rPr lang="en-US" dirty="0"/>
              <a:t>Lesson Title Goes Here</a:t>
            </a:r>
          </a:p>
        </p:txBody>
      </p:sp>
      <p:sp>
        <p:nvSpPr>
          <p:cNvPr id="9" name="Text Placeholder 2">
            <a:extLst>
              <a:ext uri="{FF2B5EF4-FFF2-40B4-BE49-F238E27FC236}">
                <a16:creationId xmlns:a16="http://schemas.microsoft.com/office/drawing/2014/main" id="{9258BD1F-B284-28B8-2B50-52C6221AECFD}"/>
              </a:ext>
            </a:extLst>
          </p:cNvPr>
          <p:cNvSpPr>
            <a:spLocks noGrp="1"/>
          </p:cNvSpPr>
          <p:nvPr>
            <p:ph type="body" sz="quarter" idx="12" hasCustomPrompt="1"/>
          </p:nvPr>
        </p:nvSpPr>
        <p:spPr>
          <a:xfrm>
            <a:off x="4620634" y="1124147"/>
            <a:ext cx="3966571" cy="728568"/>
          </a:xfrm>
        </p:spPr>
        <p:txBody>
          <a:bodyPr>
            <a:normAutofit/>
          </a:bodyPr>
          <a:lstStyle>
            <a:lvl1pPr marL="0" indent="0">
              <a:buNone/>
              <a:defRPr sz="1600" b="0" i="0" kern="800" baseline="0">
                <a:latin typeface="Segoe UI Semilight" panose="020B0402040204020203" pitchFamily="34" charset="0"/>
                <a:cs typeface="Segoe UI Semilight" panose="020B0402040204020203" pitchFamily="34" charset="0"/>
              </a:defRPr>
            </a:lvl1pPr>
          </a:lstStyle>
          <a:p>
            <a:pPr lvl="0"/>
            <a:r>
              <a:rPr lang="en-US" dirty="0"/>
              <a:t>• 1.1 Sub-lesson Title</a:t>
            </a:r>
          </a:p>
        </p:txBody>
      </p:sp>
      <p:sp>
        <p:nvSpPr>
          <p:cNvPr id="2" name="Text Placeholder 2">
            <a:extLst>
              <a:ext uri="{FF2B5EF4-FFF2-40B4-BE49-F238E27FC236}">
                <a16:creationId xmlns:a16="http://schemas.microsoft.com/office/drawing/2014/main" id="{D7ED1EBB-6BC5-DFD0-E2B6-8349F2148CE8}"/>
              </a:ext>
            </a:extLst>
          </p:cNvPr>
          <p:cNvSpPr>
            <a:spLocks noGrp="1"/>
          </p:cNvSpPr>
          <p:nvPr>
            <p:ph type="body" sz="quarter" idx="15" hasCustomPrompt="1"/>
          </p:nvPr>
        </p:nvSpPr>
        <p:spPr>
          <a:xfrm>
            <a:off x="4619297" y="1869540"/>
            <a:ext cx="3966571" cy="728568"/>
          </a:xfrm>
        </p:spPr>
        <p:txBody>
          <a:bodyPr>
            <a:normAutofit/>
          </a:bodyPr>
          <a:lstStyle>
            <a:lvl1pPr marL="0" indent="0">
              <a:buNone/>
              <a:defRPr sz="1600" b="0" i="0" kern="800" baseline="0">
                <a:latin typeface="Segoe UI Semilight" panose="020B0402040204020203" pitchFamily="34" charset="0"/>
                <a:cs typeface="Segoe UI Semilight" panose="020B0402040204020203" pitchFamily="34" charset="0"/>
              </a:defRPr>
            </a:lvl1pPr>
          </a:lstStyle>
          <a:p>
            <a:pPr lvl="0"/>
            <a:r>
              <a:rPr lang="en-US" dirty="0"/>
              <a:t>• 1.2 Sub-lesson Title</a:t>
            </a:r>
          </a:p>
        </p:txBody>
      </p:sp>
      <p:sp>
        <p:nvSpPr>
          <p:cNvPr id="5" name="Text Placeholder 2">
            <a:extLst>
              <a:ext uri="{FF2B5EF4-FFF2-40B4-BE49-F238E27FC236}">
                <a16:creationId xmlns:a16="http://schemas.microsoft.com/office/drawing/2014/main" id="{5BEAFDF9-6B1A-C0EB-0DEB-8FFA696AC94B}"/>
              </a:ext>
            </a:extLst>
          </p:cNvPr>
          <p:cNvSpPr>
            <a:spLocks noGrp="1"/>
          </p:cNvSpPr>
          <p:nvPr>
            <p:ph type="body" sz="quarter" idx="16" hasCustomPrompt="1"/>
          </p:nvPr>
        </p:nvSpPr>
        <p:spPr>
          <a:xfrm>
            <a:off x="4619298" y="2598108"/>
            <a:ext cx="3966571" cy="728568"/>
          </a:xfrm>
        </p:spPr>
        <p:txBody>
          <a:bodyPr>
            <a:normAutofit/>
          </a:bodyPr>
          <a:lstStyle>
            <a:lvl1pPr marL="0" indent="0">
              <a:buNone/>
              <a:defRPr sz="1600" b="0" i="0" kern="800" baseline="0">
                <a:latin typeface="Segoe UI Semilight" panose="020B0402040204020203" pitchFamily="34" charset="0"/>
                <a:cs typeface="Segoe UI Semilight" panose="020B0402040204020203" pitchFamily="34" charset="0"/>
              </a:defRPr>
            </a:lvl1pPr>
          </a:lstStyle>
          <a:p>
            <a:pPr lvl="0"/>
            <a:r>
              <a:rPr lang="en-US" dirty="0"/>
              <a:t>• 1.3 Sub-lesson Title</a:t>
            </a:r>
          </a:p>
        </p:txBody>
      </p:sp>
      <p:sp>
        <p:nvSpPr>
          <p:cNvPr id="7" name="Picture Placeholder 11">
            <a:extLst>
              <a:ext uri="{FF2B5EF4-FFF2-40B4-BE49-F238E27FC236}">
                <a16:creationId xmlns:a16="http://schemas.microsoft.com/office/drawing/2014/main" id="{41F5051F-7083-3DC3-EC81-E04D81C975E0}"/>
              </a:ext>
            </a:extLst>
          </p:cNvPr>
          <p:cNvSpPr>
            <a:spLocks noGrp="1"/>
          </p:cNvSpPr>
          <p:nvPr>
            <p:ph type="pic" sz="quarter" idx="10"/>
          </p:nvPr>
        </p:nvSpPr>
        <p:spPr>
          <a:xfrm>
            <a:off x="890544" y="664995"/>
            <a:ext cx="3358265" cy="3560747"/>
          </a:xfrm>
          <a:effectLst>
            <a:outerShdw blurRad="50800" dist="38100" dir="5400000" algn="t" rotWithShape="0">
              <a:prstClr val="black">
                <a:alpha val="40000"/>
              </a:prstClr>
            </a:outerShdw>
          </a:effectLst>
        </p:spPr>
        <p:txBody>
          <a:bodyPr>
            <a:normAutofit/>
          </a:bodyPr>
          <a:lstStyle>
            <a:lvl1pPr marL="0" indent="0" algn="ctr">
              <a:buNone/>
              <a:defRPr sz="2800"/>
            </a:lvl1pPr>
          </a:lstStyle>
          <a:p>
            <a:r>
              <a:rPr lang="en-US"/>
              <a:t>Click icon to add picture</a:t>
            </a:r>
            <a:endParaRPr lang="en-US" dirty="0"/>
          </a:p>
        </p:txBody>
      </p:sp>
      <p:pic>
        <p:nvPicPr>
          <p:cNvPr id="6" name="Picture 5" descr="A white background with blue border&#10;&#10;Description automatically generated">
            <a:extLst>
              <a:ext uri="{FF2B5EF4-FFF2-40B4-BE49-F238E27FC236}">
                <a16:creationId xmlns:a16="http://schemas.microsoft.com/office/drawing/2014/main" id="{69F2EE42-E762-6F5F-CC37-7233E5D11727}"/>
              </a:ext>
            </a:extLst>
          </p:cNvPr>
          <p:cNvPicPr>
            <a:picLocks noChangeAspect="1"/>
          </p:cNvPicPr>
          <p:nvPr userDrawn="1"/>
        </p:nvPicPr>
        <p:blipFill>
          <a:blip r:embed="rId2"/>
          <a:stretch>
            <a:fillRect/>
          </a:stretch>
        </p:blipFill>
        <p:spPr>
          <a:xfrm>
            <a:off x="1409" y="36599"/>
            <a:ext cx="9144000" cy="5143500"/>
          </a:xfrm>
          <a:prstGeom prst="rect">
            <a:avLst/>
          </a:prstGeom>
        </p:spPr>
      </p:pic>
    </p:spTree>
    <p:extLst>
      <p:ext uri="{BB962C8B-B14F-4D97-AF65-F5344CB8AC3E}">
        <p14:creationId xmlns:p14="http://schemas.microsoft.com/office/powerpoint/2010/main" val="9484862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04_Content Slide (top title bar)">
    <p:spTree>
      <p:nvGrpSpPr>
        <p:cNvPr id="1" name=""/>
        <p:cNvGrpSpPr/>
        <p:nvPr/>
      </p:nvGrpSpPr>
      <p:grpSpPr>
        <a:xfrm>
          <a:off x="0" y="0"/>
          <a:ext cx="0" cy="0"/>
          <a:chOff x="0" y="0"/>
          <a:chExt cx="0" cy="0"/>
        </a:xfrm>
      </p:grpSpPr>
      <p:pic>
        <p:nvPicPr>
          <p:cNvPr id="8" name="Picture 7" descr="A white object with a black border&#10;&#10;Description automatically generated with medium confidence">
            <a:extLst>
              <a:ext uri="{FF2B5EF4-FFF2-40B4-BE49-F238E27FC236}">
                <a16:creationId xmlns:a16="http://schemas.microsoft.com/office/drawing/2014/main" id="{6F592B98-E829-4D75-987C-E10A1777DFDC}"/>
              </a:ext>
            </a:extLst>
          </p:cNvPr>
          <p:cNvPicPr>
            <a:picLocks noChangeAspect="1"/>
          </p:cNvPicPr>
          <p:nvPr/>
        </p:nvPicPr>
        <p:blipFill>
          <a:blip r:embed="rId2"/>
          <a:stretch>
            <a:fillRect/>
          </a:stretch>
        </p:blipFill>
        <p:spPr>
          <a:xfrm>
            <a:off x="0" y="0"/>
            <a:ext cx="9144000" cy="5143500"/>
          </a:xfrm>
          <a:prstGeom prst="rect">
            <a:avLst/>
          </a:prstGeom>
        </p:spPr>
      </p:pic>
      <p:sp>
        <p:nvSpPr>
          <p:cNvPr id="9" name="Title 1">
            <a:extLst>
              <a:ext uri="{FF2B5EF4-FFF2-40B4-BE49-F238E27FC236}">
                <a16:creationId xmlns:a16="http://schemas.microsoft.com/office/drawing/2014/main" id="{7BF004E1-6C6E-A41B-2708-AF445AAF3B69}"/>
              </a:ext>
            </a:extLst>
          </p:cNvPr>
          <p:cNvSpPr>
            <a:spLocks noGrp="1"/>
          </p:cNvSpPr>
          <p:nvPr>
            <p:ph type="title" hasCustomPrompt="1"/>
          </p:nvPr>
        </p:nvSpPr>
        <p:spPr>
          <a:xfrm>
            <a:off x="793342" y="9336"/>
            <a:ext cx="7548179" cy="463628"/>
          </a:xfrm>
          <a:prstGeom prst="rect">
            <a:avLst/>
          </a:prstGeom>
        </p:spPr>
        <p:txBody>
          <a:bodyPr>
            <a:noAutofit/>
          </a:bodyPr>
          <a:lstStyle>
            <a:lvl1pPr algn="l">
              <a:defRPr sz="2800" baseline="0">
                <a:solidFill>
                  <a:schemeClr val="bg1"/>
                </a:solidFill>
                <a:latin typeface="Segoe UI" panose="020B0502040204020203" pitchFamily="34" charset="0"/>
                <a:cs typeface="Segoe UI" panose="020B0502040204020203" pitchFamily="34" charset="0"/>
              </a:defRPr>
            </a:lvl1pPr>
          </a:lstStyle>
          <a:p>
            <a:r>
              <a:rPr lang="en-US" dirty="0"/>
              <a:t>Slide Title Goes Here</a:t>
            </a:r>
          </a:p>
        </p:txBody>
      </p:sp>
      <p:sp>
        <p:nvSpPr>
          <p:cNvPr id="10" name="Content Placeholder 2">
            <a:extLst>
              <a:ext uri="{FF2B5EF4-FFF2-40B4-BE49-F238E27FC236}">
                <a16:creationId xmlns:a16="http://schemas.microsoft.com/office/drawing/2014/main" id="{5A0E15C9-D306-B736-F041-3C5729A18DE3}"/>
              </a:ext>
            </a:extLst>
          </p:cNvPr>
          <p:cNvSpPr>
            <a:spLocks noGrp="1"/>
          </p:cNvSpPr>
          <p:nvPr>
            <p:ph idx="1"/>
          </p:nvPr>
        </p:nvSpPr>
        <p:spPr>
          <a:xfrm>
            <a:off x="900501" y="987374"/>
            <a:ext cx="7333862" cy="3655572"/>
          </a:xfrm>
        </p:spPr>
        <p:txBody>
          <a:bodyPr>
            <a:noAutofit/>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2" name="Picture 1" descr="A white object with a black border&#10;&#10;Description automatically generated with medium confidence">
            <a:extLst>
              <a:ext uri="{FF2B5EF4-FFF2-40B4-BE49-F238E27FC236}">
                <a16:creationId xmlns:a16="http://schemas.microsoft.com/office/drawing/2014/main" id="{1E03FF75-F906-DFC4-F2DB-E6A0D0C643B9}"/>
              </a:ext>
            </a:extLst>
          </p:cNvPr>
          <p:cNvPicPr>
            <a:picLocks noChangeAspect="1"/>
          </p:cNvPicPr>
          <p:nvPr userDrawn="1"/>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30448785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05_Content Slide (box)">
    <p:spTree>
      <p:nvGrpSpPr>
        <p:cNvPr id="1" name=""/>
        <p:cNvGrpSpPr/>
        <p:nvPr/>
      </p:nvGrpSpPr>
      <p:grpSpPr>
        <a:xfrm>
          <a:off x="0" y="0"/>
          <a:ext cx="0" cy="0"/>
          <a:chOff x="0" y="0"/>
          <a:chExt cx="0" cy="0"/>
        </a:xfrm>
      </p:grpSpPr>
      <p:pic>
        <p:nvPicPr>
          <p:cNvPr id="5" name="Picture 4" descr="A white rectangular object with a grey background&#10;&#10;Description automatically generated">
            <a:extLst>
              <a:ext uri="{FF2B5EF4-FFF2-40B4-BE49-F238E27FC236}">
                <a16:creationId xmlns:a16="http://schemas.microsoft.com/office/drawing/2014/main" id="{8F5A7659-558D-5850-50C2-72AB7FD8FCBD}"/>
              </a:ext>
            </a:extLst>
          </p:cNvPr>
          <p:cNvPicPr>
            <a:picLocks noChangeAspect="1"/>
          </p:cNvPicPr>
          <p:nvPr/>
        </p:nvPicPr>
        <p:blipFill>
          <a:blip r:embed="rId2"/>
          <a:stretch>
            <a:fillRect/>
          </a:stretch>
        </p:blipFill>
        <p:spPr>
          <a:xfrm>
            <a:off x="0" y="0"/>
            <a:ext cx="9144000" cy="5143500"/>
          </a:xfrm>
          <a:prstGeom prst="rect">
            <a:avLst/>
          </a:prstGeom>
        </p:spPr>
      </p:pic>
      <p:sp>
        <p:nvSpPr>
          <p:cNvPr id="6" name="Title 1">
            <a:extLst>
              <a:ext uri="{FF2B5EF4-FFF2-40B4-BE49-F238E27FC236}">
                <a16:creationId xmlns:a16="http://schemas.microsoft.com/office/drawing/2014/main" id="{39A3BCAA-490B-BAA5-D814-04214EC50245}"/>
              </a:ext>
            </a:extLst>
          </p:cNvPr>
          <p:cNvSpPr>
            <a:spLocks noGrp="1"/>
          </p:cNvSpPr>
          <p:nvPr>
            <p:ph type="title" hasCustomPrompt="1"/>
          </p:nvPr>
        </p:nvSpPr>
        <p:spPr>
          <a:xfrm>
            <a:off x="793342" y="9336"/>
            <a:ext cx="7548179" cy="463628"/>
          </a:xfrm>
          <a:prstGeom prst="rect">
            <a:avLst/>
          </a:prstGeom>
        </p:spPr>
        <p:txBody>
          <a:bodyPr>
            <a:noAutofit/>
          </a:bodyPr>
          <a:lstStyle>
            <a:lvl1pPr algn="l">
              <a:defRPr sz="2800" baseline="0">
                <a:solidFill>
                  <a:schemeClr val="bg1"/>
                </a:solidFill>
                <a:latin typeface="Segoe UI" panose="020B0502040204020203" pitchFamily="34" charset="0"/>
                <a:cs typeface="Segoe UI" panose="020B0502040204020203" pitchFamily="34" charset="0"/>
              </a:defRPr>
            </a:lvl1pPr>
          </a:lstStyle>
          <a:p>
            <a:r>
              <a:rPr lang="en-US" dirty="0"/>
              <a:t>Slide Title Goes Here</a:t>
            </a:r>
          </a:p>
        </p:txBody>
      </p:sp>
      <p:sp>
        <p:nvSpPr>
          <p:cNvPr id="7" name="Content Placeholder 2">
            <a:extLst>
              <a:ext uri="{FF2B5EF4-FFF2-40B4-BE49-F238E27FC236}">
                <a16:creationId xmlns:a16="http://schemas.microsoft.com/office/drawing/2014/main" id="{4043A29F-9950-00FC-54AD-2F3EA9126BD7}"/>
              </a:ext>
            </a:extLst>
          </p:cNvPr>
          <p:cNvSpPr>
            <a:spLocks noGrp="1"/>
          </p:cNvSpPr>
          <p:nvPr>
            <p:ph idx="1"/>
          </p:nvPr>
        </p:nvSpPr>
        <p:spPr>
          <a:xfrm>
            <a:off x="900501" y="987374"/>
            <a:ext cx="7333862" cy="3655572"/>
          </a:xfrm>
        </p:spPr>
        <p:txBody>
          <a:bodyPr>
            <a:noAutofit/>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2" name="Picture 1" descr="A white rectangular object with a grey background&#10;&#10;Description automatically generated">
            <a:extLst>
              <a:ext uri="{FF2B5EF4-FFF2-40B4-BE49-F238E27FC236}">
                <a16:creationId xmlns:a16="http://schemas.microsoft.com/office/drawing/2014/main" id="{5E576AAE-EDF3-8574-4732-C4A9E1587DC0}"/>
              </a:ext>
            </a:extLst>
          </p:cNvPr>
          <p:cNvPicPr>
            <a:picLocks noChangeAspect="1"/>
          </p:cNvPicPr>
          <p:nvPr userDrawn="1"/>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34630760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06_Content Slide (header and footer)">
    <p:spTree>
      <p:nvGrpSpPr>
        <p:cNvPr id="1" name=""/>
        <p:cNvGrpSpPr/>
        <p:nvPr/>
      </p:nvGrpSpPr>
      <p:grpSpPr>
        <a:xfrm>
          <a:off x="0" y="0"/>
          <a:ext cx="0" cy="0"/>
          <a:chOff x="0" y="0"/>
          <a:chExt cx="0" cy="0"/>
        </a:xfrm>
      </p:grpSpPr>
      <p:pic>
        <p:nvPicPr>
          <p:cNvPr id="4" name="Picture 3" descr="A white and blue logo&#10;&#10;Description automatically generated with medium confidence">
            <a:extLst>
              <a:ext uri="{FF2B5EF4-FFF2-40B4-BE49-F238E27FC236}">
                <a16:creationId xmlns:a16="http://schemas.microsoft.com/office/drawing/2014/main" id="{10F185E1-4992-9D3A-B3E8-45EEBB7E670A}"/>
              </a:ext>
            </a:extLst>
          </p:cNvPr>
          <p:cNvPicPr>
            <a:picLocks noChangeAspect="1"/>
          </p:cNvPicPr>
          <p:nvPr/>
        </p:nvPicPr>
        <p:blipFill>
          <a:blip r:embed="rId2"/>
          <a:stretch>
            <a:fillRect/>
          </a:stretch>
        </p:blipFill>
        <p:spPr>
          <a:xfrm>
            <a:off x="0" y="0"/>
            <a:ext cx="9144000" cy="5143500"/>
          </a:xfrm>
          <a:prstGeom prst="rect">
            <a:avLst/>
          </a:prstGeom>
        </p:spPr>
      </p:pic>
      <p:sp>
        <p:nvSpPr>
          <p:cNvPr id="3" name="Content Placeholder 2"/>
          <p:cNvSpPr>
            <a:spLocks noGrp="1"/>
          </p:cNvSpPr>
          <p:nvPr>
            <p:ph idx="1"/>
          </p:nvPr>
        </p:nvSpPr>
        <p:spPr>
          <a:xfrm>
            <a:off x="900501" y="775629"/>
            <a:ext cx="7333862" cy="3742941"/>
          </a:xfrm>
        </p:spPr>
        <p:txBody>
          <a:bodyPr>
            <a:noAutofit/>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2" name="Picture 1" descr="A white and blue logo&#10;&#10;Description automatically generated with medium confidence">
            <a:extLst>
              <a:ext uri="{FF2B5EF4-FFF2-40B4-BE49-F238E27FC236}">
                <a16:creationId xmlns:a16="http://schemas.microsoft.com/office/drawing/2014/main" id="{F92DCD30-BA28-F0D3-0128-BF69D7B726C5}"/>
              </a:ext>
            </a:extLst>
          </p:cNvPr>
          <p:cNvPicPr>
            <a:picLocks noChangeAspect="1"/>
          </p:cNvPicPr>
          <p:nvPr userDrawn="1"/>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6042070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07_Content Slide (footer only)">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6ED5F27-70E5-4B4C-988B-9232507CFD00}"/>
              </a:ext>
            </a:extLst>
          </p:cNvPr>
          <p:cNvPicPr>
            <a:picLocks noChangeAspect="1"/>
          </p:cNvPicPr>
          <p:nvPr/>
        </p:nvPicPr>
        <p:blipFill>
          <a:blip r:embed="rId2"/>
          <a:srcRect/>
          <a:stretch/>
        </p:blipFill>
        <p:spPr>
          <a:xfrm>
            <a:off x="0" y="0"/>
            <a:ext cx="9144000" cy="5143500"/>
          </a:xfrm>
          <a:prstGeom prst="rect">
            <a:avLst/>
          </a:prstGeom>
        </p:spPr>
      </p:pic>
      <p:sp>
        <p:nvSpPr>
          <p:cNvPr id="3" name="Content Placeholder 2"/>
          <p:cNvSpPr>
            <a:spLocks noGrp="1"/>
          </p:cNvSpPr>
          <p:nvPr>
            <p:ph idx="1"/>
          </p:nvPr>
        </p:nvSpPr>
        <p:spPr>
          <a:xfrm>
            <a:off x="900501" y="775629"/>
            <a:ext cx="7333862" cy="3742941"/>
          </a:xfrm>
        </p:spPr>
        <p:txBody>
          <a:bodyPr>
            <a:noAutofit/>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itle 1">
            <a:extLst>
              <a:ext uri="{FF2B5EF4-FFF2-40B4-BE49-F238E27FC236}">
                <a16:creationId xmlns:a16="http://schemas.microsoft.com/office/drawing/2014/main" id="{C5FABB46-522D-9531-1393-55BDDBA9800B}"/>
              </a:ext>
            </a:extLst>
          </p:cNvPr>
          <p:cNvSpPr>
            <a:spLocks noGrp="1"/>
          </p:cNvSpPr>
          <p:nvPr>
            <p:ph type="title" hasCustomPrompt="1"/>
          </p:nvPr>
        </p:nvSpPr>
        <p:spPr>
          <a:xfrm>
            <a:off x="793342" y="9336"/>
            <a:ext cx="7548179" cy="463628"/>
          </a:xfrm>
          <a:prstGeom prst="rect">
            <a:avLst/>
          </a:prstGeom>
        </p:spPr>
        <p:txBody>
          <a:bodyPr>
            <a:noAutofit/>
          </a:bodyPr>
          <a:lstStyle>
            <a:lvl1pPr algn="l">
              <a:defRPr sz="2800" baseline="0">
                <a:solidFill>
                  <a:schemeClr val="tx1"/>
                </a:solidFill>
                <a:latin typeface="Segoe UI" panose="020B0502040204020203" pitchFamily="34" charset="0"/>
                <a:cs typeface="Segoe UI" panose="020B0502040204020203" pitchFamily="34" charset="0"/>
              </a:defRPr>
            </a:lvl1pPr>
          </a:lstStyle>
          <a:p>
            <a:r>
              <a:rPr lang="en-US" dirty="0"/>
              <a:t>Slide Title Goes Here</a:t>
            </a:r>
          </a:p>
        </p:txBody>
      </p:sp>
      <p:pic>
        <p:nvPicPr>
          <p:cNvPr id="2" name="Picture 1">
            <a:extLst>
              <a:ext uri="{FF2B5EF4-FFF2-40B4-BE49-F238E27FC236}">
                <a16:creationId xmlns:a16="http://schemas.microsoft.com/office/drawing/2014/main" id="{6C88AC8A-674A-76E5-9602-A90DC8B808F4}"/>
              </a:ext>
            </a:extLst>
          </p:cNvPr>
          <p:cNvPicPr>
            <a:picLocks noChangeAspect="1"/>
          </p:cNvPicPr>
          <p:nvPr userDrawn="1"/>
        </p:nvPicPr>
        <p:blipFill>
          <a:blip r:embed="rId2"/>
          <a:srcRect/>
          <a:stretch/>
        </p:blipFill>
        <p:spPr>
          <a:xfrm>
            <a:off x="0" y="0"/>
            <a:ext cx="9144000" cy="5143500"/>
          </a:xfrm>
          <a:prstGeom prst="rect">
            <a:avLst/>
          </a:prstGeom>
        </p:spPr>
      </p:pic>
    </p:spTree>
    <p:extLst>
      <p:ext uri="{BB962C8B-B14F-4D97-AF65-F5344CB8AC3E}">
        <p14:creationId xmlns:p14="http://schemas.microsoft.com/office/powerpoint/2010/main" val="17285661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08_Content Slide (footer only w/ two content boxes)">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2225C24-701B-6B4D-B8C3-DFB49DB8C60B}"/>
              </a:ext>
            </a:extLst>
          </p:cNvPr>
          <p:cNvPicPr>
            <a:picLocks noChangeAspect="1"/>
          </p:cNvPicPr>
          <p:nvPr/>
        </p:nvPicPr>
        <p:blipFill>
          <a:blip r:embed="rId2"/>
          <a:srcRect/>
          <a:stretch/>
        </p:blipFill>
        <p:spPr>
          <a:xfrm>
            <a:off x="0" y="0"/>
            <a:ext cx="9144000" cy="5143500"/>
          </a:xfrm>
          <a:prstGeom prst="rect">
            <a:avLst/>
          </a:prstGeom>
        </p:spPr>
      </p:pic>
      <p:sp>
        <p:nvSpPr>
          <p:cNvPr id="3" name="Content Placeholder 2"/>
          <p:cNvSpPr>
            <a:spLocks noGrp="1"/>
          </p:cNvSpPr>
          <p:nvPr>
            <p:ph sz="half" idx="1"/>
          </p:nvPr>
        </p:nvSpPr>
        <p:spPr>
          <a:xfrm>
            <a:off x="457200" y="946140"/>
            <a:ext cx="4038600" cy="3394472"/>
          </a:xfrm>
        </p:spPr>
        <p:txBody>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57344" y="946356"/>
            <a:ext cx="4038600" cy="3394472"/>
          </a:xfrm>
        </p:spPr>
        <p:txBody>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itle 1">
            <a:extLst>
              <a:ext uri="{FF2B5EF4-FFF2-40B4-BE49-F238E27FC236}">
                <a16:creationId xmlns:a16="http://schemas.microsoft.com/office/drawing/2014/main" id="{1F0EB95E-AB5B-2489-EDB6-8BD32E98EC8B}"/>
              </a:ext>
            </a:extLst>
          </p:cNvPr>
          <p:cNvSpPr>
            <a:spLocks noGrp="1"/>
          </p:cNvSpPr>
          <p:nvPr>
            <p:ph type="title" hasCustomPrompt="1"/>
          </p:nvPr>
        </p:nvSpPr>
        <p:spPr>
          <a:xfrm>
            <a:off x="793342" y="9336"/>
            <a:ext cx="7548179" cy="463628"/>
          </a:xfrm>
          <a:prstGeom prst="rect">
            <a:avLst/>
          </a:prstGeom>
        </p:spPr>
        <p:txBody>
          <a:bodyPr>
            <a:noAutofit/>
          </a:bodyPr>
          <a:lstStyle>
            <a:lvl1pPr algn="l">
              <a:defRPr sz="2800" baseline="0">
                <a:solidFill>
                  <a:schemeClr val="tx1"/>
                </a:solidFill>
                <a:latin typeface="Segoe UI" panose="020B0502040204020203" pitchFamily="34" charset="0"/>
                <a:cs typeface="Segoe UI" panose="020B0502040204020203" pitchFamily="34" charset="0"/>
              </a:defRPr>
            </a:lvl1pPr>
          </a:lstStyle>
          <a:p>
            <a:r>
              <a:rPr lang="en-US" dirty="0"/>
              <a:t>Slide Title Goes Here</a:t>
            </a:r>
          </a:p>
        </p:txBody>
      </p:sp>
      <p:pic>
        <p:nvPicPr>
          <p:cNvPr id="2" name="Picture 1">
            <a:extLst>
              <a:ext uri="{FF2B5EF4-FFF2-40B4-BE49-F238E27FC236}">
                <a16:creationId xmlns:a16="http://schemas.microsoft.com/office/drawing/2014/main" id="{56BBD1A7-D040-8AA9-D945-8E9453D4DABF}"/>
              </a:ext>
            </a:extLst>
          </p:cNvPr>
          <p:cNvPicPr>
            <a:picLocks noChangeAspect="1"/>
          </p:cNvPicPr>
          <p:nvPr userDrawn="1"/>
        </p:nvPicPr>
        <p:blipFill>
          <a:blip r:embed="rId2"/>
          <a:srcRect/>
          <a:stretch/>
        </p:blipFill>
        <p:spPr>
          <a:xfrm>
            <a:off x="0" y="0"/>
            <a:ext cx="9144000" cy="5143500"/>
          </a:xfrm>
          <a:prstGeom prst="rect">
            <a:avLst/>
          </a:prstGeom>
        </p:spPr>
      </p:pic>
    </p:spTree>
    <p:extLst>
      <p:ext uri="{BB962C8B-B14F-4D97-AF65-F5344CB8AC3E}">
        <p14:creationId xmlns:p14="http://schemas.microsoft.com/office/powerpoint/2010/main" val="35793167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09_Content Slide (open spac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EB9D5BD-777B-FB47-A928-3A74870851D9}"/>
              </a:ext>
            </a:extLst>
          </p:cNvPr>
          <p:cNvPicPr>
            <a:picLocks noChangeAspect="1"/>
          </p:cNvPicPr>
          <p:nvPr/>
        </p:nvPicPr>
        <p:blipFill>
          <a:blip r:embed="rId2"/>
          <a:srcRect/>
          <a:stretch/>
        </p:blipFill>
        <p:spPr>
          <a:xfrm>
            <a:off x="0" y="9336"/>
            <a:ext cx="9144000" cy="5143500"/>
          </a:xfrm>
          <a:prstGeom prst="rect">
            <a:avLst/>
          </a:prstGeom>
        </p:spPr>
      </p:pic>
      <p:sp>
        <p:nvSpPr>
          <p:cNvPr id="6" name="Title 1">
            <a:extLst>
              <a:ext uri="{FF2B5EF4-FFF2-40B4-BE49-F238E27FC236}">
                <a16:creationId xmlns:a16="http://schemas.microsoft.com/office/drawing/2014/main" id="{715979BF-344D-CDD6-5808-1E3A396E91D7}"/>
              </a:ext>
            </a:extLst>
          </p:cNvPr>
          <p:cNvSpPr>
            <a:spLocks noGrp="1"/>
          </p:cNvSpPr>
          <p:nvPr>
            <p:ph type="title" hasCustomPrompt="1"/>
          </p:nvPr>
        </p:nvSpPr>
        <p:spPr>
          <a:xfrm>
            <a:off x="793342" y="9336"/>
            <a:ext cx="7548179" cy="463628"/>
          </a:xfrm>
          <a:prstGeom prst="rect">
            <a:avLst/>
          </a:prstGeom>
        </p:spPr>
        <p:txBody>
          <a:bodyPr>
            <a:noAutofit/>
          </a:bodyPr>
          <a:lstStyle>
            <a:lvl1pPr algn="l">
              <a:defRPr sz="2800" baseline="0">
                <a:solidFill>
                  <a:schemeClr val="tx1"/>
                </a:solidFill>
                <a:latin typeface="Segoe UI" panose="020B0502040204020203" pitchFamily="34" charset="0"/>
                <a:cs typeface="Segoe UI" panose="020B0502040204020203" pitchFamily="34" charset="0"/>
              </a:defRPr>
            </a:lvl1pPr>
          </a:lstStyle>
          <a:p>
            <a:r>
              <a:rPr lang="en-US" dirty="0"/>
              <a:t>Slide Title Goes Here</a:t>
            </a:r>
          </a:p>
        </p:txBody>
      </p:sp>
      <p:sp>
        <p:nvSpPr>
          <p:cNvPr id="9" name="Content Placeholder 2">
            <a:extLst>
              <a:ext uri="{FF2B5EF4-FFF2-40B4-BE49-F238E27FC236}">
                <a16:creationId xmlns:a16="http://schemas.microsoft.com/office/drawing/2014/main" id="{4E038BA8-C749-8779-4A17-7889836633C0}"/>
              </a:ext>
            </a:extLst>
          </p:cNvPr>
          <p:cNvSpPr>
            <a:spLocks noGrp="1"/>
          </p:cNvSpPr>
          <p:nvPr>
            <p:ph idx="1"/>
          </p:nvPr>
        </p:nvSpPr>
        <p:spPr>
          <a:xfrm>
            <a:off x="900501" y="775629"/>
            <a:ext cx="7333862" cy="3742941"/>
          </a:xfrm>
        </p:spPr>
        <p:txBody>
          <a:bodyPr>
            <a:noAutofit/>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2" name="Picture 1">
            <a:extLst>
              <a:ext uri="{FF2B5EF4-FFF2-40B4-BE49-F238E27FC236}">
                <a16:creationId xmlns:a16="http://schemas.microsoft.com/office/drawing/2014/main" id="{206A0AD5-CB3F-8169-AF25-456262A7BAD3}"/>
              </a:ext>
            </a:extLst>
          </p:cNvPr>
          <p:cNvPicPr>
            <a:picLocks noChangeAspect="1"/>
          </p:cNvPicPr>
          <p:nvPr userDrawn="1"/>
        </p:nvPicPr>
        <p:blipFill>
          <a:blip r:embed="rId2"/>
          <a:srcRect/>
          <a:stretch/>
        </p:blipFill>
        <p:spPr>
          <a:xfrm>
            <a:off x="0" y="9336"/>
            <a:ext cx="9144000" cy="5143500"/>
          </a:xfrm>
          <a:prstGeom prst="rect">
            <a:avLst/>
          </a:prstGeom>
        </p:spPr>
      </p:pic>
    </p:spTree>
    <p:extLst>
      <p:ext uri="{BB962C8B-B14F-4D97-AF65-F5344CB8AC3E}">
        <p14:creationId xmlns:p14="http://schemas.microsoft.com/office/powerpoint/2010/main" val="18207080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Course Title Slide">
    <p:spTree>
      <p:nvGrpSpPr>
        <p:cNvPr id="1" name=""/>
        <p:cNvGrpSpPr/>
        <p:nvPr/>
      </p:nvGrpSpPr>
      <p:grpSpPr>
        <a:xfrm>
          <a:off x="0" y="0"/>
          <a:ext cx="0" cy="0"/>
          <a:chOff x="0" y="0"/>
          <a:chExt cx="0" cy="0"/>
        </a:xfrm>
      </p:grpSpPr>
      <p:pic>
        <p:nvPicPr>
          <p:cNvPr id="5" name="Picture 4" descr="Shape&#10;&#10;Description automatically generated with medium confidence">
            <a:extLst>
              <a:ext uri="{FF2B5EF4-FFF2-40B4-BE49-F238E27FC236}">
                <a16:creationId xmlns:a16="http://schemas.microsoft.com/office/drawing/2014/main" id="{315FA5AA-E7FF-BD49-A92D-7A87578950F6}"/>
              </a:ext>
            </a:extLst>
          </p:cNvPr>
          <p:cNvPicPr>
            <a:picLocks noChangeAspect="1"/>
          </p:cNvPicPr>
          <p:nvPr userDrawn="1"/>
        </p:nvPicPr>
        <p:blipFill>
          <a:blip r:embed="rId2"/>
          <a:stretch>
            <a:fillRect/>
          </a:stretch>
        </p:blipFill>
        <p:spPr>
          <a:xfrm>
            <a:off x="0" y="0"/>
            <a:ext cx="9144000" cy="5143500"/>
          </a:xfrm>
          <a:prstGeom prst="rect">
            <a:avLst/>
          </a:prstGeom>
          <a:blipFill>
            <a:blip r:embed="rId3"/>
            <a:stretch>
              <a:fillRect/>
            </a:stretch>
          </a:blipFill>
        </p:spPr>
      </p:pic>
      <p:pic>
        <p:nvPicPr>
          <p:cNvPr id="7" name="Picture 6" descr="A blue and white background&#10;&#10;Description automatically generated">
            <a:extLst>
              <a:ext uri="{FF2B5EF4-FFF2-40B4-BE49-F238E27FC236}">
                <a16:creationId xmlns:a16="http://schemas.microsoft.com/office/drawing/2014/main" id="{DCB4EE68-6906-C0D2-628A-07C92F87891F}"/>
              </a:ext>
            </a:extLst>
          </p:cNvPr>
          <p:cNvPicPr>
            <a:picLocks noChangeAspect="1"/>
          </p:cNvPicPr>
          <p:nvPr userDrawn="1"/>
        </p:nvPicPr>
        <p:blipFill>
          <a:blip r:embed="rId3"/>
          <a:stretch>
            <a:fillRect/>
          </a:stretch>
        </p:blipFill>
        <p:spPr>
          <a:xfrm>
            <a:off x="0" y="0"/>
            <a:ext cx="9144000" cy="5143500"/>
          </a:xfrm>
          <a:prstGeom prst="rect">
            <a:avLst/>
          </a:prstGeom>
        </p:spPr>
      </p:pic>
      <p:sp>
        <p:nvSpPr>
          <p:cNvPr id="3" name="Subtitle 2"/>
          <p:cNvSpPr>
            <a:spLocks noGrp="1"/>
          </p:cNvSpPr>
          <p:nvPr>
            <p:ph type="subTitle" idx="1" hasCustomPrompt="1"/>
          </p:nvPr>
        </p:nvSpPr>
        <p:spPr>
          <a:xfrm>
            <a:off x="1840663" y="1365666"/>
            <a:ext cx="6143485" cy="674899"/>
          </a:xfrm>
        </p:spPr>
        <p:txBody>
          <a:bodyPr>
            <a:normAutofit/>
          </a:bodyPr>
          <a:lstStyle>
            <a:lvl1pPr marL="685800" indent="-630936" algn="l">
              <a:buNone/>
              <a:tabLst>
                <a:tab pos="574675" algn="l"/>
              </a:tabLst>
              <a:defRPr sz="4400" b="0" baseline="0">
                <a:solidFill>
                  <a:srgbClr val="454D4E"/>
                </a:solidFill>
                <a:latin typeface="Segoe UI Light" panose="020B0502040204020203" pitchFamily="34" charset="0"/>
                <a:cs typeface="Segoe UI Light" panose="020B0502040204020203"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Course Title Here:</a:t>
            </a:r>
          </a:p>
        </p:txBody>
      </p:sp>
      <p:sp>
        <p:nvSpPr>
          <p:cNvPr id="12" name="Picture Placeholder 11">
            <a:extLst>
              <a:ext uri="{FF2B5EF4-FFF2-40B4-BE49-F238E27FC236}">
                <a16:creationId xmlns:a16="http://schemas.microsoft.com/office/drawing/2014/main" id="{4DCF20B5-BDCC-4D4B-9EB2-D0FDA548FADC}"/>
              </a:ext>
            </a:extLst>
          </p:cNvPr>
          <p:cNvSpPr>
            <a:spLocks noGrp="1"/>
          </p:cNvSpPr>
          <p:nvPr>
            <p:ph type="pic" sz="quarter" idx="10" hasCustomPrompt="1"/>
          </p:nvPr>
        </p:nvSpPr>
        <p:spPr>
          <a:xfrm>
            <a:off x="2259980" y="3095097"/>
            <a:ext cx="1112885" cy="1168586"/>
          </a:xfrm>
          <a:effectLst>
            <a:outerShdw blurRad="50800" dist="38100" dir="5400000" algn="t" rotWithShape="0">
              <a:prstClr val="black">
                <a:alpha val="40000"/>
              </a:prstClr>
            </a:outerShdw>
          </a:effectLst>
        </p:spPr>
        <p:txBody>
          <a:bodyPr>
            <a:normAutofit/>
          </a:bodyPr>
          <a:lstStyle>
            <a:lvl1pPr marL="0" indent="0">
              <a:buNone/>
              <a:defRPr sz="1200"/>
            </a:lvl1pPr>
          </a:lstStyle>
          <a:p>
            <a:r>
              <a:rPr lang="en-US" dirty="0"/>
              <a:t>Insert </a:t>
            </a:r>
          </a:p>
          <a:p>
            <a:r>
              <a:rPr lang="en-US" dirty="0"/>
              <a:t>Author </a:t>
            </a:r>
          </a:p>
          <a:p>
            <a:r>
              <a:rPr lang="en-US" dirty="0"/>
              <a:t>Headshot </a:t>
            </a:r>
          </a:p>
          <a:p>
            <a:r>
              <a:rPr lang="en-US" dirty="0"/>
              <a:t>Photo</a:t>
            </a:r>
          </a:p>
          <a:p>
            <a:r>
              <a:rPr lang="en-US" dirty="0"/>
              <a:t>Here</a:t>
            </a:r>
          </a:p>
        </p:txBody>
      </p:sp>
      <p:sp>
        <p:nvSpPr>
          <p:cNvPr id="6" name="Text Placeholder 5">
            <a:extLst>
              <a:ext uri="{FF2B5EF4-FFF2-40B4-BE49-F238E27FC236}">
                <a16:creationId xmlns:a16="http://schemas.microsoft.com/office/drawing/2014/main" id="{E069A88D-4483-164E-BD65-F3FA79A5214F}"/>
              </a:ext>
            </a:extLst>
          </p:cNvPr>
          <p:cNvSpPr>
            <a:spLocks noGrp="1"/>
          </p:cNvSpPr>
          <p:nvPr>
            <p:ph type="body" sz="quarter" idx="11" hasCustomPrompt="1"/>
          </p:nvPr>
        </p:nvSpPr>
        <p:spPr>
          <a:xfrm>
            <a:off x="3462819" y="3263590"/>
            <a:ext cx="3802750" cy="384813"/>
          </a:xfrm>
        </p:spPr>
        <p:txBody>
          <a:bodyPr>
            <a:noAutofit/>
          </a:bodyPr>
          <a:lstStyle>
            <a:lvl1pPr marL="0" indent="0">
              <a:buNone/>
              <a:defRPr sz="2000" b="0" i="0" u="none" baseline="0">
                <a:latin typeface="Open Sans" panose="020B0606030504020204" pitchFamily="34" charset="0"/>
              </a:defRPr>
            </a:lvl1pPr>
          </a:lstStyle>
          <a:p>
            <a:pPr algn="l"/>
            <a:r>
              <a:rPr lang="en-US" sz="1600" dirty="0">
                <a:latin typeface="Segoe UI" panose="020B0502040204020203" pitchFamily="34" charset="0"/>
                <a:cs typeface="Segoe UI" panose="020B0502040204020203" pitchFamily="34" charset="0"/>
              </a:rPr>
              <a:t>Author Name</a:t>
            </a:r>
          </a:p>
        </p:txBody>
      </p:sp>
      <p:sp>
        <p:nvSpPr>
          <p:cNvPr id="14" name="Text Placeholder 13">
            <a:extLst>
              <a:ext uri="{FF2B5EF4-FFF2-40B4-BE49-F238E27FC236}">
                <a16:creationId xmlns:a16="http://schemas.microsoft.com/office/drawing/2014/main" id="{4C2A0807-1CDE-5F49-A30A-6B9B299977E1}"/>
              </a:ext>
            </a:extLst>
          </p:cNvPr>
          <p:cNvSpPr>
            <a:spLocks noGrp="1"/>
          </p:cNvSpPr>
          <p:nvPr>
            <p:ph type="body" sz="quarter" idx="12" hasCustomPrompt="1"/>
          </p:nvPr>
        </p:nvSpPr>
        <p:spPr>
          <a:xfrm>
            <a:off x="3462347" y="3648402"/>
            <a:ext cx="2739170" cy="584200"/>
          </a:xfrm>
        </p:spPr>
        <p:txBody>
          <a:bodyPr>
            <a:normAutofit/>
          </a:bodyPr>
          <a:lstStyle>
            <a:lvl1pPr marL="0" indent="0">
              <a:buNone/>
              <a:defRPr sz="1200" baseline="0">
                <a:latin typeface="Open Sans" panose="020B0606030504020204" pitchFamily="34" charset="0"/>
              </a:defRPr>
            </a:lvl1pPr>
          </a:lstStyle>
          <a:p>
            <a:pPr lvl="0"/>
            <a:r>
              <a:rPr lang="en-US" dirty="0"/>
              <a:t>Lower Third</a:t>
            </a:r>
          </a:p>
        </p:txBody>
      </p:sp>
      <p:sp>
        <p:nvSpPr>
          <p:cNvPr id="17" name="TextBox 16">
            <a:extLst>
              <a:ext uri="{FF2B5EF4-FFF2-40B4-BE49-F238E27FC236}">
                <a16:creationId xmlns:a16="http://schemas.microsoft.com/office/drawing/2014/main" id="{68641A57-2545-0CDA-3A11-C1281610CCD7}"/>
              </a:ext>
            </a:extLst>
          </p:cNvPr>
          <p:cNvSpPr txBox="1"/>
          <p:nvPr userDrawn="1"/>
        </p:nvSpPr>
        <p:spPr>
          <a:xfrm>
            <a:off x="1923165" y="312433"/>
            <a:ext cx="5239240" cy="628091"/>
          </a:xfrm>
          <a:prstGeom prst="rect">
            <a:avLst/>
          </a:prstGeom>
        </p:spPr>
        <p:txBody>
          <a:bodyPr vert="horz" wrap="none" lIns="91440" tIns="45720" rIns="91440" bIns="45720" rtlCol="0">
            <a:normAutofit/>
          </a:bodyPr>
          <a:lstStyle/>
          <a:p>
            <a:pPr algn="l"/>
            <a:r>
              <a:rPr lang="en-US" sz="3000" b="1" i="0" baseline="0" dirty="0">
                <a:solidFill>
                  <a:srgbClr val="454D4E"/>
                </a:solidFill>
                <a:latin typeface="Segoe UI" panose="020B0502040204020203" pitchFamily="34" charset="0"/>
                <a:cs typeface="Segoe UI" panose="020B0502040204020203" pitchFamily="34" charset="0"/>
              </a:rPr>
              <a:t>Introduction</a:t>
            </a:r>
          </a:p>
        </p:txBody>
      </p:sp>
      <p:sp>
        <p:nvSpPr>
          <p:cNvPr id="16" name="Text Placeholder 15">
            <a:extLst>
              <a:ext uri="{FF2B5EF4-FFF2-40B4-BE49-F238E27FC236}">
                <a16:creationId xmlns:a16="http://schemas.microsoft.com/office/drawing/2014/main" id="{D7709AF5-2D39-3318-476A-B7DB868293B3}"/>
              </a:ext>
            </a:extLst>
          </p:cNvPr>
          <p:cNvSpPr>
            <a:spLocks noGrp="1"/>
          </p:cNvSpPr>
          <p:nvPr>
            <p:ph type="body" sz="quarter" idx="13" hasCustomPrompt="1"/>
          </p:nvPr>
        </p:nvSpPr>
        <p:spPr>
          <a:xfrm>
            <a:off x="1840662" y="2040565"/>
            <a:ext cx="6143485" cy="771235"/>
          </a:xfrm>
        </p:spPr>
        <p:txBody>
          <a:bodyPr>
            <a:noAutofit/>
          </a:bodyPr>
          <a:lstStyle>
            <a:lvl1pPr marL="0" indent="0">
              <a:buNone/>
              <a:defRPr sz="3600" b="0" i="0">
                <a:latin typeface="Segoe UI Light" panose="020B0502040204020203" pitchFamily="34" charset="0"/>
                <a:cs typeface="Segoe UI Light" panose="020B0502040204020203" pitchFamily="34" charset="0"/>
              </a:defRPr>
            </a:lvl1pPr>
          </a:lstStyle>
          <a:p>
            <a:pPr lvl="0"/>
            <a:r>
              <a:rPr lang="en-US" dirty="0"/>
              <a:t> Subtitle here</a:t>
            </a:r>
          </a:p>
        </p:txBody>
      </p:sp>
    </p:spTree>
    <p:extLst>
      <p:ext uri="{BB962C8B-B14F-4D97-AF65-F5344CB8AC3E}">
        <p14:creationId xmlns:p14="http://schemas.microsoft.com/office/powerpoint/2010/main" val="31282576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3_Course Intro (headshot slide)">
    <p:spTree>
      <p:nvGrpSpPr>
        <p:cNvPr id="1" name=""/>
        <p:cNvGrpSpPr/>
        <p:nvPr/>
      </p:nvGrpSpPr>
      <p:grpSpPr>
        <a:xfrm>
          <a:off x="0" y="0"/>
          <a:ext cx="0" cy="0"/>
          <a:chOff x="0" y="0"/>
          <a:chExt cx="0" cy="0"/>
        </a:xfrm>
      </p:grpSpPr>
      <p:pic>
        <p:nvPicPr>
          <p:cNvPr id="4" name="Picture 3" descr="Course Intro slide for slide-based headshot (when recording on-camera is not an option)">
            <a:extLst>
              <a:ext uri="{FF2B5EF4-FFF2-40B4-BE49-F238E27FC236}">
                <a16:creationId xmlns:a16="http://schemas.microsoft.com/office/drawing/2014/main" id="{9289594B-CEE2-DA79-8D6C-78D7B18EF0B7}"/>
              </a:ext>
            </a:extLst>
          </p:cNvPr>
          <p:cNvPicPr>
            <a:picLocks noChangeAspect="1"/>
          </p:cNvPicPr>
          <p:nvPr userDrawn="1"/>
        </p:nvPicPr>
        <p:blipFill>
          <a:blip r:embed="rId2"/>
          <a:stretch>
            <a:fillRect/>
          </a:stretch>
        </p:blipFill>
        <p:spPr>
          <a:xfrm>
            <a:off x="0" y="0"/>
            <a:ext cx="9144000" cy="5143500"/>
          </a:xfrm>
          <a:prstGeom prst="rect">
            <a:avLst/>
          </a:prstGeom>
        </p:spPr>
      </p:pic>
      <p:sp>
        <p:nvSpPr>
          <p:cNvPr id="6" name="Picture Placeholder 11">
            <a:extLst>
              <a:ext uri="{FF2B5EF4-FFF2-40B4-BE49-F238E27FC236}">
                <a16:creationId xmlns:a16="http://schemas.microsoft.com/office/drawing/2014/main" id="{F18C1000-CFD1-814F-9DAF-2DC7FBADDD96}"/>
              </a:ext>
            </a:extLst>
          </p:cNvPr>
          <p:cNvSpPr>
            <a:spLocks noGrp="1"/>
          </p:cNvSpPr>
          <p:nvPr>
            <p:ph type="pic" sz="quarter" idx="10"/>
          </p:nvPr>
        </p:nvSpPr>
        <p:spPr>
          <a:xfrm>
            <a:off x="890544" y="664995"/>
            <a:ext cx="3358265" cy="3560747"/>
          </a:xfrm>
          <a:effectLst>
            <a:outerShdw blurRad="50800" dist="38100" dir="5400000" algn="t" rotWithShape="0">
              <a:prstClr val="black">
                <a:alpha val="40000"/>
              </a:prstClr>
            </a:outerShdw>
          </a:effectLst>
        </p:spPr>
        <p:txBody>
          <a:bodyPr>
            <a:normAutofit/>
          </a:bodyPr>
          <a:lstStyle>
            <a:lvl1pPr marL="0" indent="0" algn="ctr">
              <a:buNone/>
              <a:defRPr sz="2800"/>
            </a:lvl1pPr>
          </a:lstStyle>
          <a:p>
            <a:endParaRPr lang="en-US" dirty="0"/>
          </a:p>
          <a:p>
            <a:r>
              <a:rPr lang="en-US" dirty="0"/>
              <a:t>Insert Author </a:t>
            </a:r>
          </a:p>
          <a:p>
            <a:r>
              <a:rPr lang="en-US" dirty="0"/>
              <a:t>Headshot Photo</a:t>
            </a:r>
          </a:p>
          <a:p>
            <a:r>
              <a:rPr lang="en-US" dirty="0"/>
              <a:t>Here</a:t>
            </a:r>
          </a:p>
        </p:txBody>
      </p:sp>
      <p:sp>
        <p:nvSpPr>
          <p:cNvPr id="3" name="Text Placeholder 2">
            <a:extLst>
              <a:ext uri="{FF2B5EF4-FFF2-40B4-BE49-F238E27FC236}">
                <a16:creationId xmlns:a16="http://schemas.microsoft.com/office/drawing/2014/main" id="{BD4601DF-3D69-3D45-B976-F47622BD405E}"/>
              </a:ext>
            </a:extLst>
          </p:cNvPr>
          <p:cNvSpPr>
            <a:spLocks noGrp="1"/>
          </p:cNvSpPr>
          <p:nvPr>
            <p:ph type="body" sz="quarter" idx="11" hasCustomPrompt="1"/>
          </p:nvPr>
        </p:nvSpPr>
        <p:spPr>
          <a:xfrm>
            <a:off x="4620635" y="382901"/>
            <a:ext cx="3966571" cy="863804"/>
          </a:xfrm>
        </p:spPr>
        <p:txBody>
          <a:bodyPr>
            <a:normAutofit/>
          </a:bodyPr>
          <a:lstStyle>
            <a:lvl1pPr marL="0" indent="0" algn="ctr">
              <a:buNone/>
              <a:defRPr sz="2000" b="0" i="0" kern="800" baseline="0">
                <a:latin typeface="Segoe UI Semilight" panose="020B0402040204020203" pitchFamily="34" charset="0"/>
                <a:cs typeface="Segoe UI Semilight" panose="020B0402040204020203" pitchFamily="34" charset="0"/>
              </a:defRPr>
            </a:lvl1pPr>
          </a:lstStyle>
          <a:p>
            <a:pPr lvl="0"/>
            <a:r>
              <a:rPr lang="en-US" dirty="0"/>
              <a:t>Course Title Goes Here</a:t>
            </a:r>
          </a:p>
        </p:txBody>
      </p:sp>
      <p:sp>
        <p:nvSpPr>
          <p:cNvPr id="9" name="Text Placeholder 2">
            <a:extLst>
              <a:ext uri="{FF2B5EF4-FFF2-40B4-BE49-F238E27FC236}">
                <a16:creationId xmlns:a16="http://schemas.microsoft.com/office/drawing/2014/main" id="{9258BD1F-B284-28B8-2B50-52C6221AECFD}"/>
              </a:ext>
            </a:extLst>
          </p:cNvPr>
          <p:cNvSpPr>
            <a:spLocks noGrp="1"/>
          </p:cNvSpPr>
          <p:nvPr>
            <p:ph type="body" sz="quarter" idx="12" hasCustomPrompt="1"/>
          </p:nvPr>
        </p:nvSpPr>
        <p:spPr>
          <a:xfrm>
            <a:off x="4620634" y="1246704"/>
            <a:ext cx="3966571" cy="2979037"/>
          </a:xfrm>
        </p:spPr>
        <p:txBody>
          <a:bodyPr>
            <a:normAutofit/>
          </a:bodyPr>
          <a:lstStyle>
            <a:lvl1pPr marL="0" indent="0">
              <a:buNone/>
              <a:defRPr sz="1600" b="0" i="0" kern="800" baseline="0">
                <a:latin typeface="Segoe UI Semilight" panose="020B0402040204020203" pitchFamily="34" charset="0"/>
                <a:cs typeface="Segoe UI Semilight" panose="020B0402040204020203" pitchFamily="34" charset="0"/>
              </a:defRPr>
            </a:lvl1pPr>
          </a:lstStyle>
          <a:p>
            <a:pPr lvl="0"/>
            <a:r>
              <a:rPr lang="en-US" dirty="0"/>
              <a:t>Lesson 1: Title</a:t>
            </a:r>
          </a:p>
          <a:p>
            <a:pPr lvl="0"/>
            <a:endParaRPr lang="en-US" dirty="0"/>
          </a:p>
          <a:p>
            <a:pPr lvl="0"/>
            <a:r>
              <a:rPr lang="en-US" dirty="0"/>
              <a:t>Lesson 2: Title</a:t>
            </a:r>
          </a:p>
          <a:p>
            <a:pPr lvl="0"/>
            <a:endParaRPr lang="en-US" dirty="0"/>
          </a:p>
          <a:p>
            <a:pPr lvl="0"/>
            <a:r>
              <a:rPr lang="en-US" dirty="0"/>
              <a:t>Lesson 3: Title</a:t>
            </a:r>
            <a:br>
              <a:rPr lang="en-US" dirty="0"/>
            </a:br>
            <a:endParaRPr lang="en-US" dirty="0"/>
          </a:p>
          <a:p>
            <a:pPr lvl="0"/>
            <a:r>
              <a:rPr lang="en-US" dirty="0"/>
              <a:t>Lesson 4: Title</a:t>
            </a:r>
          </a:p>
          <a:p>
            <a:pPr lvl="0"/>
            <a:endParaRPr lang="en-US" dirty="0"/>
          </a:p>
          <a:p>
            <a:pPr lvl="0"/>
            <a:r>
              <a:rPr lang="en-US" dirty="0"/>
              <a:t>Lesson 5: Title</a:t>
            </a:r>
          </a:p>
        </p:txBody>
      </p:sp>
    </p:spTree>
    <p:extLst>
      <p:ext uri="{BB962C8B-B14F-4D97-AF65-F5344CB8AC3E}">
        <p14:creationId xmlns:p14="http://schemas.microsoft.com/office/powerpoint/2010/main" val="385322893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4_Lesson Intro (headshot slide)">
    <p:spTree>
      <p:nvGrpSpPr>
        <p:cNvPr id="1" name=""/>
        <p:cNvGrpSpPr/>
        <p:nvPr/>
      </p:nvGrpSpPr>
      <p:grpSpPr>
        <a:xfrm>
          <a:off x="0" y="0"/>
          <a:ext cx="0" cy="0"/>
          <a:chOff x="0" y="0"/>
          <a:chExt cx="0" cy="0"/>
        </a:xfrm>
      </p:grpSpPr>
      <p:pic>
        <p:nvPicPr>
          <p:cNvPr id="4" name="Picture 3" descr="A white background with blue border&#10;&#10;Description automatically generated">
            <a:extLst>
              <a:ext uri="{FF2B5EF4-FFF2-40B4-BE49-F238E27FC236}">
                <a16:creationId xmlns:a16="http://schemas.microsoft.com/office/drawing/2014/main" id="{9289594B-CEE2-DA79-8D6C-78D7B18EF0B7}"/>
              </a:ext>
            </a:extLst>
          </p:cNvPr>
          <p:cNvPicPr>
            <a:picLocks noChangeAspect="1"/>
          </p:cNvPicPr>
          <p:nvPr userDrawn="1"/>
        </p:nvPicPr>
        <p:blipFill>
          <a:blip r:embed="rId2"/>
          <a:stretch>
            <a:fillRect/>
          </a:stretch>
        </p:blipFill>
        <p:spPr>
          <a:xfrm>
            <a:off x="1409" y="36599"/>
            <a:ext cx="9144000" cy="5143500"/>
          </a:xfrm>
          <a:prstGeom prst="rect">
            <a:avLst/>
          </a:prstGeom>
        </p:spPr>
      </p:pic>
      <p:sp>
        <p:nvSpPr>
          <p:cNvPr id="3" name="Text Placeholder 2">
            <a:extLst>
              <a:ext uri="{FF2B5EF4-FFF2-40B4-BE49-F238E27FC236}">
                <a16:creationId xmlns:a16="http://schemas.microsoft.com/office/drawing/2014/main" id="{BD4601DF-3D69-3D45-B976-F47622BD405E}"/>
              </a:ext>
            </a:extLst>
          </p:cNvPr>
          <p:cNvSpPr>
            <a:spLocks noGrp="1"/>
          </p:cNvSpPr>
          <p:nvPr>
            <p:ph type="body" sz="quarter" idx="11" hasCustomPrompt="1"/>
          </p:nvPr>
        </p:nvSpPr>
        <p:spPr>
          <a:xfrm>
            <a:off x="4620635" y="382901"/>
            <a:ext cx="3966571" cy="728568"/>
          </a:xfrm>
        </p:spPr>
        <p:txBody>
          <a:bodyPr>
            <a:normAutofit/>
          </a:bodyPr>
          <a:lstStyle>
            <a:lvl1pPr marL="0" indent="0">
              <a:buNone/>
              <a:defRPr sz="2000" b="0" i="0" kern="800" baseline="0">
                <a:latin typeface="Segoe UI Semilight" panose="020B0402040204020203" pitchFamily="34" charset="0"/>
                <a:cs typeface="Segoe UI Semilight" panose="020B0402040204020203" pitchFamily="34" charset="0"/>
              </a:defRPr>
            </a:lvl1pPr>
          </a:lstStyle>
          <a:p>
            <a:pPr lvl="0"/>
            <a:r>
              <a:rPr lang="en-US" dirty="0"/>
              <a:t>Lesson Title Goes Here</a:t>
            </a:r>
          </a:p>
        </p:txBody>
      </p:sp>
      <p:sp>
        <p:nvSpPr>
          <p:cNvPr id="9" name="Text Placeholder 2">
            <a:extLst>
              <a:ext uri="{FF2B5EF4-FFF2-40B4-BE49-F238E27FC236}">
                <a16:creationId xmlns:a16="http://schemas.microsoft.com/office/drawing/2014/main" id="{9258BD1F-B284-28B8-2B50-52C6221AECFD}"/>
              </a:ext>
            </a:extLst>
          </p:cNvPr>
          <p:cNvSpPr>
            <a:spLocks noGrp="1"/>
          </p:cNvSpPr>
          <p:nvPr>
            <p:ph type="body" sz="quarter" idx="12" hasCustomPrompt="1"/>
          </p:nvPr>
        </p:nvSpPr>
        <p:spPr>
          <a:xfrm>
            <a:off x="4620634" y="1124147"/>
            <a:ext cx="3966571" cy="728568"/>
          </a:xfrm>
        </p:spPr>
        <p:txBody>
          <a:bodyPr>
            <a:normAutofit/>
          </a:bodyPr>
          <a:lstStyle>
            <a:lvl1pPr marL="0" indent="0">
              <a:buNone/>
              <a:defRPr sz="1600" b="0" i="0" kern="800" baseline="0">
                <a:latin typeface="Segoe UI Semilight" panose="020B0402040204020203" pitchFamily="34" charset="0"/>
                <a:cs typeface="Segoe UI Semilight" panose="020B0402040204020203" pitchFamily="34" charset="0"/>
              </a:defRPr>
            </a:lvl1pPr>
          </a:lstStyle>
          <a:p>
            <a:pPr lvl="0"/>
            <a:r>
              <a:rPr lang="en-US" dirty="0"/>
              <a:t>• 1.1 Sub-lesson Title</a:t>
            </a:r>
          </a:p>
        </p:txBody>
      </p:sp>
      <p:sp>
        <p:nvSpPr>
          <p:cNvPr id="2" name="Text Placeholder 2">
            <a:extLst>
              <a:ext uri="{FF2B5EF4-FFF2-40B4-BE49-F238E27FC236}">
                <a16:creationId xmlns:a16="http://schemas.microsoft.com/office/drawing/2014/main" id="{D7ED1EBB-6BC5-DFD0-E2B6-8349F2148CE8}"/>
              </a:ext>
            </a:extLst>
          </p:cNvPr>
          <p:cNvSpPr>
            <a:spLocks noGrp="1"/>
          </p:cNvSpPr>
          <p:nvPr>
            <p:ph type="body" sz="quarter" idx="15" hasCustomPrompt="1"/>
          </p:nvPr>
        </p:nvSpPr>
        <p:spPr>
          <a:xfrm>
            <a:off x="4619297" y="1869540"/>
            <a:ext cx="3966571" cy="728568"/>
          </a:xfrm>
        </p:spPr>
        <p:txBody>
          <a:bodyPr>
            <a:normAutofit/>
          </a:bodyPr>
          <a:lstStyle>
            <a:lvl1pPr marL="0" indent="0">
              <a:buNone/>
              <a:defRPr sz="1600" b="0" i="0" kern="800" baseline="0">
                <a:latin typeface="Segoe UI Semilight" panose="020B0402040204020203" pitchFamily="34" charset="0"/>
                <a:cs typeface="Segoe UI Semilight" panose="020B0402040204020203" pitchFamily="34" charset="0"/>
              </a:defRPr>
            </a:lvl1pPr>
          </a:lstStyle>
          <a:p>
            <a:pPr lvl="0"/>
            <a:r>
              <a:rPr lang="en-US" dirty="0"/>
              <a:t>• 1.2 Sub-lesson Title</a:t>
            </a:r>
          </a:p>
        </p:txBody>
      </p:sp>
      <p:sp>
        <p:nvSpPr>
          <p:cNvPr id="5" name="Text Placeholder 2">
            <a:extLst>
              <a:ext uri="{FF2B5EF4-FFF2-40B4-BE49-F238E27FC236}">
                <a16:creationId xmlns:a16="http://schemas.microsoft.com/office/drawing/2014/main" id="{5BEAFDF9-6B1A-C0EB-0DEB-8FFA696AC94B}"/>
              </a:ext>
            </a:extLst>
          </p:cNvPr>
          <p:cNvSpPr>
            <a:spLocks noGrp="1"/>
          </p:cNvSpPr>
          <p:nvPr>
            <p:ph type="body" sz="quarter" idx="16" hasCustomPrompt="1"/>
          </p:nvPr>
        </p:nvSpPr>
        <p:spPr>
          <a:xfrm>
            <a:off x="4619298" y="2598108"/>
            <a:ext cx="3966571" cy="728568"/>
          </a:xfrm>
        </p:spPr>
        <p:txBody>
          <a:bodyPr>
            <a:normAutofit/>
          </a:bodyPr>
          <a:lstStyle>
            <a:lvl1pPr marL="0" indent="0">
              <a:buNone/>
              <a:defRPr sz="1600" b="0" i="0" kern="800" baseline="0">
                <a:latin typeface="Segoe UI Semilight" panose="020B0402040204020203" pitchFamily="34" charset="0"/>
                <a:cs typeface="Segoe UI Semilight" panose="020B0402040204020203" pitchFamily="34" charset="0"/>
              </a:defRPr>
            </a:lvl1pPr>
          </a:lstStyle>
          <a:p>
            <a:pPr lvl="0"/>
            <a:r>
              <a:rPr lang="en-US" dirty="0"/>
              <a:t>• 1.3 Sub-lesson Title</a:t>
            </a:r>
          </a:p>
        </p:txBody>
      </p:sp>
      <p:sp>
        <p:nvSpPr>
          <p:cNvPr id="7" name="Picture Placeholder 11">
            <a:extLst>
              <a:ext uri="{FF2B5EF4-FFF2-40B4-BE49-F238E27FC236}">
                <a16:creationId xmlns:a16="http://schemas.microsoft.com/office/drawing/2014/main" id="{41F5051F-7083-3DC3-EC81-E04D81C975E0}"/>
              </a:ext>
            </a:extLst>
          </p:cNvPr>
          <p:cNvSpPr>
            <a:spLocks noGrp="1"/>
          </p:cNvSpPr>
          <p:nvPr>
            <p:ph type="pic" sz="quarter" idx="10"/>
          </p:nvPr>
        </p:nvSpPr>
        <p:spPr>
          <a:xfrm>
            <a:off x="890544" y="664995"/>
            <a:ext cx="3358265" cy="3560747"/>
          </a:xfrm>
          <a:effectLst>
            <a:outerShdw blurRad="50800" dist="38100" dir="5400000" algn="t" rotWithShape="0">
              <a:prstClr val="black">
                <a:alpha val="40000"/>
              </a:prstClr>
            </a:outerShdw>
          </a:effectLst>
        </p:spPr>
        <p:txBody>
          <a:bodyPr>
            <a:normAutofit/>
          </a:bodyPr>
          <a:lstStyle>
            <a:lvl1pPr marL="0" indent="0" algn="ctr">
              <a:buNone/>
              <a:defRPr sz="2800"/>
            </a:lvl1pPr>
          </a:lstStyle>
          <a:p>
            <a:endParaRPr lang="en-US" dirty="0"/>
          </a:p>
          <a:p>
            <a:r>
              <a:rPr lang="en-US" dirty="0"/>
              <a:t>Insert Author </a:t>
            </a:r>
          </a:p>
          <a:p>
            <a:r>
              <a:rPr lang="en-US" dirty="0"/>
              <a:t>Headshot Photo</a:t>
            </a:r>
          </a:p>
          <a:p>
            <a:r>
              <a:rPr lang="en-US" dirty="0"/>
              <a:t>Here</a:t>
            </a:r>
          </a:p>
        </p:txBody>
      </p:sp>
    </p:spTree>
    <p:extLst>
      <p:ext uri="{BB962C8B-B14F-4D97-AF65-F5344CB8AC3E}">
        <p14:creationId xmlns:p14="http://schemas.microsoft.com/office/powerpoint/2010/main" val="45787899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5_Content Slide (top title bar)">
    <p:spTree>
      <p:nvGrpSpPr>
        <p:cNvPr id="1" name=""/>
        <p:cNvGrpSpPr/>
        <p:nvPr/>
      </p:nvGrpSpPr>
      <p:grpSpPr>
        <a:xfrm>
          <a:off x="0" y="0"/>
          <a:ext cx="0" cy="0"/>
          <a:chOff x="0" y="0"/>
          <a:chExt cx="0" cy="0"/>
        </a:xfrm>
      </p:grpSpPr>
      <p:pic>
        <p:nvPicPr>
          <p:cNvPr id="8" name="Picture 7" descr="A white object with a black border&#10;&#10;Description automatically generated with medium confidence">
            <a:extLst>
              <a:ext uri="{FF2B5EF4-FFF2-40B4-BE49-F238E27FC236}">
                <a16:creationId xmlns:a16="http://schemas.microsoft.com/office/drawing/2014/main" id="{6F592B98-E829-4D75-987C-E10A1777DFDC}"/>
              </a:ext>
            </a:extLst>
          </p:cNvPr>
          <p:cNvPicPr>
            <a:picLocks noChangeAspect="1"/>
          </p:cNvPicPr>
          <p:nvPr userDrawn="1"/>
        </p:nvPicPr>
        <p:blipFill>
          <a:blip r:embed="rId2"/>
          <a:stretch>
            <a:fillRect/>
          </a:stretch>
        </p:blipFill>
        <p:spPr>
          <a:xfrm>
            <a:off x="0" y="0"/>
            <a:ext cx="9144000" cy="5143500"/>
          </a:xfrm>
          <a:prstGeom prst="rect">
            <a:avLst/>
          </a:prstGeom>
        </p:spPr>
      </p:pic>
      <p:sp>
        <p:nvSpPr>
          <p:cNvPr id="9" name="Title 1">
            <a:extLst>
              <a:ext uri="{FF2B5EF4-FFF2-40B4-BE49-F238E27FC236}">
                <a16:creationId xmlns:a16="http://schemas.microsoft.com/office/drawing/2014/main" id="{7BF004E1-6C6E-A41B-2708-AF445AAF3B69}"/>
              </a:ext>
            </a:extLst>
          </p:cNvPr>
          <p:cNvSpPr>
            <a:spLocks noGrp="1"/>
          </p:cNvSpPr>
          <p:nvPr>
            <p:ph type="title" hasCustomPrompt="1"/>
          </p:nvPr>
        </p:nvSpPr>
        <p:spPr>
          <a:xfrm>
            <a:off x="793342" y="9336"/>
            <a:ext cx="7548179" cy="463628"/>
          </a:xfrm>
          <a:prstGeom prst="rect">
            <a:avLst/>
          </a:prstGeom>
        </p:spPr>
        <p:txBody>
          <a:bodyPr>
            <a:noAutofit/>
          </a:bodyPr>
          <a:lstStyle>
            <a:lvl1pPr algn="l">
              <a:defRPr sz="2800" baseline="0">
                <a:solidFill>
                  <a:schemeClr val="bg1"/>
                </a:solidFill>
                <a:latin typeface="Segoe UI" panose="020B0502040204020203" pitchFamily="34" charset="0"/>
                <a:cs typeface="Segoe UI" panose="020B0502040204020203" pitchFamily="34" charset="0"/>
              </a:defRPr>
            </a:lvl1pPr>
          </a:lstStyle>
          <a:p>
            <a:r>
              <a:rPr lang="en-US" dirty="0"/>
              <a:t>Slide Title Goes Here</a:t>
            </a:r>
          </a:p>
        </p:txBody>
      </p:sp>
      <p:sp>
        <p:nvSpPr>
          <p:cNvPr id="10" name="Content Placeholder 2">
            <a:extLst>
              <a:ext uri="{FF2B5EF4-FFF2-40B4-BE49-F238E27FC236}">
                <a16:creationId xmlns:a16="http://schemas.microsoft.com/office/drawing/2014/main" id="{5A0E15C9-D306-B736-F041-3C5729A18DE3}"/>
              </a:ext>
            </a:extLst>
          </p:cNvPr>
          <p:cNvSpPr>
            <a:spLocks noGrp="1"/>
          </p:cNvSpPr>
          <p:nvPr>
            <p:ph idx="1"/>
          </p:nvPr>
        </p:nvSpPr>
        <p:spPr>
          <a:xfrm>
            <a:off x="900501" y="987374"/>
            <a:ext cx="7333862" cy="3655572"/>
          </a:xfrm>
        </p:spPr>
        <p:txBody>
          <a:bodyPr>
            <a:noAutofit/>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06157010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6_Content Slide (box)">
    <p:spTree>
      <p:nvGrpSpPr>
        <p:cNvPr id="1" name=""/>
        <p:cNvGrpSpPr/>
        <p:nvPr/>
      </p:nvGrpSpPr>
      <p:grpSpPr>
        <a:xfrm>
          <a:off x="0" y="0"/>
          <a:ext cx="0" cy="0"/>
          <a:chOff x="0" y="0"/>
          <a:chExt cx="0" cy="0"/>
        </a:xfrm>
      </p:grpSpPr>
      <p:pic>
        <p:nvPicPr>
          <p:cNvPr id="5" name="Picture 4" descr="A white rectangular object with a grey background&#10;&#10;Description automatically generated">
            <a:extLst>
              <a:ext uri="{FF2B5EF4-FFF2-40B4-BE49-F238E27FC236}">
                <a16:creationId xmlns:a16="http://schemas.microsoft.com/office/drawing/2014/main" id="{8F5A7659-558D-5850-50C2-72AB7FD8FCBD}"/>
              </a:ext>
            </a:extLst>
          </p:cNvPr>
          <p:cNvPicPr>
            <a:picLocks noChangeAspect="1"/>
          </p:cNvPicPr>
          <p:nvPr userDrawn="1"/>
        </p:nvPicPr>
        <p:blipFill>
          <a:blip r:embed="rId2"/>
          <a:stretch>
            <a:fillRect/>
          </a:stretch>
        </p:blipFill>
        <p:spPr>
          <a:xfrm>
            <a:off x="0" y="0"/>
            <a:ext cx="9144000" cy="5143500"/>
          </a:xfrm>
          <a:prstGeom prst="rect">
            <a:avLst/>
          </a:prstGeom>
        </p:spPr>
      </p:pic>
      <p:sp>
        <p:nvSpPr>
          <p:cNvPr id="6" name="Title 1">
            <a:extLst>
              <a:ext uri="{FF2B5EF4-FFF2-40B4-BE49-F238E27FC236}">
                <a16:creationId xmlns:a16="http://schemas.microsoft.com/office/drawing/2014/main" id="{39A3BCAA-490B-BAA5-D814-04214EC50245}"/>
              </a:ext>
            </a:extLst>
          </p:cNvPr>
          <p:cNvSpPr>
            <a:spLocks noGrp="1"/>
          </p:cNvSpPr>
          <p:nvPr>
            <p:ph type="title" hasCustomPrompt="1"/>
          </p:nvPr>
        </p:nvSpPr>
        <p:spPr>
          <a:xfrm>
            <a:off x="793342" y="9336"/>
            <a:ext cx="7548179" cy="463628"/>
          </a:xfrm>
          <a:prstGeom prst="rect">
            <a:avLst/>
          </a:prstGeom>
        </p:spPr>
        <p:txBody>
          <a:bodyPr>
            <a:noAutofit/>
          </a:bodyPr>
          <a:lstStyle>
            <a:lvl1pPr algn="l">
              <a:defRPr sz="2800" baseline="0">
                <a:solidFill>
                  <a:schemeClr val="bg1"/>
                </a:solidFill>
                <a:latin typeface="Segoe UI" panose="020B0502040204020203" pitchFamily="34" charset="0"/>
                <a:cs typeface="Segoe UI" panose="020B0502040204020203" pitchFamily="34" charset="0"/>
              </a:defRPr>
            </a:lvl1pPr>
          </a:lstStyle>
          <a:p>
            <a:r>
              <a:rPr lang="en-US" dirty="0"/>
              <a:t>Slide Title Goes Here</a:t>
            </a:r>
          </a:p>
        </p:txBody>
      </p:sp>
      <p:sp>
        <p:nvSpPr>
          <p:cNvPr id="7" name="Content Placeholder 2">
            <a:extLst>
              <a:ext uri="{FF2B5EF4-FFF2-40B4-BE49-F238E27FC236}">
                <a16:creationId xmlns:a16="http://schemas.microsoft.com/office/drawing/2014/main" id="{4043A29F-9950-00FC-54AD-2F3EA9126BD7}"/>
              </a:ext>
            </a:extLst>
          </p:cNvPr>
          <p:cNvSpPr>
            <a:spLocks noGrp="1"/>
          </p:cNvSpPr>
          <p:nvPr>
            <p:ph idx="1"/>
          </p:nvPr>
        </p:nvSpPr>
        <p:spPr>
          <a:xfrm>
            <a:off x="900501" y="987374"/>
            <a:ext cx="7333862" cy="3655572"/>
          </a:xfrm>
        </p:spPr>
        <p:txBody>
          <a:bodyPr>
            <a:noAutofit/>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86537603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7_Content Slide (header and footer)">
    <p:spTree>
      <p:nvGrpSpPr>
        <p:cNvPr id="1" name=""/>
        <p:cNvGrpSpPr/>
        <p:nvPr/>
      </p:nvGrpSpPr>
      <p:grpSpPr>
        <a:xfrm>
          <a:off x="0" y="0"/>
          <a:ext cx="0" cy="0"/>
          <a:chOff x="0" y="0"/>
          <a:chExt cx="0" cy="0"/>
        </a:xfrm>
      </p:grpSpPr>
      <p:pic>
        <p:nvPicPr>
          <p:cNvPr id="4" name="Picture 3" descr="A white and blue logo&#10;&#10;Description automatically generated with medium confidence">
            <a:extLst>
              <a:ext uri="{FF2B5EF4-FFF2-40B4-BE49-F238E27FC236}">
                <a16:creationId xmlns:a16="http://schemas.microsoft.com/office/drawing/2014/main" id="{10F185E1-4992-9D3A-B3E8-45EEBB7E670A}"/>
              </a:ext>
            </a:extLst>
          </p:cNvPr>
          <p:cNvPicPr>
            <a:picLocks noChangeAspect="1"/>
          </p:cNvPicPr>
          <p:nvPr userDrawn="1"/>
        </p:nvPicPr>
        <p:blipFill>
          <a:blip r:embed="rId2"/>
          <a:stretch>
            <a:fillRect/>
          </a:stretch>
        </p:blipFill>
        <p:spPr>
          <a:xfrm>
            <a:off x="0" y="0"/>
            <a:ext cx="9144000" cy="5143500"/>
          </a:xfrm>
          <a:prstGeom prst="rect">
            <a:avLst/>
          </a:prstGeom>
        </p:spPr>
      </p:pic>
      <p:sp>
        <p:nvSpPr>
          <p:cNvPr id="3" name="Content Placeholder 2"/>
          <p:cNvSpPr>
            <a:spLocks noGrp="1"/>
          </p:cNvSpPr>
          <p:nvPr>
            <p:ph idx="1"/>
          </p:nvPr>
        </p:nvSpPr>
        <p:spPr>
          <a:xfrm>
            <a:off x="900501" y="775629"/>
            <a:ext cx="7333862" cy="3742941"/>
          </a:xfrm>
        </p:spPr>
        <p:txBody>
          <a:bodyPr>
            <a:noAutofit/>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5204853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8_Content Slide (footer only)">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6ED5F27-70E5-4B4C-988B-9232507CFD00}"/>
              </a:ext>
            </a:extLst>
          </p:cNvPr>
          <p:cNvPicPr>
            <a:picLocks noChangeAspect="1"/>
          </p:cNvPicPr>
          <p:nvPr userDrawn="1"/>
        </p:nvPicPr>
        <p:blipFill>
          <a:blip r:embed="rId2"/>
          <a:srcRect/>
          <a:stretch/>
        </p:blipFill>
        <p:spPr>
          <a:xfrm>
            <a:off x="0" y="0"/>
            <a:ext cx="9144000" cy="5143500"/>
          </a:xfrm>
          <a:prstGeom prst="rect">
            <a:avLst/>
          </a:prstGeom>
        </p:spPr>
      </p:pic>
      <p:sp>
        <p:nvSpPr>
          <p:cNvPr id="3" name="Content Placeholder 2"/>
          <p:cNvSpPr>
            <a:spLocks noGrp="1"/>
          </p:cNvSpPr>
          <p:nvPr>
            <p:ph idx="1"/>
          </p:nvPr>
        </p:nvSpPr>
        <p:spPr>
          <a:xfrm>
            <a:off x="900501" y="775629"/>
            <a:ext cx="7333862" cy="3742941"/>
          </a:xfrm>
        </p:spPr>
        <p:txBody>
          <a:bodyPr>
            <a:noAutofit/>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itle 1">
            <a:extLst>
              <a:ext uri="{FF2B5EF4-FFF2-40B4-BE49-F238E27FC236}">
                <a16:creationId xmlns:a16="http://schemas.microsoft.com/office/drawing/2014/main" id="{C5FABB46-522D-9531-1393-55BDDBA9800B}"/>
              </a:ext>
            </a:extLst>
          </p:cNvPr>
          <p:cNvSpPr>
            <a:spLocks noGrp="1"/>
          </p:cNvSpPr>
          <p:nvPr>
            <p:ph type="title" hasCustomPrompt="1"/>
          </p:nvPr>
        </p:nvSpPr>
        <p:spPr>
          <a:xfrm>
            <a:off x="793342" y="9336"/>
            <a:ext cx="7548179" cy="463628"/>
          </a:xfrm>
          <a:prstGeom prst="rect">
            <a:avLst/>
          </a:prstGeom>
        </p:spPr>
        <p:txBody>
          <a:bodyPr>
            <a:noAutofit/>
          </a:bodyPr>
          <a:lstStyle>
            <a:lvl1pPr algn="l">
              <a:defRPr sz="2800" baseline="0">
                <a:solidFill>
                  <a:schemeClr val="tx1"/>
                </a:solidFill>
                <a:latin typeface="Segoe UI" panose="020B0502040204020203" pitchFamily="34" charset="0"/>
                <a:cs typeface="Segoe UI" panose="020B0502040204020203" pitchFamily="34" charset="0"/>
              </a:defRPr>
            </a:lvl1pPr>
          </a:lstStyle>
          <a:p>
            <a:r>
              <a:rPr lang="en-US" dirty="0"/>
              <a:t>Slide Title Goes Here</a:t>
            </a:r>
          </a:p>
        </p:txBody>
      </p:sp>
    </p:spTree>
    <p:extLst>
      <p:ext uri="{BB962C8B-B14F-4D97-AF65-F5344CB8AC3E}">
        <p14:creationId xmlns:p14="http://schemas.microsoft.com/office/powerpoint/2010/main" val="248922059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9_Content Slide (footer only w/ two content boxes)">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2225C24-701B-6B4D-B8C3-DFB49DB8C60B}"/>
              </a:ext>
            </a:extLst>
          </p:cNvPr>
          <p:cNvPicPr>
            <a:picLocks noChangeAspect="1"/>
          </p:cNvPicPr>
          <p:nvPr userDrawn="1"/>
        </p:nvPicPr>
        <p:blipFill>
          <a:blip r:embed="rId2"/>
          <a:srcRect/>
          <a:stretch/>
        </p:blipFill>
        <p:spPr>
          <a:xfrm>
            <a:off x="0" y="0"/>
            <a:ext cx="9144000" cy="5143500"/>
          </a:xfrm>
          <a:prstGeom prst="rect">
            <a:avLst/>
          </a:prstGeom>
        </p:spPr>
      </p:pic>
      <p:sp>
        <p:nvSpPr>
          <p:cNvPr id="3" name="Content Placeholder 2"/>
          <p:cNvSpPr>
            <a:spLocks noGrp="1"/>
          </p:cNvSpPr>
          <p:nvPr>
            <p:ph sz="half" idx="1"/>
          </p:nvPr>
        </p:nvSpPr>
        <p:spPr>
          <a:xfrm>
            <a:off x="457200" y="946140"/>
            <a:ext cx="4038600" cy="3394472"/>
          </a:xfrm>
        </p:spPr>
        <p:txBody>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57344" y="946356"/>
            <a:ext cx="4038600" cy="3394472"/>
          </a:xfrm>
        </p:spPr>
        <p:txBody>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itle 1">
            <a:extLst>
              <a:ext uri="{FF2B5EF4-FFF2-40B4-BE49-F238E27FC236}">
                <a16:creationId xmlns:a16="http://schemas.microsoft.com/office/drawing/2014/main" id="{1F0EB95E-AB5B-2489-EDB6-8BD32E98EC8B}"/>
              </a:ext>
            </a:extLst>
          </p:cNvPr>
          <p:cNvSpPr>
            <a:spLocks noGrp="1"/>
          </p:cNvSpPr>
          <p:nvPr>
            <p:ph type="title" hasCustomPrompt="1"/>
          </p:nvPr>
        </p:nvSpPr>
        <p:spPr>
          <a:xfrm>
            <a:off x="793342" y="9336"/>
            <a:ext cx="7548179" cy="463628"/>
          </a:xfrm>
          <a:prstGeom prst="rect">
            <a:avLst/>
          </a:prstGeom>
        </p:spPr>
        <p:txBody>
          <a:bodyPr>
            <a:noAutofit/>
          </a:bodyPr>
          <a:lstStyle>
            <a:lvl1pPr algn="l">
              <a:defRPr sz="2800" baseline="0">
                <a:solidFill>
                  <a:schemeClr val="tx1"/>
                </a:solidFill>
                <a:latin typeface="Segoe UI" panose="020B0502040204020203" pitchFamily="34" charset="0"/>
                <a:cs typeface="Segoe UI" panose="020B0502040204020203" pitchFamily="34" charset="0"/>
              </a:defRPr>
            </a:lvl1pPr>
          </a:lstStyle>
          <a:p>
            <a:r>
              <a:rPr lang="en-US" dirty="0"/>
              <a:t>Slide Title Goes Here</a:t>
            </a:r>
          </a:p>
        </p:txBody>
      </p:sp>
    </p:spTree>
    <p:extLst>
      <p:ext uri="{BB962C8B-B14F-4D97-AF65-F5344CB8AC3E}">
        <p14:creationId xmlns:p14="http://schemas.microsoft.com/office/powerpoint/2010/main" val="73401131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0_Content Slide (open spac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EB9D5BD-777B-FB47-A928-3A74870851D9}"/>
              </a:ext>
            </a:extLst>
          </p:cNvPr>
          <p:cNvPicPr>
            <a:picLocks noChangeAspect="1"/>
          </p:cNvPicPr>
          <p:nvPr userDrawn="1"/>
        </p:nvPicPr>
        <p:blipFill>
          <a:blip r:embed="rId2"/>
          <a:srcRect/>
          <a:stretch/>
        </p:blipFill>
        <p:spPr>
          <a:xfrm>
            <a:off x="0" y="9336"/>
            <a:ext cx="9144000" cy="5143500"/>
          </a:xfrm>
          <a:prstGeom prst="rect">
            <a:avLst/>
          </a:prstGeom>
        </p:spPr>
      </p:pic>
      <p:sp>
        <p:nvSpPr>
          <p:cNvPr id="6" name="Title 1">
            <a:extLst>
              <a:ext uri="{FF2B5EF4-FFF2-40B4-BE49-F238E27FC236}">
                <a16:creationId xmlns:a16="http://schemas.microsoft.com/office/drawing/2014/main" id="{715979BF-344D-CDD6-5808-1E3A396E91D7}"/>
              </a:ext>
            </a:extLst>
          </p:cNvPr>
          <p:cNvSpPr>
            <a:spLocks noGrp="1"/>
          </p:cNvSpPr>
          <p:nvPr>
            <p:ph type="title" hasCustomPrompt="1"/>
          </p:nvPr>
        </p:nvSpPr>
        <p:spPr>
          <a:xfrm>
            <a:off x="793342" y="9336"/>
            <a:ext cx="7548179" cy="463628"/>
          </a:xfrm>
          <a:prstGeom prst="rect">
            <a:avLst/>
          </a:prstGeom>
        </p:spPr>
        <p:txBody>
          <a:bodyPr>
            <a:noAutofit/>
          </a:bodyPr>
          <a:lstStyle>
            <a:lvl1pPr algn="l">
              <a:defRPr sz="2800" baseline="0">
                <a:solidFill>
                  <a:schemeClr val="tx1"/>
                </a:solidFill>
                <a:latin typeface="Segoe UI" panose="020B0502040204020203" pitchFamily="34" charset="0"/>
                <a:cs typeface="Segoe UI" panose="020B0502040204020203" pitchFamily="34" charset="0"/>
              </a:defRPr>
            </a:lvl1pPr>
          </a:lstStyle>
          <a:p>
            <a:r>
              <a:rPr lang="en-US" dirty="0"/>
              <a:t>Slide Title Goes Here</a:t>
            </a:r>
          </a:p>
        </p:txBody>
      </p:sp>
      <p:sp>
        <p:nvSpPr>
          <p:cNvPr id="9" name="Content Placeholder 2">
            <a:extLst>
              <a:ext uri="{FF2B5EF4-FFF2-40B4-BE49-F238E27FC236}">
                <a16:creationId xmlns:a16="http://schemas.microsoft.com/office/drawing/2014/main" id="{4E038BA8-C749-8779-4A17-7889836633C0}"/>
              </a:ext>
            </a:extLst>
          </p:cNvPr>
          <p:cNvSpPr>
            <a:spLocks noGrp="1"/>
          </p:cNvSpPr>
          <p:nvPr>
            <p:ph idx="1"/>
          </p:nvPr>
        </p:nvSpPr>
        <p:spPr>
          <a:xfrm>
            <a:off x="900501" y="775629"/>
            <a:ext cx="7333862" cy="3742941"/>
          </a:xfrm>
        </p:spPr>
        <p:txBody>
          <a:bodyPr>
            <a:noAutofit/>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5036665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jp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20">
            <a:alphaModFix amt="0"/>
          </a:blip>
          <a:srcRect/>
          <a:stretch>
            <a:fillRect/>
          </a:stretch>
        </a:blipFill>
        <a:effectLst/>
      </p:bgPr>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128B0A6C-EF38-9441-ADBF-8FE45FA6C46E}" type="datetimeFigureOut">
              <a:rPr lang="en-US" smtClean="0"/>
              <a:t>Sun, 9/21/2025</a:t>
            </a:fld>
            <a:endParaRPr lang="en-US"/>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6D032D76-6BE4-154B-A130-37D069E42354}" type="slidenum">
              <a:rPr lang="en-US" smtClean="0"/>
              <a:t>‹#›</a:t>
            </a:fld>
            <a:endParaRPr lang="en-US"/>
          </a:p>
        </p:txBody>
      </p:sp>
      <p:sp>
        <p:nvSpPr>
          <p:cNvPr id="7" name="Title 1"/>
          <p:cNvSpPr txBox="1">
            <a:spLocks/>
          </p:cNvSpPr>
          <p:nvPr/>
        </p:nvSpPr>
        <p:spPr>
          <a:xfrm>
            <a:off x="457200" y="210636"/>
            <a:ext cx="8229600" cy="560552"/>
          </a:xfrm>
          <a:prstGeom prst="rect">
            <a:avLst/>
          </a:prstGeom>
        </p:spPr>
        <p:txBody>
          <a:bodyPr>
            <a:noAutofit/>
          </a:bodyPr>
          <a:lstStyle>
            <a:lvl1pPr algn="l" defTabSz="457200" rtl="0" eaLnBrk="1" latinLnBrk="0" hangingPunct="1">
              <a:spcBef>
                <a:spcPct val="0"/>
              </a:spcBef>
              <a:buNone/>
              <a:defRPr sz="3600" kern="1200">
                <a:solidFill>
                  <a:srgbClr val="FFFFFF"/>
                </a:solidFill>
                <a:latin typeface="+mj-lt"/>
                <a:ea typeface="+mj-ea"/>
                <a:cs typeface="+mj-cs"/>
              </a:defRPr>
            </a:lvl1pPr>
          </a:lstStyle>
          <a:p>
            <a:pPr algn="ctr"/>
            <a:r>
              <a:rPr lang="en-US" dirty="0">
                <a:solidFill>
                  <a:schemeClr val="tx1"/>
                </a:solidFill>
              </a:rPr>
              <a:t>Click to edit Master title style</a:t>
            </a:r>
          </a:p>
        </p:txBody>
      </p:sp>
      <p:sp>
        <p:nvSpPr>
          <p:cNvPr id="2" name="Title 1">
            <a:extLst>
              <a:ext uri="{FF2B5EF4-FFF2-40B4-BE49-F238E27FC236}">
                <a16:creationId xmlns:a16="http://schemas.microsoft.com/office/drawing/2014/main" id="{93EF7376-91BF-E078-2A66-21FFC1EC9B9D}"/>
              </a:ext>
            </a:extLst>
          </p:cNvPr>
          <p:cNvSpPr txBox="1">
            <a:spLocks/>
          </p:cNvSpPr>
          <p:nvPr userDrawn="1"/>
        </p:nvSpPr>
        <p:spPr>
          <a:xfrm>
            <a:off x="457200" y="210636"/>
            <a:ext cx="8229600" cy="560552"/>
          </a:xfrm>
          <a:prstGeom prst="rect">
            <a:avLst/>
          </a:prstGeom>
        </p:spPr>
        <p:txBody>
          <a:bodyPr>
            <a:noAutofit/>
          </a:bodyPr>
          <a:lstStyle>
            <a:lvl1pPr algn="l" defTabSz="457200" rtl="0" eaLnBrk="1" latinLnBrk="0" hangingPunct="1">
              <a:spcBef>
                <a:spcPct val="0"/>
              </a:spcBef>
              <a:buNone/>
              <a:defRPr sz="3600" kern="1200">
                <a:solidFill>
                  <a:srgbClr val="FFFFFF"/>
                </a:solidFill>
                <a:latin typeface="+mj-lt"/>
                <a:ea typeface="+mj-ea"/>
                <a:cs typeface="+mj-cs"/>
              </a:defRPr>
            </a:lvl1pPr>
          </a:lstStyle>
          <a:p>
            <a:pPr algn="ctr"/>
            <a:r>
              <a:rPr lang="en-US" dirty="0">
                <a:solidFill>
                  <a:schemeClr val="tx1"/>
                </a:solidFill>
              </a:rPr>
              <a:t>Click to edit Master title style</a:t>
            </a:r>
          </a:p>
        </p:txBody>
      </p:sp>
    </p:spTree>
    <p:extLst>
      <p:ext uri="{BB962C8B-B14F-4D97-AF65-F5344CB8AC3E}">
        <p14:creationId xmlns:p14="http://schemas.microsoft.com/office/powerpoint/2010/main" val="2798786579"/>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649" r:id="rId10"/>
    <p:sldLayoutId id="2147483659" r:id="rId11"/>
    <p:sldLayoutId id="2147483658" r:id="rId12"/>
    <p:sldLayoutId id="2147483664" r:id="rId13"/>
    <p:sldLayoutId id="2147483662" r:id="rId14"/>
    <p:sldLayoutId id="2147483665" r:id="rId15"/>
    <p:sldLayoutId id="2147483660" r:id="rId16"/>
    <p:sldLayoutId id="2147483661" r:id="rId17"/>
    <p:sldLayoutId id="2147483663" r:id="rId18"/>
  </p:sldLayoutIdLst>
  <p:txStyles>
    <p:titleStyle>
      <a:lvl1pPr algn="l"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9B06A7D5-89E7-EAD9-D088-2A2125602967}"/>
              </a:ext>
            </a:extLst>
          </p:cNvPr>
          <p:cNvPicPr>
            <a:picLocks noChangeAspect="1"/>
          </p:cNvPicPr>
          <p:nvPr/>
        </p:nvPicPr>
        <p:blipFill>
          <a:blip r:embed="rId2"/>
          <a:stretch>
            <a:fillRect/>
          </a:stretch>
        </p:blipFill>
        <p:spPr>
          <a:xfrm>
            <a:off x="1709962" y="265417"/>
            <a:ext cx="3673828" cy="838095"/>
          </a:xfrm>
          <a:prstGeom prst="rect">
            <a:avLst/>
          </a:prstGeom>
        </p:spPr>
      </p:pic>
      <p:sp>
        <p:nvSpPr>
          <p:cNvPr id="7" name="Subtitle 6">
            <a:extLst>
              <a:ext uri="{FF2B5EF4-FFF2-40B4-BE49-F238E27FC236}">
                <a16:creationId xmlns:a16="http://schemas.microsoft.com/office/drawing/2014/main" id="{5E025FF1-FA05-58E9-B110-E456E82B45AC}"/>
              </a:ext>
            </a:extLst>
          </p:cNvPr>
          <p:cNvSpPr>
            <a:spLocks noGrp="1"/>
          </p:cNvSpPr>
          <p:nvPr>
            <p:ph type="subTitle" idx="1"/>
          </p:nvPr>
        </p:nvSpPr>
        <p:spPr>
          <a:xfrm>
            <a:off x="1652594" y="652894"/>
            <a:ext cx="6933141" cy="674899"/>
          </a:xfrm>
        </p:spPr>
        <p:txBody>
          <a:bodyPr>
            <a:noAutofit/>
          </a:bodyPr>
          <a:lstStyle/>
          <a:p>
            <a:r>
              <a:rPr lang="en-US" sz="3600" b="1"/>
              <a:t>Exam AZ-801: Configuring Windows Server Hybrid Advanced Services, 2nd Ed </a:t>
            </a:r>
            <a:endParaRPr lang="en-US" sz="3600" b="1" dirty="0"/>
          </a:p>
        </p:txBody>
      </p:sp>
      <p:sp>
        <p:nvSpPr>
          <p:cNvPr id="9" name="Text Placeholder 8">
            <a:extLst>
              <a:ext uri="{FF2B5EF4-FFF2-40B4-BE49-F238E27FC236}">
                <a16:creationId xmlns:a16="http://schemas.microsoft.com/office/drawing/2014/main" id="{A656C324-4E4C-B0F4-6DC5-3C9DDA851E78}"/>
              </a:ext>
            </a:extLst>
          </p:cNvPr>
          <p:cNvSpPr>
            <a:spLocks noGrp="1"/>
          </p:cNvSpPr>
          <p:nvPr>
            <p:ph type="body" sz="quarter" idx="11"/>
          </p:nvPr>
        </p:nvSpPr>
        <p:spPr/>
        <p:txBody>
          <a:bodyPr/>
          <a:lstStyle/>
          <a:p>
            <a:r>
              <a:rPr lang="en-US" dirty="0"/>
              <a:t>Tim Warner</a:t>
            </a:r>
          </a:p>
        </p:txBody>
      </p:sp>
      <p:sp>
        <p:nvSpPr>
          <p:cNvPr id="10" name="Text Placeholder 9">
            <a:extLst>
              <a:ext uri="{FF2B5EF4-FFF2-40B4-BE49-F238E27FC236}">
                <a16:creationId xmlns:a16="http://schemas.microsoft.com/office/drawing/2014/main" id="{25C667F3-A6DD-AE8F-325F-B5B6FE741D98}"/>
              </a:ext>
            </a:extLst>
          </p:cNvPr>
          <p:cNvSpPr>
            <a:spLocks noGrp="1"/>
          </p:cNvSpPr>
          <p:nvPr>
            <p:ph type="body" sz="quarter" idx="12"/>
          </p:nvPr>
        </p:nvSpPr>
        <p:spPr>
          <a:xfrm>
            <a:off x="3462347" y="3648402"/>
            <a:ext cx="3023362" cy="584200"/>
          </a:xfrm>
        </p:spPr>
        <p:txBody>
          <a:bodyPr/>
          <a:lstStyle/>
          <a:p>
            <a:r>
              <a:rPr lang="en-US" dirty="0"/>
              <a:t>Microsoft Certified Trainer and Microsoft MVP</a:t>
            </a:r>
          </a:p>
        </p:txBody>
      </p:sp>
      <p:pic>
        <p:nvPicPr>
          <p:cNvPr id="5" name="Picture Placeholder 4" descr="A person wearing glasses and a black jacket&#10;&#10;AI-generated content may be incorrect.">
            <a:extLst>
              <a:ext uri="{FF2B5EF4-FFF2-40B4-BE49-F238E27FC236}">
                <a16:creationId xmlns:a16="http://schemas.microsoft.com/office/drawing/2014/main" id="{272C23CC-6DAA-D474-5879-59974AA40D0F}"/>
              </a:ext>
            </a:extLst>
          </p:cNvPr>
          <p:cNvPicPr>
            <a:picLocks noGrp="1" noChangeAspect="1"/>
          </p:cNvPicPr>
          <p:nvPr>
            <p:ph type="pic" sz="quarter" idx="10"/>
          </p:nvPr>
        </p:nvPicPr>
        <p:blipFill>
          <a:blip r:embed="rId3"/>
          <a:srcRect l="2378" r="2378"/>
          <a:stretch>
            <a:fillRect/>
          </a:stretch>
        </p:blipFill>
        <p:spPr>
          <a:xfrm>
            <a:off x="2294356" y="3064110"/>
            <a:ext cx="1112885" cy="1168586"/>
          </a:xfrm>
        </p:spPr>
      </p:pic>
    </p:spTree>
    <p:extLst>
      <p:ext uri="{BB962C8B-B14F-4D97-AF65-F5344CB8AC3E}">
        <p14:creationId xmlns:p14="http://schemas.microsoft.com/office/powerpoint/2010/main" val="36625251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blue and white cloud with icons&#10;&#10;AI-generated content may be incorrect.">
            <a:extLst>
              <a:ext uri="{FF2B5EF4-FFF2-40B4-BE49-F238E27FC236}">
                <a16:creationId xmlns:a16="http://schemas.microsoft.com/office/drawing/2014/main" id="{1FA7CD43-BA80-82DD-E644-E85660A8EAFB}"/>
              </a:ext>
            </a:extLst>
          </p:cNvPr>
          <p:cNvPicPr>
            <a:picLocks noChangeAspect="1"/>
          </p:cNvPicPr>
          <p:nvPr/>
        </p:nvPicPr>
        <p:blipFill>
          <a:blip r:embed="rId3"/>
          <a:stretch>
            <a:fillRect/>
          </a:stretch>
        </p:blipFill>
        <p:spPr>
          <a:xfrm>
            <a:off x="604995" y="741009"/>
            <a:ext cx="3617287" cy="3156082"/>
          </a:xfrm>
          <a:prstGeom prst="rect">
            <a:avLst/>
          </a:prstGeom>
          <a:noFill/>
          <a:effectLst>
            <a:outerShdw blurRad="50800" dist="38100" dir="5400000" algn="t" rotWithShape="0">
              <a:prstClr val="black">
                <a:alpha val="40000"/>
              </a:prstClr>
            </a:outerShdw>
          </a:effectLst>
        </p:spPr>
      </p:pic>
      <p:sp>
        <p:nvSpPr>
          <p:cNvPr id="2" name="Text Placeholder 1">
            <a:extLst>
              <a:ext uri="{FF2B5EF4-FFF2-40B4-BE49-F238E27FC236}">
                <a16:creationId xmlns:a16="http://schemas.microsoft.com/office/drawing/2014/main" id="{2E785BEF-5805-305A-23FF-1BB88D477F88}"/>
              </a:ext>
            </a:extLst>
          </p:cNvPr>
          <p:cNvSpPr>
            <a:spLocks noGrp="1"/>
          </p:cNvSpPr>
          <p:nvPr>
            <p:ph type="body" sz="quarter" idx="11"/>
          </p:nvPr>
        </p:nvSpPr>
        <p:spPr>
          <a:xfrm>
            <a:off x="4620635" y="382901"/>
            <a:ext cx="3966571" cy="863804"/>
          </a:xfrm>
        </p:spPr>
        <p:txBody>
          <a:bodyPr>
            <a:normAutofit/>
          </a:bodyPr>
          <a:lstStyle/>
          <a:p>
            <a:r>
              <a:rPr lang="en-US" dirty="0"/>
              <a:t>Lesson 4: Configure Advanced Domain Security</a:t>
            </a:r>
          </a:p>
        </p:txBody>
      </p:sp>
      <p:sp>
        <p:nvSpPr>
          <p:cNvPr id="3" name="Text Placeholder 2">
            <a:extLst>
              <a:ext uri="{FF2B5EF4-FFF2-40B4-BE49-F238E27FC236}">
                <a16:creationId xmlns:a16="http://schemas.microsoft.com/office/drawing/2014/main" id="{E3CDC3F4-DF86-6837-4352-BE6EBD430460}"/>
              </a:ext>
            </a:extLst>
          </p:cNvPr>
          <p:cNvSpPr>
            <a:spLocks noGrp="1"/>
          </p:cNvSpPr>
          <p:nvPr>
            <p:ph type="body" sz="quarter" idx="12"/>
          </p:nvPr>
        </p:nvSpPr>
        <p:spPr>
          <a:xfrm>
            <a:off x="5343136" y="1124274"/>
            <a:ext cx="3490762" cy="2979037"/>
          </a:xfrm>
        </p:spPr>
        <p:txBody>
          <a:bodyPr>
            <a:normAutofit/>
          </a:bodyPr>
          <a:lstStyle/>
          <a:p>
            <a:pPr>
              <a:spcBef>
                <a:spcPts val="200"/>
              </a:spcBef>
              <a:spcAft>
                <a:spcPts val="400"/>
              </a:spcAft>
            </a:pPr>
            <a:r>
              <a:rPr lang="en-US" dirty="0"/>
              <a:t>4.1. Configure authentication policy silos </a:t>
            </a:r>
          </a:p>
          <a:p>
            <a:pPr>
              <a:spcBef>
                <a:spcPts val="200"/>
              </a:spcBef>
              <a:spcAft>
                <a:spcPts val="400"/>
              </a:spcAft>
            </a:pPr>
            <a:r>
              <a:rPr lang="en-US" dirty="0"/>
              <a:t>4.2. Restrict access to domain controllers </a:t>
            </a:r>
          </a:p>
          <a:p>
            <a:pPr>
              <a:spcBef>
                <a:spcPts val="200"/>
              </a:spcBef>
              <a:spcAft>
                <a:spcPts val="400"/>
              </a:spcAft>
            </a:pPr>
            <a:r>
              <a:rPr lang="en-US" dirty="0"/>
              <a:t>4.3. Configure security options for user accounts </a:t>
            </a:r>
          </a:p>
          <a:p>
            <a:pPr>
              <a:spcBef>
                <a:spcPts val="200"/>
              </a:spcBef>
              <a:spcAft>
                <a:spcPts val="400"/>
              </a:spcAft>
            </a:pPr>
            <a:r>
              <a:rPr lang="en-US" dirty="0"/>
              <a:t>4.4. Configure security options for built-in administrative groups </a:t>
            </a:r>
          </a:p>
          <a:p>
            <a:pPr>
              <a:spcBef>
                <a:spcPts val="200"/>
              </a:spcBef>
              <a:spcAft>
                <a:spcPts val="400"/>
              </a:spcAft>
            </a:pPr>
            <a:r>
              <a:rPr lang="en-US" dirty="0"/>
              <a:t>4.5. Manage AD delegation</a:t>
            </a:r>
          </a:p>
          <a:p>
            <a:pPr>
              <a:spcBef>
                <a:spcPts val="200"/>
              </a:spcBef>
              <a:spcAft>
                <a:spcPts val="400"/>
              </a:spcAft>
            </a:pPr>
            <a:r>
              <a:rPr lang="en-US" dirty="0"/>
              <a:t>4.6 Implement Just Enough Administration (JEA) and Just-In-Time (JIT) privileged access</a:t>
            </a:r>
          </a:p>
          <a:p>
            <a:pPr>
              <a:spcBef>
                <a:spcPts val="200"/>
              </a:spcBef>
              <a:spcAft>
                <a:spcPts val="400"/>
              </a:spcAft>
            </a:pPr>
            <a:r>
              <a:rPr lang="en-US" dirty="0"/>
              <a:t>n </a:t>
            </a:r>
          </a:p>
        </p:txBody>
      </p:sp>
    </p:spTree>
    <p:extLst>
      <p:ext uri="{BB962C8B-B14F-4D97-AF65-F5344CB8AC3E}">
        <p14:creationId xmlns:p14="http://schemas.microsoft.com/office/powerpoint/2010/main" val="25394857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5">
            <a:extLst>
              <a:ext uri="{FF2B5EF4-FFF2-40B4-BE49-F238E27FC236}">
                <a16:creationId xmlns:a16="http://schemas.microsoft.com/office/drawing/2014/main" id="{7CE19171-B11A-F0B2-D185-CC8FB87A16DC}"/>
              </a:ext>
            </a:extLst>
          </p:cNvPr>
          <p:cNvSpPr txBox="1">
            <a:spLocks/>
          </p:cNvSpPr>
          <p:nvPr/>
        </p:nvSpPr>
        <p:spPr>
          <a:xfrm>
            <a:off x="1500187" y="1971242"/>
            <a:ext cx="6143625" cy="771525"/>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Font typeface="Arial"/>
              <a:buNone/>
            </a:pPr>
            <a:r>
              <a:rPr lang="en-US" sz="3600" dirty="0">
                <a:solidFill>
                  <a:srgbClr val="0978D8"/>
                </a:solidFill>
              </a:rPr>
              <a:t>4.1 Configure authentication policy silos </a:t>
            </a:r>
          </a:p>
        </p:txBody>
      </p:sp>
    </p:spTree>
    <p:extLst>
      <p:ext uri="{BB962C8B-B14F-4D97-AF65-F5344CB8AC3E}">
        <p14:creationId xmlns:p14="http://schemas.microsoft.com/office/powerpoint/2010/main" val="4866686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8EAE9E4-C52F-D398-2B47-A8FBE0B3F25F}"/>
              </a:ext>
            </a:extLst>
          </p:cNvPr>
          <p:cNvSpPr>
            <a:spLocks noGrp="1"/>
          </p:cNvSpPr>
          <p:nvPr>
            <p:ph type="title"/>
          </p:nvPr>
        </p:nvSpPr>
        <p:spPr/>
        <p:txBody>
          <a:bodyPr/>
          <a:lstStyle/>
          <a:p>
            <a:r>
              <a:rPr lang="en-US" dirty="0"/>
              <a:t>Bridging our learning thus far</a:t>
            </a:r>
          </a:p>
        </p:txBody>
      </p:sp>
      <p:sp>
        <p:nvSpPr>
          <p:cNvPr id="5" name="Content Placeholder 4">
            <a:extLst>
              <a:ext uri="{FF2B5EF4-FFF2-40B4-BE49-F238E27FC236}">
                <a16:creationId xmlns:a16="http://schemas.microsoft.com/office/drawing/2014/main" id="{39D9045C-BA4E-471B-EBD1-9E735B0DE952}"/>
              </a:ext>
            </a:extLst>
          </p:cNvPr>
          <p:cNvSpPr>
            <a:spLocks noGrp="1"/>
          </p:cNvSpPr>
          <p:nvPr>
            <p:ph idx="1"/>
          </p:nvPr>
        </p:nvSpPr>
        <p:spPr/>
        <p:txBody>
          <a:bodyPr/>
          <a:lstStyle/>
          <a:p>
            <a:r>
              <a:rPr lang="en-US" dirty="0"/>
              <a:t>Server motherboard-level security hygiene</a:t>
            </a:r>
          </a:p>
          <a:p>
            <a:r>
              <a:rPr lang="en-US" dirty="0"/>
              <a:t>Local account security and password hygiene</a:t>
            </a:r>
          </a:p>
          <a:p>
            <a:r>
              <a:rPr lang="en-US" dirty="0"/>
              <a:t>Privileged account protection and branch office security hardening</a:t>
            </a:r>
          </a:p>
        </p:txBody>
      </p:sp>
    </p:spTree>
    <p:extLst>
      <p:ext uri="{BB962C8B-B14F-4D97-AF65-F5344CB8AC3E}">
        <p14:creationId xmlns:p14="http://schemas.microsoft.com/office/powerpoint/2010/main" val="2045432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DE03C8-8D21-7742-BC45-5373CF43F0B8}"/>
              </a:ext>
            </a:extLst>
          </p:cNvPr>
          <p:cNvSpPr>
            <a:spLocks noGrp="1"/>
          </p:cNvSpPr>
          <p:nvPr>
            <p:ph type="title"/>
          </p:nvPr>
        </p:nvSpPr>
        <p:spPr>
          <a:xfrm>
            <a:off x="793342" y="9336"/>
            <a:ext cx="8350658" cy="463628"/>
          </a:xfrm>
        </p:spPr>
        <p:txBody>
          <a:bodyPr/>
          <a:lstStyle/>
          <a:p>
            <a:r>
              <a:rPr lang="en-US" dirty="0"/>
              <a:t>Implement enterprise-grade AuthN and </a:t>
            </a:r>
            <a:r>
              <a:rPr lang="en-US" dirty="0" err="1"/>
              <a:t>AuthZ</a:t>
            </a:r>
            <a:endParaRPr lang="en-US" dirty="0"/>
          </a:p>
        </p:txBody>
      </p:sp>
      <p:sp>
        <p:nvSpPr>
          <p:cNvPr id="3" name="Content Placeholder 2">
            <a:extLst>
              <a:ext uri="{FF2B5EF4-FFF2-40B4-BE49-F238E27FC236}">
                <a16:creationId xmlns:a16="http://schemas.microsoft.com/office/drawing/2014/main" id="{514D88C4-C6AF-3654-026D-9E5843DEC367}"/>
              </a:ext>
            </a:extLst>
          </p:cNvPr>
          <p:cNvSpPr>
            <a:spLocks noGrp="1"/>
          </p:cNvSpPr>
          <p:nvPr>
            <p:ph idx="1"/>
          </p:nvPr>
        </p:nvSpPr>
        <p:spPr>
          <a:xfrm>
            <a:off x="900501" y="782059"/>
            <a:ext cx="7197363" cy="4310743"/>
          </a:xfrm>
        </p:spPr>
        <p:txBody>
          <a:bodyPr vert="horz" lIns="91440" tIns="45720" rIns="91440" bIns="45720" rtlCol="0" anchor="t">
            <a:noAutofit/>
          </a:bodyPr>
          <a:lstStyle/>
          <a:p>
            <a:r>
              <a:rPr lang="en-US" sz="1800" dirty="0">
                <a:latin typeface="Open Sans"/>
                <a:ea typeface="Open Sans"/>
                <a:cs typeface="Open Sans"/>
              </a:rPr>
              <a:t>Authentication silos restrict where privileged accounts can </a:t>
            </a:r>
            <a:br>
              <a:rPr lang="en-US" sz="1800" dirty="0">
                <a:latin typeface="Open Sans"/>
                <a:ea typeface="Open Sans"/>
                <a:cs typeface="Open Sans"/>
              </a:rPr>
            </a:br>
            <a:r>
              <a:rPr lang="en-US" sz="1800" dirty="0">
                <a:latin typeface="Open Sans"/>
                <a:ea typeface="Open Sans"/>
                <a:cs typeface="Open Sans"/>
              </a:rPr>
              <a:t>log on</a:t>
            </a:r>
          </a:p>
          <a:p>
            <a:r>
              <a:rPr lang="en-US" sz="1800" dirty="0"/>
              <a:t>Domain controller access is tightly controlled with policies</a:t>
            </a:r>
          </a:p>
          <a:p>
            <a:r>
              <a:rPr lang="en-US" sz="1800" dirty="0"/>
              <a:t>User and admin account options strengthen identity security</a:t>
            </a:r>
          </a:p>
          <a:p>
            <a:r>
              <a:rPr lang="en-US" sz="1800" dirty="0"/>
              <a:t>Delegation must follow least privilege principles</a:t>
            </a:r>
          </a:p>
          <a:p>
            <a:r>
              <a:rPr lang="en-US" sz="1800" dirty="0"/>
              <a:t>Just Enough Administration (JEA) and Just-in-Time (JIT) add zero trust controls</a:t>
            </a:r>
          </a:p>
        </p:txBody>
      </p:sp>
    </p:spTree>
    <p:extLst>
      <p:ext uri="{BB962C8B-B14F-4D97-AF65-F5344CB8AC3E}">
        <p14:creationId xmlns:p14="http://schemas.microsoft.com/office/powerpoint/2010/main" val="40175073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DE03C8-8D21-7742-BC45-5373CF43F0B8}"/>
              </a:ext>
            </a:extLst>
          </p:cNvPr>
          <p:cNvSpPr>
            <a:spLocks noGrp="1"/>
          </p:cNvSpPr>
          <p:nvPr>
            <p:ph type="title"/>
          </p:nvPr>
        </p:nvSpPr>
        <p:spPr>
          <a:xfrm>
            <a:off x="793342" y="9336"/>
            <a:ext cx="8231745" cy="463628"/>
          </a:xfrm>
        </p:spPr>
        <p:txBody>
          <a:bodyPr/>
          <a:lstStyle/>
          <a:p>
            <a:r>
              <a:rPr lang="en-US" sz="2400" dirty="0"/>
              <a:t>Isolate privileged accounts with authentication silos</a:t>
            </a:r>
          </a:p>
        </p:txBody>
      </p:sp>
      <p:sp>
        <p:nvSpPr>
          <p:cNvPr id="3" name="Content Placeholder 2">
            <a:extLst>
              <a:ext uri="{FF2B5EF4-FFF2-40B4-BE49-F238E27FC236}">
                <a16:creationId xmlns:a16="http://schemas.microsoft.com/office/drawing/2014/main" id="{514D88C4-C6AF-3654-026D-9E5843DEC367}"/>
              </a:ext>
            </a:extLst>
          </p:cNvPr>
          <p:cNvSpPr>
            <a:spLocks noGrp="1"/>
          </p:cNvSpPr>
          <p:nvPr>
            <p:ph idx="1"/>
          </p:nvPr>
        </p:nvSpPr>
        <p:spPr>
          <a:xfrm>
            <a:off x="900501" y="782059"/>
            <a:ext cx="7197363" cy="4310743"/>
          </a:xfrm>
        </p:spPr>
        <p:txBody>
          <a:bodyPr vert="horz" lIns="91440" tIns="45720" rIns="91440" bIns="45720" rtlCol="0" anchor="t">
            <a:noAutofit/>
          </a:bodyPr>
          <a:lstStyle/>
          <a:p>
            <a:r>
              <a:rPr lang="en-US" sz="1800" dirty="0"/>
              <a:t>Create silos for sensitive accounts at </a:t>
            </a:r>
            <a:r>
              <a:rPr lang="en-US" sz="1800" dirty="0" err="1"/>
              <a:t>Fabrikam</a:t>
            </a:r>
            <a:endParaRPr lang="en-US" sz="1800" dirty="0"/>
          </a:p>
          <a:p>
            <a:r>
              <a:rPr lang="en-US" sz="1800" dirty="0"/>
              <a:t>Ticket-granting ticket (TGT) lifetimes limit exposure</a:t>
            </a:r>
          </a:p>
          <a:p>
            <a:r>
              <a:rPr lang="en-US" sz="1800" dirty="0"/>
              <a:t>Device-based restrictions enforce trusted authentication sources</a:t>
            </a:r>
          </a:p>
          <a:p>
            <a:r>
              <a:rPr lang="en-US" sz="1800" dirty="0"/>
              <a:t>Silo membership defines where accounts can sign in</a:t>
            </a:r>
          </a:p>
          <a:p>
            <a:r>
              <a:rPr lang="en-US" sz="1800" dirty="0"/>
              <a:t>Audit logs track violations and suspicious access</a:t>
            </a:r>
          </a:p>
        </p:txBody>
      </p:sp>
    </p:spTree>
    <p:extLst>
      <p:ext uri="{BB962C8B-B14F-4D97-AF65-F5344CB8AC3E}">
        <p14:creationId xmlns:p14="http://schemas.microsoft.com/office/powerpoint/2010/main" val="27522594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5">
            <a:extLst>
              <a:ext uri="{FF2B5EF4-FFF2-40B4-BE49-F238E27FC236}">
                <a16:creationId xmlns:a16="http://schemas.microsoft.com/office/drawing/2014/main" id="{7CE19171-B11A-F0B2-D185-CC8FB87A16DC}"/>
              </a:ext>
            </a:extLst>
          </p:cNvPr>
          <p:cNvSpPr txBox="1">
            <a:spLocks/>
          </p:cNvSpPr>
          <p:nvPr/>
        </p:nvSpPr>
        <p:spPr>
          <a:xfrm>
            <a:off x="1500187" y="1971242"/>
            <a:ext cx="6143625" cy="771525"/>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Font typeface="Arial"/>
              <a:buNone/>
            </a:pPr>
            <a:r>
              <a:rPr lang="en-US" sz="3600" dirty="0">
                <a:solidFill>
                  <a:srgbClr val="0978D8"/>
                </a:solidFill>
              </a:rPr>
              <a:t>4.2 Restrict access to domain controllers </a:t>
            </a:r>
          </a:p>
        </p:txBody>
      </p:sp>
    </p:spTree>
    <p:extLst>
      <p:ext uri="{BB962C8B-B14F-4D97-AF65-F5344CB8AC3E}">
        <p14:creationId xmlns:p14="http://schemas.microsoft.com/office/powerpoint/2010/main" val="18290400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DE03C8-8D21-7742-BC45-5373CF43F0B8}"/>
              </a:ext>
            </a:extLst>
          </p:cNvPr>
          <p:cNvSpPr>
            <a:spLocks noGrp="1"/>
          </p:cNvSpPr>
          <p:nvPr>
            <p:ph type="title"/>
          </p:nvPr>
        </p:nvSpPr>
        <p:spPr/>
        <p:txBody>
          <a:bodyPr/>
          <a:lstStyle/>
          <a:p>
            <a:r>
              <a:rPr lang="en-US" dirty="0"/>
              <a:t>Restrict who can access domain controllers</a:t>
            </a:r>
          </a:p>
        </p:txBody>
      </p:sp>
      <p:sp>
        <p:nvSpPr>
          <p:cNvPr id="3" name="Content Placeholder 2">
            <a:extLst>
              <a:ext uri="{FF2B5EF4-FFF2-40B4-BE49-F238E27FC236}">
                <a16:creationId xmlns:a16="http://schemas.microsoft.com/office/drawing/2014/main" id="{514D88C4-C6AF-3654-026D-9E5843DEC367}"/>
              </a:ext>
            </a:extLst>
          </p:cNvPr>
          <p:cNvSpPr>
            <a:spLocks noGrp="1"/>
          </p:cNvSpPr>
          <p:nvPr>
            <p:ph idx="1"/>
          </p:nvPr>
        </p:nvSpPr>
        <p:spPr>
          <a:xfrm>
            <a:off x="900501" y="782059"/>
            <a:ext cx="7197363" cy="4310743"/>
          </a:xfrm>
        </p:spPr>
        <p:txBody>
          <a:bodyPr vert="horz" lIns="91440" tIns="45720" rIns="91440" bIns="45720" rtlCol="0" anchor="t">
            <a:noAutofit/>
          </a:bodyPr>
          <a:lstStyle/>
          <a:p>
            <a:r>
              <a:rPr lang="en-US" sz="1800" dirty="0"/>
              <a:t>“Log on to Domain Controllers” policy enforces least privilege</a:t>
            </a:r>
          </a:p>
          <a:p>
            <a:r>
              <a:rPr lang="en-US" sz="1800" dirty="0"/>
              <a:t>IPsec encrypts and authenticates DC communication</a:t>
            </a:r>
          </a:p>
          <a:p>
            <a:r>
              <a:rPr lang="en-US" sz="1800" dirty="0"/>
              <a:t>Selective authentication restricts access across trusts</a:t>
            </a:r>
          </a:p>
          <a:p>
            <a:r>
              <a:rPr lang="en-US" sz="1800" dirty="0"/>
              <a:t>Network segmentation isolates DCs from general traffic</a:t>
            </a:r>
          </a:p>
          <a:p>
            <a:r>
              <a:rPr lang="en-US" sz="1800" dirty="0"/>
              <a:t>Adventure Works locks down DC console and network paths</a:t>
            </a:r>
          </a:p>
        </p:txBody>
      </p:sp>
    </p:spTree>
    <p:extLst>
      <p:ext uri="{BB962C8B-B14F-4D97-AF65-F5344CB8AC3E}">
        <p14:creationId xmlns:p14="http://schemas.microsoft.com/office/powerpoint/2010/main" val="25501018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5">
            <a:extLst>
              <a:ext uri="{FF2B5EF4-FFF2-40B4-BE49-F238E27FC236}">
                <a16:creationId xmlns:a16="http://schemas.microsoft.com/office/drawing/2014/main" id="{7CE19171-B11A-F0B2-D185-CC8FB87A16DC}"/>
              </a:ext>
            </a:extLst>
          </p:cNvPr>
          <p:cNvSpPr txBox="1">
            <a:spLocks/>
          </p:cNvSpPr>
          <p:nvPr/>
        </p:nvSpPr>
        <p:spPr>
          <a:xfrm>
            <a:off x="1500187" y="1971242"/>
            <a:ext cx="6143625" cy="771525"/>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Font typeface="Arial"/>
              <a:buNone/>
            </a:pPr>
            <a:r>
              <a:rPr lang="en-US" sz="3600" dirty="0">
                <a:solidFill>
                  <a:srgbClr val="0978D8"/>
                </a:solidFill>
              </a:rPr>
              <a:t>4.3 Configure security options for user accounts </a:t>
            </a:r>
          </a:p>
        </p:txBody>
      </p:sp>
    </p:spTree>
    <p:extLst>
      <p:ext uri="{BB962C8B-B14F-4D97-AF65-F5344CB8AC3E}">
        <p14:creationId xmlns:p14="http://schemas.microsoft.com/office/powerpoint/2010/main" val="9479079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DE03C8-8D21-7742-BC45-5373CF43F0B8}"/>
              </a:ext>
            </a:extLst>
          </p:cNvPr>
          <p:cNvSpPr>
            <a:spLocks noGrp="1"/>
          </p:cNvSpPr>
          <p:nvPr>
            <p:ph type="title"/>
          </p:nvPr>
        </p:nvSpPr>
        <p:spPr>
          <a:xfrm>
            <a:off x="793342" y="9336"/>
            <a:ext cx="8350658" cy="463628"/>
          </a:xfrm>
        </p:spPr>
        <p:txBody>
          <a:bodyPr/>
          <a:lstStyle/>
          <a:p>
            <a:r>
              <a:rPr lang="en-US" sz="2400" dirty="0"/>
              <a:t>Configure security options for user accounts</a:t>
            </a:r>
          </a:p>
        </p:txBody>
      </p:sp>
      <p:sp>
        <p:nvSpPr>
          <p:cNvPr id="3" name="Content Placeholder 2">
            <a:extLst>
              <a:ext uri="{FF2B5EF4-FFF2-40B4-BE49-F238E27FC236}">
                <a16:creationId xmlns:a16="http://schemas.microsoft.com/office/drawing/2014/main" id="{514D88C4-C6AF-3654-026D-9E5843DEC367}"/>
              </a:ext>
            </a:extLst>
          </p:cNvPr>
          <p:cNvSpPr>
            <a:spLocks noGrp="1"/>
          </p:cNvSpPr>
          <p:nvPr>
            <p:ph idx="1"/>
          </p:nvPr>
        </p:nvSpPr>
        <p:spPr>
          <a:xfrm>
            <a:off x="900501" y="782059"/>
            <a:ext cx="7197363" cy="4310743"/>
          </a:xfrm>
        </p:spPr>
        <p:txBody>
          <a:bodyPr vert="horz" lIns="91440" tIns="45720" rIns="91440" bIns="45720" rtlCol="0" anchor="t">
            <a:noAutofit/>
          </a:bodyPr>
          <a:lstStyle/>
          <a:p>
            <a:r>
              <a:rPr lang="en-US" sz="1800" dirty="0"/>
              <a:t>Enforce password length, complexity, and history requirements</a:t>
            </a:r>
          </a:p>
          <a:p>
            <a:r>
              <a:rPr lang="en-US" sz="1800" dirty="0"/>
              <a:t>Apply account lockout thresholds and durations to stop brute-force attacks</a:t>
            </a:r>
          </a:p>
          <a:p>
            <a:r>
              <a:rPr lang="en-US" sz="1800" dirty="0"/>
              <a:t>Configure Kerberos ticket lifetimes and renewal policies for balanced security and usability</a:t>
            </a:r>
          </a:p>
          <a:p>
            <a:r>
              <a:rPr lang="en-US" sz="1800" dirty="0"/>
              <a:t>Require smart card or multifactor logon for sensitive non-admin accounts</a:t>
            </a:r>
          </a:p>
          <a:p>
            <a:r>
              <a:rPr lang="en-US" sz="1800" dirty="0"/>
              <a:t>Use user rights assignments (e.g., deny local logon, allow logon as a batch job) to control where accounts can sign in</a:t>
            </a:r>
          </a:p>
        </p:txBody>
      </p:sp>
    </p:spTree>
    <p:extLst>
      <p:ext uri="{BB962C8B-B14F-4D97-AF65-F5344CB8AC3E}">
        <p14:creationId xmlns:p14="http://schemas.microsoft.com/office/powerpoint/2010/main" val="1263181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5">
            <a:extLst>
              <a:ext uri="{FF2B5EF4-FFF2-40B4-BE49-F238E27FC236}">
                <a16:creationId xmlns:a16="http://schemas.microsoft.com/office/drawing/2014/main" id="{7CE19171-B11A-F0B2-D185-CC8FB87A16DC}"/>
              </a:ext>
            </a:extLst>
          </p:cNvPr>
          <p:cNvSpPr txBox="1">
            <a:spLocks/>
          </p:cNvSpPr>
          <p:nvPr/>
        </p:nvSpPr>
        <p:spPr>
          <a:xfrm>
            <a:off x="1500187" y="1971242"/>
            <a:ext cx="6143625" cy="771525"/>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Font typeface="Arial"/>
              <a:buNone/>
            </a:pPr>
            <a:r>
              <a:rPr lang="en-US" sz="3600" dirty="0">
                <a:solidFill>
                  <a:srgbClr val="0978D8"/>
                </a:solidFill>
              </a:rPr>
              <a:t>4.4 Configure security options for built-in administrative groups </a:t>
            </a:r>
          </a:p>
        </p:txBody>
      </p:sp>
    </p:spTree>
    <p:extLst>
      <p:ext uri="{BB962C8B-B14F-4D97-AF65-F5344CB8AC3E}">
        <p14:creationId xmlns:p14="http://schemas.microsoft.com/office/powerpoint/2010/main" val="9140071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DE03C8-8D21-7742-BC45-5373CF43F0B8}"/>
              </a:ext>
            </a:extLst>
          </p:cNvPr>
          <p:cNvSpPr>
            <a:spLocks noGrp="1"/>
          </p:cNvSpPr>
          <p:nvPr>
            <p:ph type="title"/>
          </p:nvPr>
        </p:nvSpPr>
        <p:spPr>
          <a:xfrm>
            <a:off x="793342" y="9336"/>
            <a:ext cx="8268465" cy="463628"/>
          </a:xfrm>
        </p:spPr>
        <p:txBody>
          <a:bodyPr/>
          <a:lstStyle/>
          <a:p>
            <a:r>
              <a:rPr lang="en-US" sz="2400" dirty="0"/>
              <a:t>Configure security options for built-in admin groups</a:t>
            </a:r>
          </a:p>
        </p:txBody>
      </p:sp>
      <p:sp>
        <p:nvSpPr>
          <p:cNvPr id="3" name="Content Placeholder 2">
            <a:extLst>
              <a:ext uri="{FF2B5EF4-FFF2-40B4-BE49-F238E27FC236}">
                <a16:creationId xmlns:a16="http://schemas.microsoft.com/office/drawing/2014/main" id="{514D88C4-C6AF-3654-026D-9E5843DEC367}"/>
              </a:ext>
            </a:extLst>
          </p:cNvPr>
          <p:cNvSpPr>
            <a:spLocks noGrp="1"/>
          </p:cNvSpPr>
          <p:nvPr>
            <p:ph idx="1"/>
          </p:nvPr>
        </p:nvSpPr>
        <p:spPr>
          <a:xfrm>
            <a:off x="900501" y="782059"/>
            <a:ext cx="7197363" cy="4310743"/>
          </a:xfrm>
        </p:spPr>
        <p:txBody>
          <a:bodyPr vert="horz" lIns="91440" tIns="45720" rIns="91440" bIns="45720" rtlCol="0" anchor="t">
            <a:noAutofit/>
          </a:bodyPr>
          <a:lstStyle/>
          <a:p>
            <a:r>
              <a:rPr lang="en-US" sz="1800" dirty="0" err="1"/>
              <a:t>AdminSDHolder</a:t>
            </a:r>
            <a:r>
              <a:rPr lang="en-US" sz="1800" dirty="0"/>
              <a:t> protects sensitive groups from unauthorized changes</a:t>
            </a:r>
          </a:p>
          <a:p>
            <a:r>
              <a:rPr lang="en-US" sz="1800" dirty="0" err="1"/>
              <a:t>SDProp</a:t>
            </a:r>
            <a:r>
              <a:rPr lang="en-US" sz="1800" dirty="0"/>
              <a:t> process reapplies consistent ACLs every 60 minutes</a:t>
            </a:r>
          </a:p>
          <a:p>
            <a:r>
              <a:rPr lang="en-US" sz="1800" dirty="0"/>
              <a:t>Time-based group membership reduces exposure of privileged roles</a:t>
            </a:r>
          </a:p>
          <a:p>
            <a:r>
              <a:rPr lang="en-US" sz="1800" dirty="0"/>
              <a:t>Audit policies track membership changes in real time</a:t>
            </a:r>
          </a:p>
          <a:p>
            <a:r>
              <a:rPr lang="en-US" sz="1800" dirty="0"/>
              <a:t>Tailwind Traders enforces consistent permissions across all admin groups</a:t>
            </a:r>
          </a:p>
        </p:txBody>
      </p:sp>
    </p:spTree>
    <p:extLst>
      <p:ext uri="{BB962C8B-B14F-4D97-AF65-F5344CB8AC3E}">
        <p14:creationId xmlns:p14="http://schemas.microsoft.com/office/powerpoint/2010/main" val="37220895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5">
            <a:extLst>
              <a:ext uri="{FF2B5EF4-FFF2-40B4-BE49-F238E27FC236}">
                <a16:creationId xmlns:a16="http://schemas.microsoft.com/office/drawing/2014/main" id="{7CE19171-B11A-F0B2-D185-CC8FB87A16DC}"/>
              </a:ext>
            </a:extLst>
          </p:cNvPr>
          <p:cNvSpPr txBox="1">
            <a:spLocks/>
          </p:cNvSpPr>
          <p:nvPr/>
        </p:nvSpPr>
        <p:spPr>
          <a:xfrm>
            <a:off x="1500187" y="1971242"/>
            <a:ext cx="6143625" cy="771525"/>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Font typeface="Arial"/>
              <a:buNone/>
            </a:pPr>
            <a:r>
              <a:rPr lang="en-US" sz="3600" dirty="0">
                <a:solidFill>
                  <a:srgbClr val="0978D8"/>
                </a:solidFill>
              </a:rPr>
              <a:t>4.5 Manage AD delegation </a:t>
            </a:r>
          </a:p>
        </p:txBody>
      </p:sp>
    </p:spTree>
    <p:extLst>
      <p:ext uri="{BB962C8B-B14F-4D97-AF65-F5344CB8AC3E}">
        <p14:creationId xmlns:p14="http://schemas.microsoft.com/office/powerpoint/2010/main" val="11611065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DE03C8-8D21-7742-BC45-5373CF43F0B8}"/>
              </a:ext>
            </a:extLst>
          </p:cNvPr>
          <p:cNvSpPr>
            <a:spLocks noGrp="1"/>
          </p:cNvSpPr>
          <p:nvPr>
            <p:ph type="title"/>
          </p:nvPr>
        </p:nvSpPr>
        <p:spPr/>
        <p:txBody>
          <a:bodyPr/>
          <a:lstStyle/>
          <a:p>
            <a:r>
              <a:rPr lang="en-US" dirty="0"/>
              <a:t>Manage AD delegation with least privilege</a:t>
            </a:r>
          </a:p>
        </p:txBody>
      </p:sp>
      <p:sp>
        <p:nvSpPr>
          <p:cNvPr id="3" name="Content Placeholder 2">
            <a:extLst>
              <a:ext uri="{FF2B5EF4-FFF2-40B4-BE49-F238E27FC236}">
                <a16:creationId xmlns:a16="http://schemas.microsoft.com/office/drawing/2014/main" id="{514D88C4-C6AF-3654-026D-9E5843DEC367}"/>
              </a:ext>
            </a:extLst>
          </p:cNvPr>
          <p:cNvSpPr>
            <a:spLocks noGrp="1"/>
          </p:cNvSpPr>
          <p:nvPr>
            <p:ph idx="1"/>
          </p:nvPr>
        </p:nvSpPr>
        <p:spPr>
          <a:xfrm>
            <a:off x="900501" y="782059"/>
            <a:ext cx="7197363" cy="4310743"/>
          </a:xfrm>
        </p:spPr>
        <p:txBody>
          <a:bodyPr vert="horz" lIns="91440" tIns="45720" rIns="91440" bIns="45720" rtlCol="0" anchor="t">
            <a:noAutofit/>
          </a:bodyPr>
          <a:lstStyle/>
          <a:p>
            <a:r>
              <a:rPr lang="en-US" sz="1800" dirty="0"/>
              <a:t>Constrained delegation limits where credentials can flow</a:t>
            </a:r>
          </a:p>
          <a:p>
            <a:r>
              <a:rPr lang="en-US" sz="1800" dirty="0"/>
              <a:t>Resource-based constrained delegation simplifies trust boundaries</a:t>
            </a:r>
          </a:p>
          <a:p>
            <a:r>
              <a:rPr lang="en-US" sz="1800" dirty="0"/>
              <a:t>Protocol transition avoids double-hop Kerberos issues</a:t>
            </a:r>
          </a:p>
          <a:p>
            <a:r>
              <a:rPr lang="en-US" sz="1800" dirty="0"/>
              <a:t>PowerShell audits reveal risky or outdated delegations</a:t>
            </a:r>
          </a:p>
          <a:p>
            <a:r>
              <a:rPr lang="en-US" sz="1800" dirty="0"/>
              <a:t>Contoso applies delegation only to specific services</a:t>
            </a:r>
          </a:p>
        </p:txBody>
      </p:sp>
    </p:spTree>
    <p:extLst>
      <p:ext uri="{BB962C8B-B14F-4D97-AF65-F5344CB8AC3E}">
        <p14:creationId xmlns:p14="http://schemas.microsoft.com/office/powerpoint/2010/main" val="38675402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F9E237-BA0D-A6D7-ABE0-D61274209EBE}"/>
              </a:ext>
            </a:extLst>
          </p:cNvPr>
          <p:cNvSpPr>
            <a:spLocks noGrp="1"/>
          </p:cNvSpPr>
          <p:nvPr>
            <p:ph type="title"/>
          </p:nvPr>
        </p:nvSpPr>
        <p:spPr/>
        <p:txBody>
          <a:bodyPr/>
          <a:lstStyle/>
          <a:p>
            <a:r>
              <a:rPr lang="en-US" dirty="0"/>
              <a:t>The Kerberos double-hop problem</a:t>
            </a:r>
          </a:p>
        </p:txBody>
      </p:sp>
      <p:pic>
        <p:nvPicPr>
          <p:cNvPr id="4" name="Picture 3">
            <a:extLst>
              <a:ext uri="{FF2B5EF4-FFF2-40B4-BE49-F238E27FC236}">
                <a16:creationId xmlns:a16="http://schemas.microsoft.com/office/drawing/2014/main" id="{E2F18897-59F9-FA0E-0EB5-6A5564274401}"/>
              </a:ext>
            </a:extLst>
          </p:cNvPr>
          <p:cNvPicPr>
            <a:picLocks noChangeAspect="1"/>
          </p:cNvPicPr>
          <p:nvPr/>
        </p:nvPicPr>
        <p:blipFill>
          <a:blip r:embed="rId3"/>
          <a:stretch>
            <a:fillRect/>
          </a:stretch>
        </p:blipFill>
        <p:spPr>
          <a:xfrm>
            <a:off x="1179930" y="852220"/>
            <a:ext cx="6784140" cy="4162350"/>
          </a:xfrm>
          <a:prstGeom prst="rect">
            <a:avLst/>
          </a:prstGeom>
        </p:spPr>
      </p:pic>
    </p:spTree>
    <p:extLst>
      <p:ext uri="{BB962C8B-B14F-4D97-AF65-F5344CB8AC3E}">
        <p14:creationId xmlns:p14="http://schemas.microsoft.com/office/powerpoint/2010/main" val="40807055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5">
            <a:extLst>
              <a:ext uri="{FF2B5EF4-FFF2-40B4-BE49-F238E27FC236}">
                <a16:creationId xmlns:a16="http://schemas.microsoft.com/office/drawing/2014/main" id="{7CE19171-B11A-F0B2-D185-CC8FB87A16DC}"/>
              </a:ext>
            </a:extLst>
          </p:cNvPr>
          <p:cNvSpPr txBox="1">
            <a:spLocks/>
          </p:cNvSpPr>
          <p:nvPr/>
        </p:nvSpPr>
        <p:spPr>
          <a:xfrm>
            <a:off x="1500187" y="1971242"/>
            <a:ext cx="6143625" cy="771525"/>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Font typeface="Arial"/>
              <a:buNone/>
            </a:pPr>
            <a:r>
              <a:rPr lang="en-US" sz="3600">
                <a:solidFill>
                  <a:srgbClr val="0978D8"/>
                </a:solidFill>
              </a:rPr>
              <a:t>4.6 Implement Just Enough Administration (JEA) and Just-In-Time (JIT) privileged access</a:t>
            </a:r>
            <a:endParaRPr lang="en-US" sz="3600" dirty="0">
              <a:solidFill>
                <a:srgbClr val="0978D8"/>
              </a:solidFill>
            </a:endParaRPr>
          </a:p>
        </p:txBody>
      </p:sp>
    </p:spTree>
    <p:extLst>
      <p:ext uri="{BB962C8B-B14F-4D97-AF65-F5344CB8AC3E}">
        <p14:creationId xmlns:p14="http://schemas.microsoft.com/office/powerpoint/2010/main" val="34959049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DE03C8-8D21-7742-BC45-5373CF43F0B8}"/>
              </a:ext>
            </a:extLst>
          </p:cNvPr>
          <p:cNvSpPr>
            <a:spLocks noGrp="1"/>
          </p:cNvSpPr>
          <p:nvPr>
            <p:ph type="title"/>
          </p:nvPr>
        </p:nvSpPr>
        <p:spPr/>
        <p:txBody>
          <a:bodyPr/>
          <a:lstStyle/>
          <a:p>
            <a:r>
              <a:rPr lang="en-US" dirty="0"/>
              <a:t>Provide just-enough and just-in-time access</a:t>
            </a:r>
          </a:p>
        </p:txBody>
      </p:sp>
      <p:sp>
        <p:nvSpPr>
          <p:cNvPr id="3" name="Content Placeholder 2">
            <a:extLst>
              <a:ext uri="{FF2B5EF4-FFF2-40B4-BE49-F238E27FC236}">
                <a16:creationId xmlns:a16="http://schemas.microsoft.com/office/drawing/2014/main" id="{514D88C4-C6AF-3654-026D-9E5843DEC367}"/>
              </a:ext>
            </a:extLst>
          </p:cNvPr>
          <p:cNvSpPr>
            <a:spLocks noGrp="1"/>
          </p:cNvSpPr>
          <p:nvPr>
            <p:ph idx="1"/>
          </p:nvPr>
        </p:nvSpPr>
        <p:spPr>
          <a:xfrm>
            <a:off x="900501" y="782059"/>
            <a:ext cx="7197363" cy="4310743"/>
          </a:xfrm>
        </p:spPr>
        <p:txBody>
          <a:bodyPr vert="horz" lIns="91440" tIns="45720" rIns="91440" bIns="45720" rtlCol="0" anchor="t">
            <a:noAutofit/>
          </a:bodyPr>
          <a:lstStyle/>
          <a:p>
            <a:r>
              <a:rPr lang="en-US" sz="1800" dirty="0"/>
              <a:t>JEA PowerShell endpoints expose only approved cmdlets</a:t>
            </a:r>
          </a:p>
          <a:p>
            <a:r>
              <a:rPr lang="en-US" sz="1800" dirty="0"/>
              <a:t>Session configurations restrict the admin runtime environment</a:t>
            </a:r>
          </a:p>
          <a:p>
            <a:r>
              <a:rPr lang="en-US" sz="1800" dirty="0"/>
              <a:t>Role capabilities define what operators can do</a:t>
            </a:r>
          </a:p>
          <a:p>
            <a:r>
              <a:rPr lang="en-US" sz="1800" dirty="0"/>
              <a:t>Microsoft Entra Privileged Identity Management provides JIT elevation</a:t>
            </a:r>
          </a:p>
          <a:p>
            <a:r>
              <a:rPr lang="en-US" sz="1800" dirty="0" err="1"/>
              <a:t>Fabrikam</a:t>
            </a:r>
            <a:r>
              <a:rPr lang="en-US" sz="1800" dirty="0"/>
              <a:t> enforces time-boxed, auditable admin sessions</a:t>
            </a:r>
          </a:p>
        </p:txBody>
      </p:sp>
    </p:spTree>
    <p:extLst>
      <p:ext uri="{BB962C8B-B14F-4D97-AF65-F5344CB8AC3E}">
        <p14:creationId xmlns:p14="http://schemas.microsoft.com/office/powerpoint/2010/main" val="40923144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F9E237-BA0D-A6D7-ABE0-D61274209EBE}"/>
              </a:ext>
            </a:extLst>
          </p:cNvPr>
          <p:cNvSpPr>
            <a:spLocks noGrp="1"/>
          </p:cNvSpPr>
          <p:nvPr>
            <p:ph type="title"/>
          </p:nvPr>
        </p:nvSpPr>
        <p:spPr/>
        <p:txBody>
          <a:bodyPr/>
          <a:lstStyle/>
          <a:p>
            <a:r>
              <a:rPr lang="en-US" dirty="0"/>
              <a:t>JEA for PowerShell architecture</a:t>
            </a:r>
          </a:p>
        </p:txBody>
      </p:sp>
      <p:pic>
        <p:nvPicPr>
          <p:cNvPr id="4" name="Picture 3">
            <a:extLst>
              <a:ext uri="{FF2B5EF4-FFF2-40B4-BE49-F238E27FC236}">
                <a16:creationId xmlns:a16="http://schemas.microsoft.com/office/drawing/2014/main" id="{5EC4ACD9-4574-2189-7F8B-07C34925E09D}"/>
              </a:ext>
            </a:extLst>
          </p:cNvPr>
          <p:cNvPicPr>
            <a:picLocks noChangeAspect="1"/>
          </p:cNvPicPr>
          <p:nvPr/>
        </p:nvPicPr>
        <p:blipFill>
          <a:blip r:embed="rId3"/>
          <a:stretch>
            <a:fillRect/>
          </a:stretch>
        </p:blipFill>
        <p:spPr>
          <a:xfrm>
            <a:off x="1224203" y="840410"/>
            <a:ext cx="6695593" cy="3892414"/>
          </a:xfrm>
          <a:prstGeom prst="rect">
            <a:avLst/>
          </a:prstGeom>
        </p:spPr>
      </p:pic>
    </p:spTree>
    <p:extLst>
      <p:ext uri="{BB962C8B-B14F-4D97-AF65-F5344CB8AC3E}">
        <p14:creationId xmlns:p14="http://schemas.microsoft.com/office/powerpoint/2010/main" val="5980760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F9E237-BA0D-A6D7-ABE0-D61274209EBE}"/>
              </a:ext>
            </a:extLst>
          </p:cNvPr>
          <p:cNvSpPr>
            <a:spLocks noGrp="1"/>
          </p:cNvSpPr>
          <p:nvPr>
            <p:ph type="title"/>
          </p:nvPr>
        </p:nvSpPr>
        <p:spPr/>
        <p:txBody>
          <a:bodyPr/>
          <a:lstStyle/>
          <a:p>
            <a:r>
              <a:rPr lang="en-US" dirty="0"/>
              <a:t>JIT Privileged Access architecture</a:t>
            </a:r>
          </a:p>
        </p:txBody>
      </p:sp>
      <p:pic>
        <p:nvPicPr>
          <p:cNvPr id="5" name="Picture 4">
            <a:extLst>
              <a:ext uri="{FF2B5EF4-FFF2-40B4-BE49-F238E27FC236}">
                <a16:creationId xmlns:a16="http://schemas.microsoft.com/office/drawing/2014/main" id="{FB9E6576-5190-5F64-BB79-C27B6F24F3E2}"/>
              </a:ext>
            </a:extLst>
          </p:cNvPr>
          <p:cNvPicPr>
            <a:picLocks noChangeAspect="1"/>
          </p:cNvPicPr>
          <p:nvPr/>
        </p:nvPicPr>
        <p:blipFill>
          <a:blip r:embed="rId3"/>
          <a:stretch>
            <a:fillRect/>
          </a:stretch>
        </p:blipFill>
        <p:spPr>
          <a:xfrm>
            <a:off x="1024996" y="837590"/>
            <a:ext cx="7094007" cy="3912838"/>
          </a:xfrm>
          <a:prstGeom prst="rect">
            <a:avLst/>
          </a:prstGeom>
        </p:spPr>
      </p:pic>
    </p:spTree>
    <p:extLst>
      <p:ext uri="{BB962C8B-B14F-4D97-AF65-F5344CB8AC3E}">
        <p14:creationId xmlns:p14="http://schemas.microsoft.com/office/powerpoint/2010/main" val="2043817491"/>
      </p:ext>
    </p:extLst>
  </p:cSld>
  <p:clrMapOvr>
    <a:masterClrMapping/>
  </p:clrMapOvr>
</p:sld>
</file>

<file path=ppt/theme/theme1.xml><?xml version="1.0" encoding="utf-8"?>
<a:theme xmlns:a="http://schemas.openxmlformats.org/drawingml/2006/main" name="Standard_LiveLessons_2017">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bodyPr vert="horz" lIns="91440" tIns="45720" rIns="91440" bIns="45720" rtlCol="0">
        <a:normAutofit/>
      </a:bodyPr>
      <a:lstStyle>
        <a:defPPr algn="l">
          <a:defRPr sz="1200" b="0" baseline="0" dirty="0" smtClean="0">
            <a:solidFill>
              <a:srgbClr val="454D4E"/>
            </a:solidFill>
            <a:latin typeface="Open Sans" panose="020B0606030504020204" pitchFamily="34" charset="0"/>
          </a:defRPr>
        </a:defPPr>
      </a:lstStyle>
    </a:txDef>
  </a:objectDefaults>
  <a:extraClrSchemeLst/>
  <a:extLst>
    <a:ext uri="{05A4C25C-085E-4340-85A3-A5531E510DB2}">
      <thm15:themeFamily xmlns:thm15="http://schemas.microsoft.com/office/thememl/2012/main" name="Standard_LiveLessons_2016.potm" id="{8C1633E9-E98A-446F-92F4-E3D84D4249FA}" vid="{A44C486B-6B48-42BE-B4AA-FE194AC1400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9EB942DAA29B6641B847DD25AB6364DF" ma:contentTypeVersion="20" ma:contentTypeDescription="Create a new document." ma:contentTypeScope="" ma:versionID="e60464b2502f4f4c6d575a702f4efcf7">
  <xsd:schema xmlns:xsd="http://www.w3.org/2001/XMLSchema" xmlns:xs="http://www.w3.org/2001/XMLSchema" xmlns:p="http://schemas.microsoft.com/office/2006/metadata/properties" xmlns:ns1="http://schemas.microsoft.com/sharepoint/v3" xmlns:ns2="1501a101-02f8-4cb9-8ad4-ac4c2bb50a5e" xmlns:ns3="53af226d-ba0a-4b77-ace2-7e16defb8490" targetNamespace="http://schemas.microsoft.com/office/2006/metadata/properties" ma:root="true" ma:fieldsID="c75e329bb324eb7f1fd76e0ecf7fa1c1" ns1:_="" ns2:_="" ns3:_="">
    <xsd:import namespace="http://schemas.microsoft.com/sharepoint/v3"/>
    <xsd:import namespace="1501a101-02f8-4cb9-8ad4-ac4c2bb50a5e"/>
    <xsd:import namespace="53af226d-ba0a-4b77-ace2-7e16defb8490"/>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AutoTags" minOccurs="0"/>
                <xsd:element ref="ns2:MediaServiceOCR"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DateTaken" minOccurs="0"/>
                <xsd:element ref="ns2:MediaServiceObjectDetectorVersions" minOccurs="0"/>
                <xsd:element ref="ns2:MediaServiceSearchProperties" minOccurs="0"/>
                <xsd:element ref="ns2:MediaServiceBillingMetadata" minOccurs="0"/>
                <xsd:element ref="ns1:_ip_UnifiedCompliancePolicyProperties" minOccurs="0"/>
                <xsd:element ref="ns1:_ip_UnifiedCompliancePolicyUIAc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6" nillable="true" ma:displayName="Unified Compliance Policy Properties" ma:hidden="true" ma:internalName="_ip_UnifiedCompliancePolicyProperties">
      <xsd:simpleType>
        <xsd:restriction base="dms:Note"/>
      </xsd:simpleType>
    </xsd:element>
    <xsd:element name="_ip_UnifiedCompliancePolicyUIAction" ma:index="27"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501a101-02f8-4cb9-8ad4-ac4c2bb50a5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element name="lcf76f155ced4ddcb4097134ff3c332f" ma:index="20" nillable="true" ma:taxonomy="true" ma:internalName="lcf76f155ced4ddcb4097134ff3c332f" ma:taxonomyFieldName="MediaServiceImageTags" ma:displayName="Image Tags" ma:readOnly="false" ma:fieldId="{5cf76f15-5ced-4ddc-b409-7134ff3c332f}" ma:taxonomyMulti="true" ma:sspId="46342d94-4a90-4c9b-8c88-cb4c8647e98f" ma:termSetId="09814cd3-568e-fe90-9814-8d621ff8fb84" ma:anchorId="fba54fb3-c3e1-fe81-a776-ca4b69148c4d" ma:open="true" ma:isKeyword="false">
      <xsd:complexType>
        <xsd:sequence>
          <xsd:element ref="pc:Terms" minOccurs="0" maxOccurs="1"/>
        </xsd:sequence>
      </xsd:complexType>
    </xsd:element>
    <xsd:element name="MediaServiceDateTaken" ma:index="22" nillable="true" ma:displayName="MediaServiceDateTaken" ma:hidden="true" ma:indexed="true" ma:internalName="MediaServiceDateTaken" ma:readOnly="true">
      <xsd:simpleType>
        <xsd:restriction base="dms:Text"/>
      </xsd:simple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ServiceSearchProperties" ma:index="24" nillable="true" ma:displayName="MediaServiceSearchProperties" ma:hidden="true" ma:internalName="MediaServiceSearchProperties" ma:readOnly="true">
      <xsd:simpleType>
        <xsd:restriction base="dms:Note"/>
      </xsd:simpleType>
    </xsd:element>
    <xsd:element name="MediaServiceBillingMetadata" ma:index="25"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3af226d-ba0a-4b77-ace2-7e16defb8490"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1" nillable="true" ma:displayName="Taxonomy Catch All Column" ma:hidden="true" ma:list="{0f1b6984-261b-4571-b7f9-8a6d366cc3e2}" ma:internalName="TaxCatchAll" ma:showField="CatchAllData" ma:web="53af226d-ba0a-4b77-ace2-7e16defb849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1501a101-02f8-4cb9-8ad4-ac4c2bb50a5e">
      <Terms xmlns="http://schemas.microsoft.com/office/infopath/2007/PartnerControls"/>
    </lcf76f155ced4ddcb4097134ff3c332f>
    <TaxCatchAll xmlns="53af226d-ba0a-4b77-ace2-7e16defb8490" xsi:nil="true"/>
    <_ip_UnifiedCompliancePolicyUIAction xmlns="http://schemas.microsoft.com/sharepoint/v3" xsi:nil="true"/>
    <_ip_UnifiedCompliancePolicyProperties xmlns="http://schemas.microsoft.com/sharepoint/v3" xsi:nil="true"/>
  </documentManagement>
</p:properties>
</file>

<file path=customXml/itemProps1.xml><?xml version="1.0" encoding="utf-8"?>
<ds:datastoreItem xmlns:ds="http://schemas.openxmlformats.org/officeDocument/2006/customXml" ds:itemID="{A578832B-11A0-4901-88CD-E011AA614F2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1501a101-02f8-4cb9-8ad4-ac4c2bb50a5e"/>
    <ds:schemaRef ds:uri="53af226d-ba0a-4b77-ace2-7e16defb849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920C99BF-5DBB-4E5E-8232-1660DCDA7D83}">
  <ds:schemaRefs>
    <ds:schemaRef ds:uri="http://schemas.microsoft.com/sharepoint/v3/contenttype/forms"/>
  </ds:schemaRefs>
</ds:datastoreItem>
</file>

<file path=customXml/itemProps3.xml><?xml version="1.0" encoding="utf-8"?>
<ds:datastoreItem xmlns:ds="http://schemas.openxmlformats.org/officeDocument/2006/customXml" ds:itemID="{47303C75-6DA1-4624-8E1F-10C605E57646}">
  <ds:schemaRefs>
    <ds:schemaRef ds:uri="http://schemas.openxmlformats.org/package/2006/metadata/core-properties"/>
    <ds:schemaRef ds:uri="http://purl.org/dc/elements/1.1/"/>
    <ds:schemaRef ds:uri="http://purl.org/dc/dcmitype/"/>
    <ds:schemaRef ds:uri="http://schemas.microsoft.com/office/2006/metadata/properties"/>
    <ds:schemaRef ds:uri="http://purl.org/dc/terms/"/>
    <ds:schemaRef ds:uri="http://schemas.microsoft.com/office/2006/documentManagement/types"/>
    <ds:schemaRef ds:uri="http://www.w3.org/XML/1998/namespace"/>
    <ds:schemaRef ds:uri="http://schemas.microsoft.com/office/infopath/2007/PartnerControls"/>
    <ds:schemaRef ds:uri="53af226d-ba0a-4b77-ace2-7e16defb8490"/>
    <ds:schemaRef ds:uri="1501a101-02f8-4cb9-8ad4-ac4c2bb50a5e"/>
    <ds:schemaRef ds:uri="http://schemas.microsoft.com/sharepoint/v3"/>
  </ds:schemaRefs>
</ds:datastoreItem>
</file>

<file path=docMetadata/LabelInfo.xml><?xml version="1.0" encoding="utf-8"?>
<clbl:labelList xmlns:clbl="http://schemas.microsoft.com/office/2020/mipLabelMetadata">
  <clbl:label id="{8cc434d7-97d0-47d3-b5c5-14fe0e33e34b}" enabled="0" method="" siteId="{8cc434d7-97d0-47d3-b5c5-14fe0e33e34b}" removed="1"/>
</clbl:labelList>
</file>

<file path=docProps/app.xml><?xml version="1.0" encoding="utf-8"?>
<Properties xmlns="http://schemas.openxmlformats.org/officeDocument/2006/extended-properties" xmlns:vt="http://schemas.openxmlformats.org/officeDocument/2006/docPropsVTypes">
  <Template>Microsoft Press_PowerPoint Template (2023 Re-brand)</Template>
  <TotalTime>36012</TotalTime>
  <Words>2496</Words>
  <Application>Microsoft Office PowerPoint</Application>
  <PresentationFormat>On-screen Show (16:9)</PresentationFormat>
  <Paragraphs>210</Paragraphs>
  <Slides>19</Slides>
  <Notes>12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19</vt:i4>
      </vt:variant>
    </vt:vector>
  </HeadingPairs>
  <TitlesOfParts>
    <vt:vector size="26" baseType="lpstr">
      <vt:lpstr>Arial</vt:lpstr>
      <vt:lpstr>Calibri</vt:lpstr>
      <vt:lpstr>Open Sans</vt:lpstr>
      <vt:lpstr>Segoe UI</vt:lpstr>
      <vt:lpstr>Segoe UI Light</vt:lpstr>
      <vt:lpstr>Segoe UI Semilight</vt:lpstr>
      <vt:lpstr>Standard_LiveLessons_2017</vt:lpstr>
      <vt:lpstr>PowerPoint Presentation</vt:lpstr>
      <vt:lpstr>PowerPoint Presentation</vt:lpstr>
      <vt:lpstr>PowerPoint Presentation</vt:lpstr>
      <vt:lpstr>Bridging our learning thus far</vt:lpstr>
      <vt:lpstr>Implement enterprise-grade AuthN and AuthZ</vt:lpstr>
      <vt:lpstr>Isolate privileged accounts with authentication silos</vt:lpstr>
      <vt:lpstr>PowerPoint Presentation</vt:lpstr>
      <vt:lpstr>Restrict who can access domain controllers</vt:lpstr>
      <vt:lpstr>PowerPoint Presentation</vt:lpstr>
      <vt:lpstr>Configure security options for user accounts</vt:lpstr>
      <vt:lpstr>PowerPoint Presentation</vt:lpstr>
      <vt:lpstr>Configure security options for built-in admin groups</vt:lpstr>
      <vt:lpstr>PowerPoint Presentation</vt:lpstr>
      <vt:lpstr>Manage AD delegation with least privilege</vt:lpstr>
      <vt:lpstr>The Kerberos double-hop problem</vt:lpstr>
      <vt:lpstr>PowerPoint Presentation</vt:lpstr>
      <vt:lpstr>Provide just-enough and just-in-time access</vt:lpstr>
      <vt:lpstr>JEA for PowerShell architecture</vt:lpstr>
      <vt:lpstr>JIT Privileged Access architecture</vt:lpstr>
    </vt:vector>
  </TitlesOfParts>
  <Company>Pearson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Julie Phifer</dc:creator>
  <cp:lastModifiedBy>Tim Warner</cp:lastModifiedBy>
  <cp:revision>107</cp:revision>
  <dcterms:created xsi:type="dcterms:W3CDTF">2015-09-28T19:52:00Z</dcterms:created>
  <dcterms:modified xsi:type="dcterms:W3CDTF">2025-09-22T17:32:40Z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0x0101009EB942DAA29B6641B847DD25AB6364DF</vt:lpwstr>
  </property>
  <property fmtid="{D5CDD505-2E9C-101B-9397-08002B2CF9AE}" pid="3" name="MediaServiceImageTags">
    <vt:lpwstr/>
  </property>
  <property fmtid="{D5CDD505-2E9C-101B-9397-08002B2CF9AE}" pid="4" name="MSIP_Label_d31dd64d-da6b-43d5-9ac5-8dec692131c3_Enabled">
    <vt:lpwstr>true</vt:lpwstr>
  </property>
  <property fmtid="{D5CDD505-2E9C-101B-9397-08002B2CF9AE}" pid="5" name="MSIP_Label_d31dd64d-da6b-43d5-9ac5-8dec692131c3_SetDate">
    <vt:lpwstr>2024-02-18T18:18:25Z</vt:lpwstr>
  </property>
  <property fmtid="{D5CDD505-2E9C-101B-9397-08002B2CF9AE}" pid="6" name="MSIP_Label_d31dd64d-da6b-43d5-9ac5-8dec692131c3_Method">
    <vt:lpwstr>Standard</vt:lpwstr>
  </property>
  <property fmtid="{D5CDD505-2E9C-101B-9397-08002B2CF9AE}" pid="7" name="MSIP_Label_d31dd64d-da6b-43d5-9ac5-8dec692131c3_Name">
    <vt:lpwstr>General</vt:lpwstr>
  </property>
  <property fmtid="{D5CDD505-2E9C-101B-9397-08002B2CF9AE}" pid="8" name="MSIP_Label_d31dd64d-da6b-43d5-9ac5-8dec692131c3_SiteId">
    <vt:lpwstr>db1766ec-5540-4cde-ad8d-b2b59fb2ed8e</vt:lpwstr>
  </property>
  <property fmtid="{D5CDD505-2E9C-101B-9397-08002B2CF9AE}" pid="9" name="MSIP_Label_d31dd64d-da6b-43d5-9ac5-8dec692131c3_ActionId">
    <vt:lpwstr>e519282f-68ee-4290-b67d-67e40ded71bd</vt:lpwstr>
  </property>
  <property fmtid="{D5CDD505-2E9C-101B-9397-08002B2CF9AE}" pid="10" name="MSIP_Label_d31dd64d-da6b-43d5-9ac5-8dec692131c3_ContentBits">
    <vt:lpwstr>0</vt:lpwstr>
  </property>
</Properties>
</file>