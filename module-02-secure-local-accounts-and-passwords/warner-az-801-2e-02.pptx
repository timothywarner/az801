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8"/>
  </p:notesMasterIdLst>
  <p:sldIdLst>
    <p:sldId id="303" r:id="rId5"/>
    <p:sldId id="292" r:id="rId6"/>
    <p:sldId id="293" r:id="rId7"/>
    <p:sldId id="351" r:id="rId8"/>
    <p:sldId id="347" r:id="rId9"/>
    <p:sldId id="350" r:id="rId10"/>
    <p:sldId id="343" r:id="rId11"/>
    <p:sldId id="348" r:id="rId12"/>
    <p:sldId id="353" r:id="rId13"/>
    <p:sldId id="346" r:id="rId14"/>
    <p:sldId id="349" r:id="rId15"/>
    <p:sldId id="352" r:id="rId16"/>
    <p:sldId id="342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CB2919-E75C-EAE0-A7E3-E8766035CAC2}" name="Tim Warner" initials="TW" userId="1d9b2d89684621c1" providerId="Windows Live"/>
  <p188:author id="{955C4A35-E9B6-3146-066A-4404D53655C8}" name="scsjcain84" initials="sc" userId="S::scsjcain84_gmail.com#ext#@pearsoneducationinc.onmicrosoft.com::4399dd98-ee8b-4212-9001-7919755a326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elson, Sean" initials="DS" lastIdx="8" clrIdx="0">
    <p:extLst>
      <p:ext uri="{19B8F6BF-5375-455C-9EA6-DF929625EA0E}">
        <p15:presenceInfo xmlns:p15="http://schemas.microsoft.com/office/powerpoint/2012/main" userId="S::sean.donelson@pearson.com::3e21d0a5-01a9-4113-9b92-c184675e92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4CC972-DFD1-4B72-9D63-1014DF02F969}" v="498" dt="2025-09-20T00:08:15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2256" autoAdjust="0"/>
  </p:normalViewPr>
  <p:slideViewPr>
    <p:cSldViewPr snapToGrid="0" snapToObjects="1">
      <p:cViewPr varScale="1">
        <p:scale>
          <a:sx n="182" d="100"/>
          <a:sy n="182" d="100"/>
        </p:scale>
        <p:origin x="1008" y="3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7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150" d="100"/>
          <a:sy n="150" d="100"/>
        </p:scale>
        <p:origin x="584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Warner" userId="1d9b2d89684621c1" providerId="LiveId" clId="{CADB1D46-7252-45D7-9D19-151817DC0A18}"/>
    <pc:docChg chg="custSel addSld delSld modSld sldOrd">
      <pc:chgData name="Tim Warner" userId="1d9b2d89684621c1" providerId="LiveId" clId="{CADB1D46-7252-45D7-9D19-151817DC0A18}" dt="2025-06-21T15:14:02.879" v="325" actId="20577"/>
      <pc:docMkLst>
        <pc:docMk/>
      </pc:docMkLst>
      <pc:sldChg chg="addSp delSp modSp mod modNotesTx">
        <pc:chgData name="Tim Warner" userId="1d9b2d89684621c1" providerId="LiveId" clId="{CADB1D46-7252-45D7-9D19-151817DC0A18}" dt="2025-06-21T15:13:06.135" v="318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CADB1D46-7252-45D7-9D19-151817DC0A18}" dt="2025-06-21T15:13:28.197" v="321"/>
        <pc:sldMkLst>
          <pc:docMk/>
          <pc:sldMk cId="486668636" sldId="293"/>
        </pc:sldMkLst>
      </pc:sldChg>
      <pc:sldChg chg="modSp mod">
        <pc:chgData name="Tim Warner" userId="1d9b2d89684621c1" providerId="LiveId" clId="{CADB1D46-7252-45D7-9D19-151817DC0A18}" dt="2025-06-21T15:04:00.366" v="54" actId="20577"/>
        <pc:sldMkLst>
          <pc:docMk/>
          <pc:sldMk cId="3662525184" sldId="30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61264812" sldId="32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82615972" sldId="32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55801264" sldId="330"/>
        </pc:sldMkLst>
      </pc:sldChg>
      <pc:sldChg chg="modSp mod ord modAnim">
        <pc:chgData name="Tim Warner" userId="1d9b2d89684621c1" providerId="LiveId" clId="{CADB1D46-7252-45D7-9D19-151817DC0A18}" dt="2025-06-21T15:07:02.591" v="147" actId="14100"/>
        <pc:sldMkLst>
          <pc:docMk/>
          <pc:sldMk cId="4092314469" sldId="331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2913861116" sldId="332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635652136" sldId="33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777493193" sldId="334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654406668" sldId="335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56272041" sldId="33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754597853" sldId="337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80794652" sldId="33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976232242" sldId="339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40746147" sldId="340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170127553" sldId="341"/>
        </pc:sldMkLst>
      </pc:sldChg>
      <pc:sldChg chg="delSp modSp mod ord">
        <pc:chgData name="Tim Warner" userId="1d9b2d89684621c1" providerId="LiveId" clId="{CADB1D46-7252-45D7-9D19-151817DC0A18}" dt="2025-06-21T15:08:44.441" v="198" actId="1076"/>
        <pc:sldMkLst>
          <pc:docMk/>
          <pc:sldMk cId="4080705565" sldId="342"/>
        </pc:sldMkLst>
      </pc:sldChg>
      <pc:sldChg chg="modSp add mod">
        <pc:chgData name="Tim Warner" userId="1d9b2d89684621c1" providerId="LiveId" clId="{CADB1D46-7252-45D7-9D19-151817DC0A18}" dt="2025-06-21T15:14:02.879" v="325" actId="20577"/>
        <pc:sldMkLst>
          <pc:docMk/>
          <pc:sldMk cId="3522158024" sldId="343"/>
        </pc:sldMkLst>
      </pc:sldChg>
      <pc:sldChg chg="addSp delSp modSp add del mod">
        <pc:chgData name="Tim Warner" userId="1d9b2d89684621c1" providerId="LiveId" clId="{CADB1D46-7252-45D7-9D19-151817DC0A18}" dt="2025-06-21T15:12:04.409" v="215" actId="2696"/>
        <pc:sldMkLst>
          <pc:docMk/>
          <pc:sldMk cId="3523129307" sldId="343"/>
        </pc:sldMkLst>
      </pc:sldChg>
      <pc:sldChg chg="modSp add mod">
        <pc:chgData name="Tim Warner" userId="1d9b2d89684621c1" providerId="LiveId" clId="{CADB1D46-7252-45D7-9D19-151817DC0A18}" dt="2025-06-21T15:13:35.814" v="322"/>
        <pc:sldMkLst>
          <pc:docMk/>
          <pc:sldMk cId="2930118785" sldId="344"/>
        </pc:sldMkLst>
      </pc:sldChg>
    </pc:docChg>
  </pc:docChgLst>
  <pc:docChgLst>
    <pc:chgData name="Tim Warner" userId="1d9b2d89684621c1" providerId="LiveId" clId="{9C1AC220-CD93-46E4-823F-E96AD2EFE762}"/>
    <pc:docChg chg="custSel addSld modSld">
      <pc:chgData name="Tim Warner" userId="1d9b2d89684621c1" providerId="LiveId" clId="{9C1AC220-CD93-46E4-823F-E96AD2EFE762}" dt="2025-09-20T00:13:37.171" v="707" actId="20577"/>
      <pc:docMkLst>
        <pc:docMk/>
      </pc:docMkLst>
      <pc:sldChg chg="modNotesTx">
        <pc:chgData name="Tim Warner" userId="1d9b2d89684621c1" providerId="LiveId" clId="{9C1AC220-CD93-46E4-823F-E96AD2EFE762}" dt="2025-09-19T17:03:24.937" v="16" actId="20577"/>
        <pc:sldMkLst>
          <pc:docMk/>
          <pc:sldMk cId="947907938" sldId="346"/>
        </pc:sldMkLst>
      </pc:sldChg>
      <pc:sldChg chg="modNotesTx">
        <pc:chgData name="Tim Warner" userId="1d9b2d89684621c1" providerId="LiveId" clId="{9C1AC220-CD93-46E4-823F-E96AD2EFE762}" dt="2025-09-19T19:10:40.186" v="38" actId="20577"/>
        <pc:sldMkLst>
          <pc:docMk/>
          <pc:sldMk cId="3304461809" sldId="347"/>
        </pc:sldMkLst>
      </pc:sldChg>
      <pc:sldChg chg="modNotesTx">
        <pc:chgData name="Tim Warner" userId="1d9b2d89684621c1" providerId="LiveId" clId="{9C1AC220-CD93-46E4-823F-E96AD2EFE762}" dt="2025-09-19T19:11:24.234" v="48" actId="20577"/>
        <pc:sldMkLst>
          <pc:docMk/>
          <pc:sldMk cId="3852394233" sldId="348"/>
        </pc:sldMkLst>
      </pc:sldChg>
      <pc:sldChg chg="modSp mod modNotesTx">
        <pc:chgData name="Tim Warner" userId="1d9b2d89684621c1" providerId="LiveId" clId="{9C1AC220-CD93-46E4-823F-E96AD2EFE762}" dt="2025-09-19T23:55:21.438" v="86" actId="404"/>
        <pc:sldMkLst>
          <pc:docMk/>
          <pc:sldMk cId="368165542" sldId="349"/>
        </pc:sldMkLst>
        <pc:spChg chg="mod">
          <ac:chgData name="Tim Warner" userId="1d9b2d89684621c1" providerId="LiveId" clId="{9C1AC220-CD93-46E4-823F-E96AD2EFE762}" dt="2025-09-19T23:55:21.438" v="86" actId="404"/>
          <ac:spMkLst>
            <pc:docMk/>
            <pc:sldMk cId="368165542" sldId="349"/>
            <ac:spMk id="2" creationId="{58DE03C8-8D21-7742-BC45-5373CF43F0B8}"/>
          </ac:spMkLst>
        </pc:spChg>
      </pc:sldChg>
      <pc:sldChg chg="modSp modNotesTx">
        <pc:chgData name="Tim Warner" userId="1d9b2d89684621c1" providerId="LiveId" clId="{9C1AC220-CD93-46E4-823F-E96AD2EFE762}" dt="2025-09-19T23:59:22.744" v="555" actId="20577"/>
        <pc:sldMkLst>
          <pc:docMk/>
          <pc:sldMk cId="1746937193" sldId="350"/>
        </pc:sldMkLst>
        <pc:spChg chg="mod">
          <ac:chgData name="Tim Warner" userId="1d9b2d89684621c1" providerId="LiveId" clId="{9C1AC220-CD93-46E4-823F-E96AD2EFE762}" dt="2025-09-19T23:59:22.744" v="555" actId="20577"/>
          <ac:spMkLst>
            <pc:docMk/>
            <pc:sldMk cId="1746937193" sldId="350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9C1AC220-CD93-46E4-823F-E96AD2EFE762}" dt="2025-09-19T23:58:47.351" v="543" actId="20577"/>
        <pc:sldMkLst>
          <pc:docMk/>
          <pc:sldMk cId="2371014481" sldId="351"/>
        </pc:sldMkLst>
        <pc:spChg chg="mod">
          <ac:chgData name="Tim Warner" userId="1d9b2d89684621c1" providerId="LiveId" clId="{9C1AC220-CD93-46E4-823F-E96AD2EFE762}" dt="2025-09-19T23:55:55.715" v="130" actId="20577"/>
          <ac:spMkLst>
            <pc:docMk/>
            <pc:sldMk cId="2371014481" sldId="351"/>
            <ac:spMk id="2" creationId="{58DE03C8-8D21-7742-BC45-5373CF43F0B8}"/>
          </ac:spMkLst>
        </pc:spChg>
        <pc:spChg chg="mod">
          <ac:chgData name="Tim Warner" userId="1d9b2d89684621c1" providerId="LiveId" clId="{9C1AC220-CD93-46E4-823F-E96AD2EFE762}" dt="2025-09-19T23:58:47.351" v="543" actId="20577"/>
          <ac:spMkLst>
            <pc:docMk/>
            <pc:sldMk cId="2371014481" sldId="351"/>
            <ac:spMk id="3" creationId="{514D88C4-C6AF-3654-026D-9E5843DEC367}"/>
          </ac:spMkLst>
        </pc:spChg>
      </pc:sldChg>
      <pc:sldChg chg="addSp delSp modSp new mod modClrScheme chgLayout modNotesTx">
        <pc:chgData name="Tim Warner" userId="1d9b2d89684621c1" providerId="LiveId" clId="{9C1AC220-CD93-46E4-823F-E96AD2EFE762}" dt="2025-09-20T00:08:05.612" v="660" actId="20577"/>
        <pc:sldMkLst>
          <pc:docMk/>
          <pc:sldMk cId="4196168628" sldId="352"/>
        </pc:sldMkLst>
        <pc:spChg chg="del mod ord">
          <ac:chgData name="Tim Warner" userId="1d9b2d89684621c1" providerId="LiveId" clId="{9C1AC220-CD93-46E4-823F-E96AD2EFE762}" dt="2025-09-20T00:06:25.789" v="557" actId="700"/>
          <ac:spMkLst>
            <pc:docMk/>
            <pc:sldMk cId="4196168628" sldId="352"/>
            <ac:spMk id="2" creationId="{C36C2F8B-F073-E25C-35C9-812CC532D619}"/>
          </ac:spMkLst>
        </pc:spChg>
        <pc:spChg chg="del mod ord">
          <ac:chgData name="Tim Warner" userId="1d9b2d89684621c1" providerId="LiveId" clId="{9C1AC220-CD93-46E4-823F-E96AD2EFE762}" dt="2025-09-20T00:06:25.789" v="557" actId="700"/>
          <ac:spMkLst>
            <pc:docMk/>
            <pc:sldMk cId="4196168628" sldId="352"/>
            <ac:spMk id="3" creationId="{F949CA0F-6A11-AC1E-2B44-B5E2346CEBC8}"/>
          </ac:spMkLst>
        </pc:spChg>
        <pc:spChg chg="add mod ord">
          <ac:chgData name="Tim Warner" userId="1d9b2d89684621c1" providerId="LiveId" clId="{9C1AC220-CD93-46E4-823F-E96AD2EFE762}" dt="2025-09-20T00:06:42.189" v="596" actId="20577"/>
          <ac:spMkLst>
            <pc:docMk/>
            <pc:sldMk cId="4196168628" sldId="352"/>
            <ac:spMk id="4" creationId="{7F728E25-2743-C46D-AFBB-DFEF3C81D127}"/>
          </ac:spMkLst>
        </pc:spChg>
        <pc:spChg chg="add del mod ord">
          <ac:chgData name="Tim Warner" userId="1d9b2d89684621c1" providerId="LiveId" clId="{9C1AC220-CD93-46E4-823F-E96AD2EFE762}" dt="2025-09-20T00:06:31.780" v="558" actId="478"/>
          <ac:spMkLst>
            <pc:docMk/>
            <pc:sldMk cId="4196168628" sldId="352"/>
            <ac:spMk id="5" creationId="{E5E501A0-B285-1E21-CF3E-8FC5118B2EFD}"/>
          </ac:spMkLst>
        </pc:spChg>
        <pc:picChg chg="add mod">
          <ac:chgData name="Tim Warner" userId="1d9b2d89684621c1" providerId="LiveId" clId="{9C1AC220-CD93-46E4-823F-E96AD2EFE762}" dt="2025-09-20T00:07:47.493" v="601" actId="1076"/>
          <ac:picMkLst>
            <pc:docMk/>
            <pc:sldMk cId="4196168628" sldId="352"/>
            <ac:picMk id="7" creationId="{9EC89781-E834-E140-8917-F2B82DB92373}"/>
          </ac:picMkLst>
        </pc:picChg>
      </pc:sldChg>
      <pc:sldChg chg="addSp delSp modSp add mod">
        <pc:chgData name="Tim Warner" userId="1d9b2d89684621c1" providerId="LiveId" clId="{9C1AC220-CD93-46E4-823F-E96AD2EFE762}" dt="2025-09-20T00:13:37.171" v="707" actId="20577"/>
        <pc:sldMkLst>
          <pc:docMk/>
          <pc:sldMk cId="2763192882" sldId="353"/>
        </pc:sldMkLst>
        <pc:spChg chg="mod">
          <ac:chgData name="Tim Warner" userId="1d9b2d89684621c1" providerId="LiveId" clId="{9C1AC220-CD93-46E4-823F-E96AD2EFE762}" dt="2025-09-20T00:13:37.171" v="707" actId="20577"/>
          <ac:spMkLst>
            <pc:docMk/>
            <pc:sldMk cId="2763192882" sldId="353"/>
            <ac:spMk id="4" creationId="{7F728E25-2743-C46D-AFBB-DFEF3C81D127}"/>
          </ac:spMkLst>
        </pc:spChg>
        <pc:picChg chg="add mod">
          <ac:chgData name="Tim Warner" userId="1d9b2d89684621c1" providerId="LiveId" clId="{9C1AC220-CD93-46E4-823F-E96AD2EFE762}" dt="2025-09-20T00:12:58.490" v="705" actId="1076"/>
          <ac:picMkLst>
            <pc:docMk/>
            <pc:sldMk cId="2763192882" sldId="353"/>
            <ac:picMk id="3" creationId="{F9235818-3DCF-FF07-ADC4-6B0E23D2DF6A}"/>
          </ac:picMkLst>
        </pc:picChg>
        <pc:picChg chg="del">
          <ac:chgData name="Tim Warner" userId="1d9b2d89684621c1" providerId="LiveId" clId="{9C1AC220-CD93-46E4-823F-E96AD2EFE762}" dt="2025-09-20T00:08:27.323" v="699" actId="478"/>
          <ac:picMkLst>
            <pc:docMk/>
            <pc:sldMk cId="2763192882" sldId="353"/>
            <ac:picMk id="7" creationId="{9EC89781-E834-E140-8917-F2B82DB92373}"/>
          </ac:picMkLst>
        </pc:picChg>
      </pc:sldChg>
    </pc:docChg>
  </pc:docChgLst>
  <pc:docChgLst>
    <pc:chgData name="scsjcain84" userId="S::scsjcain84_gmail.com#ext#@pearsoneducationinc.onmicrosoft.com::4399dd98-ee8b-4212-9001-7919755a3260" providerId="AD" clId="Web-{BA81FB52-7D97-407B-A053-23D8E211ED4C}"/>
    <pc:docChg chg="mod modSld">
      <pc:chgData name="scsjcain84" userId="S::scsjcain84_gmail.com#ext#@pearsoneducationinc.onmicrosoft.com::4399dd98-ee8b-4212-9001-7919755a3260" providerId="AD" clId="Web-{BA81FB52-7D97-407B-A053-23D8E211ED4C}" dt="2023-12-13T17:51:58.220" v="8" actId="20577"/>
      <pc:docMkLst>
        <pc:docMk/>
      </pc:docMkLst>
      <pc:sldChg chg="modSp">
        <pc:chgData name="scsjcain84" userId="S::scsjcain84_gmail.com#ext#@pearsoneducationinc.onmicrosoft.com::4399dd98-ee8b-4212-9001-7919755a3260" providerId="AD" clId="Web-{BA81FB52-7D97-407B-A053-23D8E211ED4C}" dt="2023-12-13T17:47:28.078" v="2" actId="20577"/>
        <pc:sldMkLst>
          <pc:docMk/>
          <pc:sldMk cId="921485155" sldId="286"/>
        </pc:sldMkLst>
      </pc:sldChg>
      <pc:sldChg chg="modSp">
        <pc:chgData name="scsjcain84" userId="S::scsjcain84_gmail.com#ext#@pearsoneducationinc.onmicrosoft.com::4399dd98-ee8b-4212-9001-7919755a3260" providerId="AD" clId="Web-{BA81FB52-7D97-407B-A053-23D8E211ED4C}" dt="2023-12-13T17:51:58.220" v="8" actId="20577"/>
        <pc:sldMkLst>
          <pc:docMk/>
          <pc:sldMk cId="2614713382" sldId="301"/>
        </pc:sldMkLst>
      </pc:sldChg>
      <pc:sldChg chg="addCm">
        <pc:chgData name="scsjcain84" userId="S::scsjcain84_gmail.com#ext#@pearsoneducationinc.onmicrosoft.com::4399dd98-ee8b-4212-9001-7919755a3260" providerId="AD" clId="Web-{BA81FB52-7D97-407B-A053-23D8E211ED4C}" dt="2023-12-13T17:48:13.065" v="4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csjcain84" userId="S::scsjcain84_gmail.com#ext#@pearsoneducationinc.onmicrosoft.com::4399dd98-ee8b-4212-9001-7919755a3260" providerId="AD" clId="Web-{BA81FB52-7D97-407B-A053-23D8E211ED4C}" dt="2023-12-13T17:48:13.065" v="4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Axel Cain" userId="d0c9bf4b9e7c87bb" providerId="LiveId" clId="{1CE0FA44-3ADF-4706-8970-798A5395084E}"/>
    <pc:docChg chg="modSld">
      <pc:chgData name="Axel Cain" userId="d0c9bf4b9e7c87bb" providerId="LiveId" clId="{1CE0FA44-3ADF-4706-8970-798A5395084E}" dt="2025-04-16T08:19:19.641" v="18" actId="6549"/>
      <pc:docMkLst>
        <pc:docMk/>
      </pc:docMkLst>
      <pc:sldChg chg="modSp">
        <pc:chgData name="Axel Cain" userId="d0c9bf4b9e7c87bb" providerId="LiveId" clId="{1CE0FA44-3ADF-4706-8970-798A5395084E}" dt="2025-04-16T08:17:16.202" v="1" actId="113"/>
        <pc:sldMkLst>
          <pc:docMk/>
          <pc:sldMk cId="55801264" sldId="330"/>
        </pc:sldMkLst>
      </pc:sldChg>
      <pc:sldChg chg="modSp">
        <pc:chgData name="Axel Cain" userId="d0c9bf4b9e7c87bb" providerId="LiveId" clId="{1CE0FA44-3ADF-4706-8970-798A5395084E}" dt="2025-04-16T08:17:44.980" v="7" actId="113"/>
        <pc:sldMkLst>
          <pc:docMk/>
          <pc:sldMk cId="2913861116" sldId="332"/>
        </pc:sldMkLst>
      </pc:sldChg>
      <pc:sldChg chg="modSp">
        <pc:chgData name="Axel Cain" userId="d0c9bf4b9e7c87bb" providerId="LiveId" clId="{1CE0FA44-3ADF-4706-8970-798A5395084E}" dt="2025-04-16T08:18:28.460" v="8" actId="20577"/>
        <pc:sldMkLst>
          <pc:docMk/>
          <pc:sldMk cId="3654406668" sldId="335"/>
        </pc:sldMkLst>
      </pc:sldChg>
      <pc:sldChg chg="modSp modAnim">
        <pc:chgData name="Axel Cain" userId="d0c9bf4b9e7c87bb" providerId="LiveId" clId="{1CE0FA44-3ADF-4706-8970-798A5395084E}" dt="2025-04-16T08:19:06.760" v="17" actId="20577"/>
        <pc:sldMkLst>
          <pc:docMk/>
          <pc:sldMk cId="3976232242" sldId="339"/>
        </pc:sldMkLst>
      </pc:sldChg>
      <pc:sldChg chg="modSp">
        <pc:chgData name="Axel Cain" userId="d0c9bf4b9e7c87bb" providerId="LiveId" clId="{1CE0FA44-3ADF-4706-8970-798A5395084E}" dt="2025-04-16T08:19:19.641" v="18" actId="6549"/>
        <pc:sldMkLst>
          <pc:docMk/>
          <pc:sldMk cId="4040746147" sldId="340"/>
        </pc:sldMkLst>
      </pc:sldChg>
    </pc:docChg>
  </pc:docChgLst>
  <pc:docChgLst>
    <pc:chgData name="Tim Warner" userId="1d9b2d89684621c1" providerId="LiveId" clId="{D0B44B65-70BF-4519-8E4C-BDC5735B7FF3}"/>
    <pc:docChg chg="custSel addSld delSld modSld">
      <pc:chgData name="Tim Warner" userId="1d9b2d89684621c1" providerId="LiveId" clId="{D0B44B65-70BF-4519-8E4C-BDC5735B7FF3}" dt="2025-06-24T20:30:42.639" v="74"/>
      <pc:docMkLst>
        <pc:docMk/>
      </pc:docMkLst>
      <pc:sldChg chg="delSp modSp mod">
        <pc:chgData name="Tim Warner" userId="1d9b2d89684621c1" providerId="LiveId" clId="{D0B44B65-70BF-4519-8E4C-BDC5735B7FF3}" dt="2025-06-24T20:29:59.974" v="68" actId="1076"/>
        <pc:sldMkLst>
          <pc:docMk/>
          <pc:sldMk cId="2539485740" sldId="292"/>
        </pc:sldMkLst>
      </pc:sldChg>
      <pc:sldChg chg="modSp mod">
        <pc:chgData name="Tim Warner" userId="1d9b2d89684621c1" providerId="LiveId" clId="{D0B44B65-70BF-4519-8E4C-BDC5735B7FF3}" dt="2025-06-24T20:30:05.101" v="69"/>
        <pc:sldMkLst>
          <pc:docMk/>
          <pc:sldMk cId="486668636" sldId="293"/>
        </pc:sldMkLst>
      </pc:sldChg>
      <pc:sldChg chg="modSp mod">
        <pc:chgData name="Tim Warner" userId="1d9b2d89684621c1" providerId="LiveId" clId="{D0B44B65-70BF-4519-8E4C-BDC5735B7FF3}" dt="2025-06-24T20:16:51.778" v="1" actId="14100"/>
        <pc:sldMkLst>
          <pc:docMk/>
          <pc:sldMk cId="3662525184" sldId="303"/>
        </pc:sldMkLst>
      </pc:sldChg>
      <pc:sldChg chg="modSp add mod">
        <pc:chgData name="Tim Warner" userId="1d9b2d89684621c1" providerId="LiveId" clId="{D0B44B65-70BF-4519-8E4C-BDC5735B7FF3}" dt="2025-06-24T20:30:13.057" v="70"/>
        <pc:sldMkLst>
          <pc:docMk/>
          <pc:sldMk cId="1829040019" sldId="343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3522158024" sldId="343"/>
        </pc:sldMkLst>
      </pc:sldChg>
      <pc:sldChg chg="modSp add mod">
        <pc:chgData name="Tim Warner" userId="1d9b2d89684621c1" providerId="LiveId" clId="{D0B44B65-70BF-4519-8E4C-BDC5735B7FF3}" dt="2025-06-24T20:30:35.492" v="73"/>
        <pc:sldMkLst>
          <pc:docMk/>
          <pc:sldMk cId="1558763963" sldId="344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2930118785" sldId="344"/>
        </pc:sldMkLst>
      </pc:sldChg>
      <pc:sldChg chg="modSp add mod">
        <pc:chgData name="Tim Warner" userId="1d9b2d89684621c1" providerId="LiveId" clId="{D0B44B65-70BF-4519-8E4C-BDC5735B7FF3}" dt="2025-06-24T20:30:42.639" v="74"/>
        <pc:sldMkLst>
          <pc:docMk/>
          <pc:sldMk cId="4156641597" sldId="345"/>
        </pc:sldMkLst>
      </pc:sldChg>
      <pc:sldChg chg="modSp add mod">
        <pc:chgData name="Tim Warner" userId="1d9b2d89684621c1" providerId="LiveId" clId="{D0B44B65-70BF-4519-8E4C-BDC5735B7FF3}" dt="2025-06-24T20:30:20.473" v="71"/>
        <pc:sldMkLst>
          <pc:docMk/>
          <pc:sldMk cId="947907938" sldId="346"/>
        </pc:sldMkLst>
      </pc:sldChg>
      <pc:sldChg chg="modSp add mod">
        <pc:chgData name="Tim Warner" userId="1d9b2d89684621c1" providerId="LiveId" clId="{D0B44B65-70BF-4519-8E4C-BDC5735B7FF3}" dt="2025-06-24T20:30:27.393" v="72"/>
        <pc:sldMkLst>
          <pc:docMk/>
          <pc:sldMk cId="3422763557" sldId="347"/>
        </pc:sldMkLst>
      </pc:sldChg>
    </pc:docChg>
  </pc:docChgLst>
  <pc:docChgLst>
    <pc:chgData name="Tim Warner" userId="1d9b2d89684621c1" providerId="LiveId" clId="{C51613CA-9081-4D80-8B21-3ED98F1A1FC0}"/>
    <pc:docChg chg="custSel delSld modSld">
      <pc:chgData name="Tim Warner" userId="1d9b2d89684621c1" providerId="LiveId" clId="{C51613CA-9081-4D80-8B21-3ED98F1A1FC0}" dt="2025-06-24T20:45:32.397" v="52" actId="1076"/>
      <pc:docMkLst>
        <pc:docMk/>
      </pc:docMkLst>
      <pc:sldChg chg="addSp modSp mod modClrScheme chgLayout">
        <pc:chgData name="Tim Warner" userId="1d9b2d89684621c1" providerId="LiveId" clId="{C51613CA-9081-4D80-8B21-3ED98F1A1FC0}" dt="2025-06-24T20:45:32.397" v="52" actId="1076"/>
        <pc:sldMkLst>
          <pc:docMk/>
          <pc:sldMk cId="2539485740" sldId="292"/>
        </pc:sldMkLst>
      </pc:sldChg>
      <pc:sldChg chg="modSp mod">
        <pc:chgData name="Tim Warner" userId="1d9b2d89684621c1" providerId="LiveId" clId="{C51613CA-9081-4D80-8B21-3ED98F1A1FC0}" dt="2025-06-24T20:36:24.916" v="42"/>
        <pc:sldMkLst>
          <pc:docMk/>
          <pc:sldMk cId="486668636" sldId="293"/>
        </pc:sldMkLst>
      </pc:sldChg>
      <pc:sldChg chg="modSp mod">
        <pc:chgData name="Tim Warner" userId="1d9b2d89684621c1" providerId="LiveId" clId="{C51613CA-9081-4D80-8B21-3ED98F1A1FC0}" dt="2025-06-24T20:36:32.145" v="43"/>
        <pc:sldMkLst>
          <pc:docMk/>
          <pc:sldMk cId="1829040019" sldId="343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1558763963" sldId="344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4156641597" sldId="345"/>
        </pc:sldMkLst>
      </pc:sldChg>
      <pc:sldChg chg="modSp mod">
        <pc:chgData name="Tim Warner" userId="1d9b2d89684621c1" providerId="LiveId" clId="{C51613CA-9081-4D80-8B21-3ED98F1A1FC0}" dt="2025-06-24T20:36:38.385" v="44"/>
        <pc:sldMkLst>
          <pc:docMk/>
          <pc:sldMk cId="947907938" sldId="346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3422763557" sldId="347"/>
        </pc:sldMkLst>
      </pc:sldChg>
    </pc:docChg>
  </pc:docChgLst>
  <pc:docChgLst>
    <pc:chgData name="scsjcain84" userId="S::scsjcain84_gmail.com#ext#@pearsoneducationinc.onmicrosoft.com::4399dd98-ee8b-4212-9001-7919755a3260" providerId="AD" clId="Web-{5EC06FD0-219E-4A60-944A-60A3F207E9F0}"/>
    <pc:docChg chg="">
      <pc:chgData name="scsjcain84" userId="S::scsjcain84_gmail.com#ext#@pearsoneducationinc.onmicrosoft.com::4399dd98-ee8b-4212-9001-7919755a3260" providerId="AD" clId="Web-{5EC06FD0-219E-4A60-944A-60A3F207E9F0}" dt="2023-12-15T08:40:15.373" v="0"/>
      <pc:docMkLst>
        <pc:docMk/>
      </pc:docMkLst>
      <pc:sldChg chg="modCm">
        <pc:chgData name="scsjcain84" userId="S::scsjcain84_gmail.com#ext#@pearsoneducationinc.onmicrosoft.com::4399dd98-ee8b-4212-9001-7919755a3260" providerId="AD" clId="Web-{5EC06FD0-219E-4A60-944A-60A3F207E9F0}" dt="2023-12-15T08:40:15.373" v="0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csjcain84" userId="S::scsjcain84_gmail.com#ext#@pearsoneducationinc.onmicrosoft.com::4399dd98-ee8b-4212-9001-7919755a3260" providerId="AD" clId="Web-{5EC06FD0-219E-4A60-944A-60A3F207E9F0}" dt="2023-12-15T08:40:15.373" v="0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Axel Cain" userId="d0c9bf4b9e7c87bb" providerId="LiveId" clId="{172E5107-2A9F-44C6-B6F0-396E08119876}"/>
    <pc:docChg chg="custSel delSld modSld">
      <pc:chgData name="Axel Cain" userId="d0c9bf4b9e7c87bb" providerId="LiveId" clId="{172E5107-2A9F-44C6-B6F0-396E08119876}" dt="2024-03-30T10:37:12.469" v="22" actId="20577"/>
      <pc:docMkLst>
        <pc:docMk/>
      </pc:docMkLst>
      <pc:sldChg chg="del">
        <pc:chgData name="Axel Cain" userId="d0c9bf4b9e7c87bb" providerId="LiveId" clId="{172E5107-2A9F-44C6-B6F0-396E08119876}" dt="2024-03-30T10:24:21.843" v="6" actId="2696"/>
        <pc:sldMkLst>
          <pc:docMk/>
          <pc:sldMk cId="2200105640" sldId="291"/>
        </pc:sldMkLst>
      </pc:sldChg>
      <pc:sldChg chg="modSp mod">
        <pc:chgData name="Axel Cain" userId="d0c9bf4b9e7c87bb" providerId="LiveId" clId="{172E5107-2A9F-44C6-B6F0-396E08119876}" dt="2024-03-30T10:37:12.469" v="22" actId="20577"/>
        <pc:sldMkLst>
          <pc:docMk/>
          <pc:sldMk cId="3662525184" sldId="303"/>
        </pc:sldMkLst>
      </pc:sldChg>
      <pc:sldChg chg="modSp">
        <pc:chgData name="Axel Cain" userId="d0c9bf4b9e7c87bb" providerId="LiveId" clId="{172E5107-2A9F-44C6-B6F0-396E08119876}" dt="2024-03-30T10:22:22.552" v="1" actId="20577"/>
        <pc:sldMkLst>
          <pc:docMk/>
          <pc:sldMk cId="2601488157" sldId="313"/>
        </pc:sldMkLst>
      </pc:sldChg>
      <pc:sldChg chg="modSp">
        <pc:chgData name="Axel Cain" userId="d0c9bf4b9e7c87bb" providerId="LiveId" clId="{172E5107-2A9F-44C6-B6F0-396E08119876}" dt="2024-03-30T10:23:26.234" v="5" actId="20577"/>
        <pc:sldMkLst>
          <pc:docMk/>
          <pc:sldMk cId="2319311322" sldId="324"/>
        </pc:sldMkLst>
      </pc:sldChg>
    </pc:docChg>
  </pc:docChgLst>
  <pc:docChgLst>
    <pc:chgData name="Tim Warner" userId="1d9b2d89684621c1" providerId="LiveId" clId="{049A3222-CDBA-4E39-B7BD-CAD1354B2092}"/>
    <pc:docChg chg="undo custSel addSld delSld modSld modMainMaster modShowInfo">
      <pc:chgData name="Tim Warner" userId="1d9b2d89684621c1" providerId="LiveId" clId="{049A3222-CDBA-4E39-B7BD-CAD1354B2092}" dt="2024-04-01T16:58:06.208" v="1673" actId="2744"/>
      <pc:docMkLst>
        <pc:docMk/>
      </pc:docMkLst>
      <pc:sldChg chg="modSp mod modAnim">
        <pc:chgData name="Tim Warner" userId="1d9b2d89684621c1" providerId="LiveId" clId="{049A3222-CDBA-4E39-B7BD-CAD1354B2092}" dt="2024-04-01T01:59:28.253" v="1331" actId="20577"/>
        <pc:sldMkLst>
          <pc:docMk/>
          <pc:sldMk cId="921485155" sldId="286"/>
        </pc:sldMkLst>
      </pc:sldChg>
      <pc:sldChg chg="add del">
        <pc:chgData name="Tim Warner" userId="1d9b2d89684621c1" providerId="LiveId" clId="{049A3222-CDBA-4E39-B7BD-CAD1354B2092}" dt="2024-03-28T18:18:39.917" v="1002" actId="2696"/>
        <pc:sldMkLst>
          <pc:docMk/>
          <pc:sldMk cId="2200105640" sldId="291"/>
        </pc:sldMkLst>
      </pc:sldChg>
      <pc:sldChg chg="modSp add del mod modClrScheme modShow chgLayout modNotesTx">
        <pc:chgData name="Tim Warner" userId="1d9b2d89684621c1" providerId="LiveId" clId="{049A3222-CDBA-4E39-B7BD-CAD1354B2092}" dt="2024-03-31T13:12:28.091" v="1195" actId="20577"/>
        <pc:sldMkLst>
          <pc:docMk/>
          <pc:sldMk cId="378133628" sldId="302"/>
        </pc:sldMkLst>
      </pc:sldChg>
      <pc:sldChg chg="modSp">
        <pc:chgData name="Tim Warner" userId="1d9b2d89684621c1" providerId="LiveId" clId="{049A3222-CDBA-4E39-B7BD-CAD1354B2092}" dt="2024-03-28T18:03:16.114" v="922"/>
        <pc:sldMkLst>
          <pc:docMk/>
          <pc:sldMk cId="3662525184" sldId="303"/>
        </pc:sldMkLst>
      </pc:sldChg>
      <pc:sldChg chg="addSp modSp add del mod modAnim">
        <pc:chgData name="Tim Warner" userId="1d9b2d89684621c1" providerId="LiveId" clId="{049A3222-CDBA-4E39-B7BD-CAD1354B2092}" dt="2024-04-01T16:56:05.057" v="1667" actId="167"/>
        <pc:sldMkLst>
          <pc:docMk/>
          <pc:sldMk cId="157688393" sldId="311"/>
        </pc:sldMkLst>
      </pc:sldChg>
      <pc:sldChg chg="modSp mod modClrScheme modAnim chgLayout">
        <pc:chgData name="Tim Warner" userId="1d9b2d89684621c1" providerId="LiveId" clId="{049A3222-CDBA-4E39-B7BD-CAD1354B2092}" dt="2024-04-01T16:50:04.195" v="1474" actId="20577"/>
        <pc:sldMkLst>
          <pc:docMk/>
          <pc:sldMk cId="2601488157" sldId="313"/>
        </pc:sldMkLst>
      </pc:sldChg>
      <pc:sldChg chg="modSp mod modAnim">
        <pc:chgData name="Tim Warner" userId="1d9b2d89684621c1" providerId="LiveId" clId="{049A3222-CDBA-4E39-B7BD-CAD1354B2092}" dt="2024-04-01T02:02:01.807" v="1386" actId="20577"/>
        <pc:sldMkLst>
          <pc:docMk/>
          <pc:sldMk cId="1087036720" sldId="315"/>
        </pc:sldMkLst>
      </pc:sldChg>
      <pc:sldChg chg="modSp mod modAnim modNotesTx">
        <pc:chgData name="Tim Warner" userId="1d9b2d89684621c1" providerId="LiveId" clId="{049A3222-CDBA-4E39-B7BD-CAD1354B2092}" dt="2024-04-01T02:02:09.973" v="1388" actId="20577"/>
        <pc:sldMkLst>
          <pc:docMk/>
          <pc:sldMk cId="2612742259" sldId="317"/>
        </pc:sldMkLst>
      </pc:sldChg>
      <pc:sldChg chg="modSp mod modAnim">
        <pc:chgData name="Tim Warner" userId="1d9b2d89684621c1" providerId="LiveId" clId="{049A3222-CDBA-4E39-B7BD-CAD1354B2092}" dt="2024-03-28T18:13:00.081" v="1000" actId="20577"/>
        <pc:sldMkLst>
          <pc:docMk/>
          <pc:sldMk cId="2882261712" sldId="319"/>
        </pc:sldMkLst>
      </pc:sldChg>
      <pc:sldChg chg="modSp add mod modAnim">
        <pc:chgData name="Tim Warner" userId="1d9b2d89684621c1" providerId="LiveId" clId="{049A3222-CDBA-4E39-B7BD-CAD1354B2092}" dt="2024-04-01T16:52:39.850" v="1628" actId="20577"/>
        <pc:sldMkLst>
          <pc:docMk/>
          <pc:sldMk cId="3235755691" sldId="320"/>
        </pc:sldMkLst>
      </pc:sldChg>
      <pc:sldChg chg="modSp add mod modAnim">
        <pc:chgData name="Tim Warner" userId="1d9b2d89684621c1" providerId="LiveId" clId="{049A3222-CDBA-4E39-B7BD-CAD1354B2092}" dt="2024-04-01T16:50:38.044" v="1544" actId="20577"/>
        <pc:sldMkLst>
          <pc:docMk/>
          <pc:sldMk cId="59359989" sldId="321"/>
        </pc:sldMkLst>
      </pc:sldChg>
      <pc:sldChg chg="modSp add mod modAnim">
        <pc:chgData name="Tim Warner" userId="1d9b2d89684621c1" providerId="LiveId" clId="{049A3222-CDBA-4E39-B7BD-CAD1354B2092}" dt="2024-03-28T18:11:23.231" v="974" actId="15"/>
        <pc:sldMkLst>
          <pc:docMk/>
          <pc:sldMk cId="3302658962" sldId="322"/>
        </pc:sldMkLst>
      </pc:sldChg>
      <pc:sldChg chg="modSp add mod modAnim">
        <pc:chgData name="Tim Warner" userId="1d9b2d89684621c1" providerId="LiveId" clId="{049A3222-CDBA-4E39-B7BD-CAD1354B2092}" dt="2024-04-01T02:01:56.068" v="1384" actId="20577"/>
        <pc:sldMkLst>
          <pc:docMk/>
          <pc:sldMk cId="2760655617" sldId="323"/>
        </pc:sldMkLst>
      </pc:sldChg>
      <pc:sldChg chg="modSp add mod modAnim">
        <pc:chgData name="Tim Warner" userId="1d9b2d89684621c1" providerId="LiveId" clId="{049A3222-CDBA-4E39-B7BD-CAD1354B2092}" dt="2024-04-01T02:03:33.576" v="1389" actId="20578"/>
        <pc:sldMkLst>
          <pc:docMk/>
          <pc:sldMk cId="2319311322" sldId="324"/>
        </pc:sldMkLst>
      </pc:sldChg>
      <pc:sldChg chg="modSp add mod modAnim modNotesTx">
        <pc:chgData name="Tim Warner" userId="1d9b2d89684621c1" providerId="LiveId" clId="{049A3222-CDBA-4E39-B7BD-CAD1354B2092}" dt="2024-03-28T18:03:16.114" v="922"/>
        <pc:sldMkLst>
          <pc:docMk/>
          <pc:sldMk cId="333546607" sldId="325"/>
        </pc:sldMkLst>
      </pc:sldChg>
      <pc:sldChg chg="modSp add mod modAnim modNotesTx">
        <pc:chgData name="Tim Warner" userId="1d9b2d89684621c1" providerId="LiveId" clId="{049A3222-CDBA-4E39-B7BD-CAD1354B2092}" dt="2024-04-01T16:51:49.193" v="1591" actId="20577"/>
        <pc:sldMkLst>
          <pc:docMk/>
          <pc:sldMk cId="1466913053" sldId="326"/>
        </pc:sldMkLst>
      </pc:sldChg>
      <pc:sldChg chg="modSp add mod modAnim">
        <pc:chgData name="Tim Warner" userId="1d9b2d89684621c1" providerId="LiveId" clId="{049A3222-CDBA-4E39-B7BD-CAD1354B2092}" dt="2024-03-28T18:11:42.829" v="983" actId="113"/>
        <pc:sldMkLst>
          <pc:docMk/>
          <pc:sldMk cId="569040605" sldId="327"/>
        </pc:sldMkLst>
      </pc:sldChg>
      <pc:sldChg chg="modSp add mod modAnim">
        <pc:chgData name="Tim Warner" userId="1d9b2d89684621c1" providerId="LiveId" clId="{049A3222-CDBA-4E39-B7BD-CAD1354B2092}" dt="2024-03-28T18:12:35.586" v="991" actId="20577"/>
        <pc:sldMkLst>
          <pc:docMk/>
          <pc:sldMk cId="2754074232" sldId="328"/>
        </pc:sldMkLst>
      </pc:sldChg>
      <pc:sldChg chg="modSp add mod modAnim">
        <pc:chgData name="Tim Warner" userId="1d9b2d89684621c1" providerId="LiveId" clId="{049A3222-CDBA-4E39-B7BD-CAD1354B2092}" dt="2024-03-28T18:03:16.114" v="922"/>
        <pc:sldMkLst>
          <pc:docMk/>
          <pc:sldMk cId="2815800109" sldId="329"/>
        </pc:sldMkLst>
      </pc:sldChg>
      <pc:sldChg chg="addSp modSp add del mod modAnim">
        <pc:chgData name="Tim Warner" userId="1d9b2d89684621c1" providerId="LiveId" clId="{049A3222-CDBA-4E39-B7BD-CAD1354B2092}" dt="2024-04-01T16:56:44.008" v="1670" actId="20577"/>
        <pc:sldMkLst>
          <pc:docMk/>
          <pc:sldMk cId="2051929106" sldId="330"/>
        </pc:sldMkLst>
      </pc:sldChg>
      <pc:sldChg chg="modSp add mod modAnim">
        <pc:chgData name="Tim Warner" userId="1d9b2d89684621c1" providerId="LiveId" clId="{049A3222-CDBA-4E39-B7BD-CAD1354B2092}" dt="2024-04-01T16:48:55.531" v="1420" actId="20577"/>
        <pc:sldMkLst>
          <pc:docMk/>
          <pc:sldMk cId="3372268560" sldId="331"/>
        </pc:sldMkLst>
      </pc:sldChg>
      <pc:sldMasterChg chg="addSp modSldLayout">
        <pc:chgData name="Tim Warner" userId="1d9b2d89684621c1" providerId="LiveId" clId="{049A3222-CDBA-4E39-B7BD-CAD1354B2092}" dt="2024-03-28T18:01:37.789" v="919"/>
        <pc:sldMasterMkLst>
          <pc:docMk/>
          <pc:sldMasterMk cId="3561493546" sldId="2147483666"/>
        </pc:sldMasterMkLst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025742477" sldId="2147483667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551598" sldId="2147483668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684873760" sldId="2147483669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3153504984" sldId="2147483670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151734571" sldId="2147483671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703820" sldId="2147483672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25080240" sldId="2147483673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395301852" sldId="2147483674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6116765" sldId="214748367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01.089" v="920"/>
        <pc:sldMasterMkLst>
          <pc:docMk/>
          <pc:sldMasterMk cId="1213487532" sldId="2147483676"/>
        </pc:sldMasterMkLst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01298863" sldId="2147483677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835686182" sldId="2147483678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974189448" sldId="2147483679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002776102" sldId="2147483680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123423124" sldId="2147483681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563496081" sldId="2147483682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234905106" sldId="2147483683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533376440" sldId="2147483684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581220670" sldId="214748368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52.272" v="921"/>
        <pc:sldMasterMkLst>
          <pc:docMk/>
          <pc:sldMasterMk cId="1891518489" sldId="2147483686"/>
        </pc:sldMasterMkLst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53577793" sldId="2147483687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87866842" sldId="2147483688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35833829" sldId="2147483689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21234625" sldId="2147483690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1201559" sldId="2147483691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099102027" sldId="2147483692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922228819" sldId="2147483693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172994892" sldId="2147483694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80789326" sldId="214748369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3:16.114" v="922"/>
        <pc:sldMasterMkLst>
          <pc:docMk/>
          <pc:sldMasterMk cId="2798786579" sldId="2147483696"/>
        </pc:sldMasterMkLst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64481297" sldId="2147483697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385385372" sldId="2147483698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948486234" sldId="2147483699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044878592" sldId="2147483700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463076090" sldId="2147483701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604207005" sldId="2147483702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728566151" sldId="2147483703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579316738" sldId="2147483704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820708096" sldId="2147483705"/>
          </pc:sldLayoutMkLst>
        </pc:sldLayoutChg>
      </pc:sldMasterChg>
    </pc:docChg>
  </pc:docChgLst>
  <pc:docChgLst>
    <pc:chgData name="Tim Warner" userId="1d9b2d89684621c1" providerId="LiveId" clId="{AB4CC972-DFD1-4B72-9D63-1014DF02F969}"/>
    <pc:docChg chg="addSld modSld">
      <pc:chgData name="Tim Warner" userId="1d9b2d89684621c1" providerId="LiveId" clId="{AB4CC972-DFD1-4B72-9D63-1014DF02F969}" dt="2025-08-22T14:41:03.949" v="263" actId="20577"/>
      <pc:docMkLst>
        <pc:docMk/>
      </pc:docMkLst>
      <pc:sldChg chg="modSp mod">
        <pc:chgData name="Tim Warner" userId="1d9b2d89684621c1" providerId="LiveId" clId="{AB4CC972-DFD1-4B72-9D63-1014DF02F969}" dt="2025-08-21T16:38:23.429" v="0" actId="20577"/>
        <pc:sldMkLst>
          <pc:docMk/>
          <pc:sldMk cId="486668636" sldId="293"/>
        </pc:sldMkLst>
        <pc:spChg chg="mod">
          <ac:chgData name="Tim Warner" userId="1d9b2d89684621c1" providerId="LiveId" clId="{AB4CC972-DFD1-4B72-9D63-1014DF02F969}" dt="2025-08-21T16:38:23.429" v="0" actId="20577"/>
          <ac:spMkLst>
            <pc:docMk/>
            <pc:sldMk cId="486668636" sldId="293"/>
            <ac:spMk id="7" creationId="{7CE19171-B11A-F0B2-D185-CC8FB87A16DC}"/>
          </ac:spMkLst>
        </pc:spChg>
      </pc:sldChg>
      <pc:sldChg chg="modSp mod">
        <pc:chgData name="Tim Warner" userId="1d9b2d89684621c1" providerId="LiveId" clId="{AB4CC972-DFD1-4B72-9D63-1014DF02F969}" dt="2025-08-21T16:38:26.636" v="1" actId="20577"/>
        <pc:sldMkLst>
          <pc:docMk/>
          <pc:sldMk cId="1829040019" sldId="343"/>
        </pc:sldMkLst>
        <pc:spChg chg="mod">
          <ac:chgData name="Tim Warner" userId="1d9b2d89684621c1" providerId="LiveId" clId="{AB4CC972-DFD1-4B72-9D63-1014DF02F969}" dt="2025-08-21T16:38:26.636" v="1" actId="20577"/>
          <ac:spMkLst>
            <pc:docMk/>
            <pc:sldMk cId="1829040019" sldId="343"/>
            <ac:spMk id="7" creationId="{7CE19171-B11A-F0B2-D185-CC8FB87A16DC}"/>
          </ac:spMkLst>
        </pc:spChg>
      </pc:sldChg>
      <pc:sldChg chg="modSp mod">
        <pc:chgData name="Tim Warner" userId="1d9b2d89684621c1" providerId="LiveId" clId="{AB4CC972-DFD1-4B72-9D63-1014DF02F969}" dt="2025-08-21T16:38:30.124" v="2" actId="20577"/>
        <pc:sldMkLst>
          <pc:docMk/>
          <pc:sldMk cId="947907938" sldId="346"/>
        </pc:sldMkLst>
        <pc:spChg chg="mod">
          <ac:chgData name="Tim Warner" userId="1d9b2d89684621c1" providerId="LiveId" clId="{AB4CC972-DFD1-4B72-9D63-1014DF02F969}" dt="2025-08-21T16:38:30.124" v="2" actId="20577"/>
          <ac:spMkLst>
            <pc:docMk/>
            <pc:sldMk cId="947907938" sldId="346"/>
            <ac:spMk id="7" creationId="{7CE19171-B11A-F0B2-D185-CC8FB87A16DC}"/>
          </ac:spMkLst>
        </pc:spChg>
      </pc:sldChg>
      <pc:sldChg chg="modSp add mod modAnim">
        <pc:chgData name="Tim Warner" userId="1d9b2d89684621c1" providerId="LiveId" clId="{AB4CC972-DFD1-4B72-9D63-1014DF02F969}" dt="2025-08-22T14:38:44.479" v="65" actId="404"/>
        <pc:sldMkLst>
          <pc:docMk/>
          <pc:sldMk cId="3304461809" sldId="347"/>
        </pc:sldMkLst>
        <pc:spChg chg="mod">
          <ac:chgData name="Tim Warner" userId="1d9b2d89684621c1" providerId="LiveId" clId="{AB4CC972-DFD1-4B72-9D63-1014DF02F969}" dt="2025-08-22T14:38:44.479" v="65" actId="404"/>
          <ac:spMkLst>
            <pc:docMk/>
            <pc:sldMk cId="3304461809" sldId="347"/>
            <ac:spMk id="2" creationId="{58DE03C8-8D21-7742-BC45-5373CF43F0B8}"/>
          </ac:spMkLst>
        </pc:spChg>
        <pc:spChg chg="mod">
          <ac:chgData name="Tim Warner" userId="1d9b2d89684621c1" providerId="LiveId" clId="{AB4CC972-DFD1-4B72-9D63-1014DF02F969}" dt="2025-08-22T14:37:57.422" v="11" actId="20577"/>
          <ac:spMkLst>
            <pc:docMk/>
            <pc:sldMk cId="3304461809" sldId="347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AB4CC972-DFD1-4B72-9D63-1014DF02F969}" dt="2025-08-22T14:40:06.414" v="175" actId="20577"/>
        <pc:sldMkLst>
          <pc:docMk/>
          <pc:sldMk cId="3852394233" sldId="348"/>
        </pc:sldMkLst>
        <pc:spChg chg="mod">
          <ac:chgData name="Tim Warner" userId="1d9b2d89684621c1" providerId="LiveId" clId="{AB4CC972-DFD1-4B72-9D63-1014DF02F969}" dt="2025-08-22T14:39:48.026" v="168" actId="404"/>
          <ac:spMkLst>
            <pc:docMk/>
            <pc:sldMk cId="3852394233" sldId="348"/>
            <ac:spMk id="2" creationId="{58DE03C8-8D21-7742-BC45-5373CF43F0B8}"/>
          </ac:spMkLst>
        </pc:spChg>
        <pc:spChg chg="mod">
          <ac:chgData name="Tim Warner" userId="1d9b2d89684621c1" providerId="LiveId" clId="{AB4CC972-DFD1-4B72-9D63-1014DF02F969}" dt="2025-08-22T14:40:06.414" v="175" actId="20577"/>
          <ac:spMkLst>
            <pc:docMk/>
            <pc:sldMk cId="3852394233" sldId="348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AB4CC972-DFD1-4B72-9D63-1014DF02F969}" dt="2025-08-22T14:41:03.949" v="263" actId="20577"/>
        <pc:sldMkLst>
          <pc:docMk/>
          <pc:sldMk cId="368165542" sldId="349"/>
        </pc:sldMkLst>
        <pc:spChg chg="mod">
          <ac:chgData name="Tim Warner" userId="1d9b2d89684621c1" providerId="LiveId" clId="{AB4CC972-DFD1-4B72-9D63-1014DF02F969}" dt="2025-08-22T14:40:23.943" v="222" actId="14100"/>
          <ac:spMkLst>
            <pc:docMk/>
            <pc:sldMk cId="368165542" sldId="349"/>
            <ac:spMk id="2" creationId="{58DE03C8-8D21-7742-BC45-5373CF43F0B8}"/>
          </ac:spMkLst>
        </pc:spChg>
        <pc:spChg chg="mod">
          <ac:chgData name="Tim Warner" userId="1d9b2d89684621c1" providerId="LiveId" clId="{AB4CC972-DFD1-4B72-9D63-1014DF02F969}" dt="2025-08-22T14:41:03.949" v="263" actId="20577"/>
          <ac:spMkLst>
            <pc:docMk/>
            <pc:sldMk cId="368165542" sldId="349"/>
            <ac:spMk id="3" creationId="{514D88C4-C6AF-3654-026D-9E5843DEC367}"/>
          </ac:spMkLst>
        </pc:spChg>
      </pc:sldChg>
      <pc:sldChg chg="modSp add mod modAnim">
        <pc:chgData name="Tim Warner" userId="1d9b2d89684621c1" providerId="LiveId" clId="{AB4CC972-DFD1-4B72-9D63-1014DF02F969}" dt="2025-08-22T14:39:20.454" v="114" actId="20577"/>
        <pc:sldMkLst>
          <pc:docMk/>
          <pc:sldMk cId="1746937193" sldId="350"/>
        </pc:sldMkLst>
        <pc:spChg chg="mod">
          <ac:chgData name="Tim Warner" userId="1d9b2d89684621c1" providerId="LiveId" clId="{AB4CC972-DFD1-4B72-9D63-1014DF02F969}" dt="2025-08-22T14:39:02.709" v="109" actId="20577"/>
          <ac:spMkLst>
            <pc:docMk/>
            <pc:sldMk cId="1746937193" sldId="350"/>
            <ac:spMk id="2" creationId="{58DE03C8-8D21-7742-BC45-5373CF43F0B8}"/>
          </ac:spMkLst>
        </pc:spChg>
        <pc:spChg chg="mod">
          <ac:chgData name="Tim Warner" userId="1d9b2d89684621c1" providerId="LiveId" clId="{AB4CC972-DFD1-4B72-9D63-1014DF02F969}" dt="2025-08-22T14:39:20.454" v="114" actId="20577"/>
          <ac:spMkLst>
            <pc:docMk/>
            <pc:sldMk cId="1746937193" sldId="350"/>
            <ac:spMk id="3" creationId="{514D88C4-C6AF-3654-026D-9E5843DEC367}"/>
          </ac:spMkLst>
        </pc:spChg>
      </pc:sldChg>
    </pc:docChg>
  </pc:docChgLst>
  <pc:docChgLst>
    <pc:chgData name="Tim Warner" userId="1d9b2d89684621c1" providerId="LiveId" clId="{9EE537F5-4492-46A9-8A6E-F6D0D797EC45}"/>
    <pc:docChg chg="undo redo custSel addSld delSld modSld sldOrd">
      <pc:chgData name="Tim Warner" userId="1d9b2d89684621c1" providerId="LiveId" clId="{9EE537F5-4492-46A9-8A6E-F6D0D797EC45}" dt="2023-12-18T22:23:52.550" v="1866" actId="1076"/>
      <pc:docMkLst>
        <pc:docMk/>
      </pc:docMkLst>
      <pc:sldChg chg="del">
        <pc:chgData name="Tim Warner" userId="1d9b2d89684621c1" providerId="LiveId" clId="{9EE537F5-4492-46A9-8A6E-F6D0D797EC45}" dt="2023-12-07T13:21:45.177" v="15" actId="47"/>
        <pc:sldMkLst>
          <pc:docMk/>
          <pc:sldMk cId="1359141524" sldId="26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1132663081" sldId="28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198364927" sldId="281"/>
        </pc:sldMkLst>
      </pc:sldChg>
      <pc:sldChg chg="del">
        <pc:chgData name="Tim Warner" userId="1d9b2d89684621c1" providerId="LiveId" clId="{9EE537F5-4492-46A9-8A6E-F6D0D797EC45}" dt="2023-12-07T13:26:14.928" v="85" actId="47"/>
        <pc:sldMkLst>
          <pc:docMk/>
          <pc:sldMk cId="3782181354" sldId="283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081080801" sldId="284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282038944" sldId="285"/>
        </pc:sldMkLst>
      </pc:sldChg>
      <pc:sldChg chg="modSp mod ord">
        <pc:chgData name="Tim Warner" userId="1d9b2d89684621c1" providerId="LiveId" clId="{9EE537F5-4492-46A9-8A6E-F6D0D797EC45}" dt="2023-12-11T15:13:43.547" v="1305" actId="20577"/>
        <pc:sldMkLst>
          <pc:docMk/>
          <pc:sldMk cId="921485155" sldId="286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558020541" sldId="287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445464586" sldId="288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882273727" sldId="28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811801111" sldId="29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200105640" sldId="291"/>
        </pc:sldMkLst>
      </pc:sldChg>
      <pc:sldChg chg="addSp delSp modSp add mod">
        <pc:chgData name="Tim Warner" userId="1d9b2d89684621c1" providerId="LiveId" clId="{9EE537F5-4492-46A9-8A6E-F6D0D797EC45}" dt="2023-12-07T13:25:58.818" v="84" actId="1076"/>
        <pc:sldMkLst>
          <pc:docMk/>
          <pc:sldMk cId="2539485740" sldId="292"/>
        </pc:sldMkLst>
      </pc:sldChg>
      <pc:sldChg chg="modSp add mod">
        <pc:chgData name="Tim Warner" userId="1d9b2d89684621c1" providerId="LiveId" clId="{9EE537F5-4492-46A9-8A6E-F6D0D797EC45}" dt="2023-12-07T13:23:54.908" v="63" actId="1076"/>
        <pc:sldMkLst>
          <pc:docMk/>
          <pc:sldMk cId="486668636" sldId="293"/>
        </pc:sldMkLst>
      </pc:sldChg>
      <pc:sldChg chg="modSp add mod">
        <pc:chgData name="Tim Warner" userId="1d9b2d89684621c1" providerId="LiveId" clId="{9EE537F5-4492-46A9-8A6E-F6D0D797EC45}" dt="2023-12-07T13:27:44.664" v="168" actId="20577"/>
        <pc:sldMkLst>
          <pc:docMk/>
          <pc:sldMk cId="4076051784" sldId="294"/>
        </pc:sldMkLst>
      </pc:sldChg>
      <pc:sldChg chg="addSp delSp modSp add mod">
        <pc:chgData name="Tim Warner" userId="1d9b2d89684621c1" providerId="LiveId" clId="{9EE537F5-4492-46A9-8A6E-F6D0D797EC45}" dt="2023-12-18T22:20:45.573" v="1760" actId="478"/>
        <pc:sldMkLst>
          <pc:docMk/>
          <pc:sldMk cId="3012217069" sldId="295"/>
        </pc:sldMkLst>
      </pc:sldChg>
      <pc:sldChg chg="modSp add mod">
        <pc:chgData name="Tim Warner" userId="1d9b2d89684621c1" providerId="LiveId" clId="{9EE537F5-4492-46A9-8A6E-F6D0D797EC45}" dt="2023-12-07T13:28:03.071" v="189" actId="20577"/>
        <pc:sldMkLst>
          <pc:docMk/>
          <pc:sldMk cId="3233535526" sldId="296"/>
        </pc:sldMkLst>
      </pc:sldChg>
      <pc:sldChg chg="addSp delSp modSp add mod">
        <pc:chgData name="Tim Warner" userId="1d9b2d89684621c1" providerId="LiveId" clId="{9EE537F5-4492-46A9-8A6E-F6D0D797EC45}" dt="2023-12-18T22:21:16.795" v="1766" actId="21"/>
        <pc:sldMkLst>
          <pc:docMk/>
          <pc:sldMk cId="432470322" sldId="297"/>
        </pc:sldMkLst>
      </pc:sldChg>
      <pc:sldChg chg="modSp add mod">
        <pc:chgData name="Tim Warner" userId="1d9b2d89684621c1" providerId="LiveId" clId="{9EE537F5-4492-46A9-8A6E-F6D0D797EC45}" dt="2023-12-07T13:28:16.186" v="208" actId="20577"/>
        <pc:sldMkLst>
          <pc:docMk/>
          <pc:sldMk cId="377717918" sldId="298"/>
        </pc:sldMkLst>
      </pc:sldChg>
      <pc:sldChg chg="addSp delSp modSp add mod">
        <pc:chgData name="Tim Warner" userId="1d9b2d89684621c1" providerId="LiveId" clId="{9EE537F5-4492-46A9-8A6E-F6D0D797EC45}" dt="2023-12-18T22:22:27.623" v="1855" actId="478"/>
        <pc:sldMkLst>
          <pc:docMk/>
          <pc:sldMk cId="1440321308" sldId="299"/>
        </pc:sldMkLst>
      </pc:sldChg>
      <pc:sldChg chg="modSp add mod">
        <pc:chgData name="Tim Warner" userId="1d9b2d89684621c1" providerId="LiveId" clId="{9EE537F5-4492-46A9-8A6E-F6D0D797EC45}" dt="2023-12-07T13:28:32.755" v="210" actId="1076"/>
        <pc:sldMkLst>
          <pc:docMk/>
          <pc:sldMk cId="490186796" sldId="300"/>
        </pc:sldMkLst>
      </pc:sldChg>
      <pc:sldChg chg="addSp delSp modSp add mod">
        <pc:chgData name="Tim Warner" userId="1d9b2d89684621c1" providerId="LiveId" clId="{9EE537F5-4492-46A9-8A6E-F6D0D797EC45}" dt="2023-12-18T22:23:25.095" v="1862" actId="113"/>
        <pc:sldMkLst>
          <pc:docMk/>
          <pc:sldMk cId="2614713382" sldId="301"/>
        </pc:sldMkLst>
      </pc:sldChg>
      <pc:sldChg chg="addSp delSp modSp new mod modClrScheme chgLayout">
        <pc:chgData name="Tim Warner" userId="1d9b2d89684621c1" providerId="LiveId" clId="{9EE537F5-4492-46A9-8A6E-F6D0D797EC45}" dt="2023-12-11T15:16:57.417" v="1611" actId="20577"/>
        <pc:sldMkLst>
          <pc:docMk/>
          <pc:sldMk cId="378133628" sldId="302"/>
        </pc:sldMkLst>
      </pc:sldChg>
      <pc:sldChg chg="addSp delSp modSp new mod chgLayout">
        <pc:chgData name="Tim Warner" userId="1d9b2d89684621c1" providerId="LiveId" clId="{9EE537F5-4492-46A9-8A6E-F6D0D797EC45}" dt="2023-12-07T13:31:06.281" v="338" actId="1076"/>
        <pc:sldMkLst>
          <pc:docMk/>
          <pc:sldMk cId="3662525184" sldId="303"/>
        </pc:sldMkLst>
      </pc:sldChg>
      <pc:sldChg chg="modSp add mod modCm">
        <pc:chgData name="Tim Warner" userId="1d9b2d89684621c1" providerId="LiveId" clId="{9EE537F5-4492-46A9-8A6E-F6D0D797EC45}" dt="2023-12-13T19:36:36.209" v="1697" actId="20577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Tim Warner" userId="1d9b2d89684621c1" providerId="LiveId" clId="{9EE537F5-4492-46A9-8A6E-F6D0D797EC45}" dt="2023-12-13T19:35:32.612" v="1627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  <pc226:cmRplyChg chg="add">
                <pc226:chgData name="Tim Warner" userId="1d9b2d89684621c1" providerId="LiveId" clId="{9EE537F5-4492-46A9-8A6E-F6D0D797EC45}" dt="2023-12-13T19:35:32.612" v="1627"/>
                <pc2:cmRplyMkLst xmlns:pc2="http://schemas.microsoft.com/office/powerpoint/2019/9/main/command">
                  <pc:docMk/>
                  <pc:sldMk cId="2507876813" sldId="304"/>
                  <pc2:cmMk id="{F9DC116C-7B99-44B4-A066-B9294A445BBE}"/>
                  <pc2:cmRplyMk id="{9754AD91-19EA-46C3-B507-59D99BC37D7D}"/>
                </pc2:cmRplyMkLst>
              </pc226:cmRplyChg>
            </pc226:cmChg>
          </p:ext>
        </pc:extLst>
      </pc:sldChg>
      <pc:sldChg chg="modSp add mod">
        <pc:chgData name="Tim Warner" userId="1d9b2d89684621c1" providerId="LiveId" clId="{9EE537F5-4492-46A9-8A6E-F6D0D797EC45}" dt="2023-12-11T14:47:29.823" v="444"/>
        <pc:sldMkLst>
          <pc:docMk/>
          <pc:sldMk cId="890312440" sldId="305"/>
        </pc:sldMkLst>
      </pc:sldChg>
      <pc:sldChg chg="addSp delSp modSp new mod">
        <pc:chgData name="Tim Warner" userId="1d9b2d89684621c1" providerId="LiveId" clId="{9EE537F5-4492-46A9-8A6E-F6D0D797EC45}" dt="2023-12-18T22:16:04.766" v="1731" actId="478"/>
        <pc:sldMkLst>
          <pc:docMk/>
          <pc:sldMk cId="1865509328" sldId="306"/>
        </pc:sldMkLst>
      </pc:sldChg>
      <pc:sldChg chg="modSp add mod">
        <pc:chgData name="Tim Warner" userId="1d9b2d89684621c1" providerId="LiveId" clId="{9EE537F5-4492-46A9-8A6E-F6D0D797EC45}" dt="2023-12-11T14:53:27.583" v="766" actId="20577"/>
        <pc:sldMkLst>
          <pc:docMk/>
          <pc:sldMk cId="1134760516" sldId="307"/>
        </pc:sldMkLst>
      </pc:sldChg>
      <pc:sldChg chg="delSp modSp add mod">
        <pc:chgData name="Tim Warner" userId="1d9b2d89684621c1" providerId="LiveId" clId="{9EE537F5-4492-46A9-8A6E-F6D0D797EC45}" dt="2023-12-18T22:16:01.822" v="1730" actId="20577"/>
        <pc:sldMkLst>
          <pc:docMk/>
          <pc:sldMk cId="2977991168" sldId="308"/>
        </pc:sldMkLst>
      </pc:sldChg>
      <pc:sldChg chg="delSp modSp add mod">
        <pc:chgData name="Tim Warner" userId="1d9b2d89684621c1" providerId="LiveId" clId="{9EE537F5-4492-46A9-8A6E-F6D0D797EC45}" dt="2023-12-18T22:20:35.543" v="1759" actId="20577"/>
        <pc:sldMkLst>
          <pc:docMk/>
          <pc:sldMk cId="656300170" sldId="309"/>
        </pc:sldMkLst>
      </pc:sldChg>
      <pc:sldChg chg="addSp delSp modSp add mod">
        <pc:chgData name="Tim Warner" userId="1d9b2d89684621c1" providerId="LiveId" clId="{9EE537F5-4492-46A9-8A6E-F6D0D797EC45}" dt="2023-12-18T22:21:38.707" v="1793" actId="478"/>
        <pc:sldMkLst>
          <pc:docMk/>
          <pc:sldMk cId="3223982532" sldId="310"/>
        </pc:sldMkLst>
      </pc:sldChg>
      <pc:sldChg chg="addSp delSp modSp add mod">
        <pc:chgData name="Tim Warner" userId="1d9b2d89684621c1" providerId="LiveId" clId="{9EE537F5-4492-46A9-8A6E-F6D0D797EC45}" dt="2023-12-18T22:22:24.694" v="1854" actId="478"/>
        <pc:sldMkLst>
          <pc:docMk/>
          <pc:sldMk cId="157688393" sldId="311"/>
        </pc:sldMkLst>
      </pc:sldChg>
      <pc:sldChg chg="modSp add mod">
        <pc:chgData name="Tim Warner" userId="1d9b2d89684621c1" providerId="LiveId" clId="{9EE537F5-4492-46A9-8A6E-F6D0D797EC45}" dt="2023-12-18T22:23:52.550" v="1866" actId="1076"/>
        <pc:sldMkLst>
          <pc:docMk/>
          <pc:sldMk cId="314385709" sldId="312"/>
        </pc:sldMkLst>
      </pc:sldChg>
      <pc:sldChg chg="add del">
        <pc:chgData name="Tim Warner" userId="1d9b2d89684621c1" providerId="LiveId" clId="{9EE537F5-4492-46A9-8A6E-F6D0D797EC45}" dt="2023-12-07T13:21:45.177" v="15" actId="47"/>
        <pc:sldMkLst>
          <pc:docMk/>
          <pc:sldMk cId="3301194106" sldId="779"/>
        </pc:sldMkLst>
      </pc:sldChg>
    </pc:docChg>
  </pc:docChgLst>
  <pc:docChgLst>
    <pc:chgData name="Tim Warner" userId="1d9b2d89684621c1" providerId="LiveId" clId="{53524EDE-485A-47DD-9453-A419D6719EBE}"/>
    <pc:docChg chg="addSld delSld modSld">
      <pc:chgData name="Tim Warner" userId="1d9b2d89684621c1" providerId="LiveId" clId="{53524EDE-485A-47DD-9453-A419D6719EBE}" dt="2024-04-10T22:18:06.398" v="115" actId="20577"/>
      <pc:docMkLst>
        <pc:docMk/>
      </pc:docMkLst>
      <pc:sldChg chg="modSp mod modAnim">
        <pc:chgData name="Tim Warner" userId="1d9b2d89684621c1" providerId="LiveId" clId="{53524EDE-485A-47DD-9453-A419D6719EBE}" dt="2024-04-10T18:02:34.574" v="7" actId="20577"/>
        <pc:sldMkLst>
          <pc:docMk/>
          <pc:sldMk cId="921485155" sldId="286"/>
        </pc:sldMkLst>
      </pc:sldChg>
      <pc:sldChg chg="modSp mod">
        <pc:chgData name="Tim Warner" userId="1d9b2d89684621c1" providerId="LiveId" clId="{53524EDE-485A-47DD-9453-A419D6719EBE}" dt="2024-04-10T21:58:37.087" v="104" actId="20577"/>
        <pc:sldMkLst>
          <pc:docMk/>
          <pc:sldMk cId="378133628" sldId="302"/>
        </pc:sldMkLst>
      </pc:sldChg>
      <pc:sldChg chg="del">
        <pc:chgData name="Tim Warner" userId="1d9b2d89684621c1" providerId="LiveId" clId="{53524EDE-485A-47DD-9453-A419D6719EBE}" dt="2024-04-10T18:23:53.330" v="94" actId="2696"/>
        <pc:sldMkLst>
          <pc:docMk/>
          <pc:sldMk cId="157688393" sldId="311"/>
        </pc:sldMkLst>
      </pc:sldChg>
      <pc:sldChg chg="modSp mod modAnim">
        <pc:chgData name="Tim Warner" userId="1d9b2d89684621c1" providerId="LiveId" clId="{53524EDE-485A-47DD-9453-A419D6719EBE}" dt="2024-04-10T18:03:09.531" v="13" actId="20577"/>
        <pc:sldMkLst>
          <pc:docMk/>
          <pc:sldMk cId="2714711897" sldId="313"/>
        </pc:sldMkLst>
      </pc:sldChg>
      <pc:sldChg chg="modSp mod modAnim">
        <pc:chgData name="Tim Warner" userId="1d9b2d89684621c1" providerId="LiveId" clId="{53524EDE-485A-47DD-9453-A419D6719EBE}" dt="2024-04-10T22:18:01.139" v="114" actId="20577"/>
        <pc:sldMkLst>
          <pc:docMk/>
          <pc:sldMk cId="3757843041" sldId="315"/>
        </pc:sldMkLst>
      </pc:sldChg>
      <pc:sldChg chg="modSp mod modAnim">
        <pc:chgData name="Tim Warner" userId="1d9b2d89684621c1" providerId="LiveId" clId="{53524EDE-485A-47DD-9453-A419D6719EBE}" dt="2024-04-10T22:18:06.398" v="115" actId="20577"/>
        <pc:sldMkLst>
          <pc:docMk/>
          <pc:sldMk cId="3196191762" sldId="317"/>
        </pc:sldMkLst>
      </pc:sldChg>
      <pc:sldChg chg="modSp mod modAnim">
        <pc:chgData name="Tim Warner" userId="1d9b2d89684621c1" providerId="LiveId" clId="{53524EDE-485A-47DD-9453-A419D6719EBE}" dt="2024-04-10T22:17:25.589" v="110" actId="20577"/>
        <pc:sldMkLst>
          <pc:docMk/>
          <pc:sldMk cId="1902191890" sldId="319"/>
        </pc:sldMkLst>
      </pc:sldChg>
      <pc:sldChg chg="modSp mod modAnim">
        <pc:chgData name="Tim Warner" userId="1d9b2d89684621c1" providerId="LiveId" clId="{53524EDE-485A-47DD-9453-A419D6719EBE}" dt="2024-04-10T22:16:41.357" v="106" actId="20577"/>
        <pc:sldMkLst>
          <pc:docMk/>
          <pc:sldMk cId="2142833354" sldId="321"/>
        </pc:sldMkLst>
      </pc:sldChg>
      <pc:sldChg chg="modSp add mod modAnim">
        <pc:chgData name="Tim Warner" userId="1d9b2d89684621c1" providerId="LiveId" clId="{53524EDE-485A-47DD-9453-A419D6719EBE}" dt="2024-04-10T18:23:45.959" v="93" actId="14100"/>
        <pc:sldMkLst>
          <pc:docMk/>
          <pc:sldMk cId="1576907163" sldId="322"/>
        </pc:sldMkLst>
      </pc:sldChg>
    </pc:docChg>
  </pc:docChgLst>
  <pc:docChgLst>
    <pc:chgData name="scsjcain84" userId="S::scsjcain84_gmail.com#ext#@pearsoneducationinc.onmicrosoft.com::4399dd98-ee8b-4212-9001-7919755a3260" providerId="AD" clId="Web-{7D3B4963-7B66-4C6C-93E5-5398B8E104F2}"/>
    <pc:docChg chg="delSld modSld">
      <pc:chgData name="scsjcain84" userId="S::scsjcain84_gmail.com#ext#@pearsoneducationinc.onmicrosoft.com::4399dd98-ee8b-4212-9001-7919755a3260" providerId="AD" clId="Web-{7D3B4963-7B66-4C6C-93E5-5398B8E104F2}" dt="2025-08-23T00:34:50.973" v="1"/>
      <pc:docMkLst>
        <pc:docMk/>
      </pc:docMkLst>
      <pc:sldChg chg="del">
        <pc:chgData name="scsjcain84" userId="S::scsjcain84_gmail.com#ext#@pearsoneducationinc.onmicrosoft.com::4399dd98-ee8b-4212-9001-7919755a3260" providerId="AD" clId="Web-{7D3B4963-7B66-4C6C-93E5-5398B8E104F2}" dt="2025-08-23T00:34:47.488" v="0"/>
        <pc:sldMkLst>
          <pc:docMk/>
          <pc:sldMk cId="4092314469" sldId="331"/>
        </pc:sldMkLst>
      </pc:sldChg>
      <pc:sldChg chg="mod modShow">
        <pc:chgData name="scsjcain84" userId="S::scsjcain84_gmail.com#ext#@pearsoneducationinc.onmicrosoft.com::4399dd98-ee8b-4212-9001-7919755a3260" providerId="AD" clId="Web-{7D3B4963-7B66-4C6C-93E5-5398B8E104F2}" dt="2025-08-23T00:34:50.973" v="1"/>
        <pc:sldMkLst>
          <pc:docMk/>
          <pc:sldMk cId="4080705565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4D36D-3512-6D44-83C8-1A4DB417EA2C}" type="datetimeFigureOut">
              <a:rPr lang="en-US" smtClean="0"/>
              <a:t>Fri, 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C8BCB-A8D7-074E-AD53-2B9312150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4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Tim + ChatGPT Image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5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We’re going to look at how modern tools can shift password security from manual &amp; risky to automated, adaptive, and much more resilient.</a:t>
            </a:r>
          </a:p>
          <a:p>
            <a:endParaRPr lang="en-US" b="1" dirty="0"/>
          </a:p>
          <a:p>
            <a:r>
              <a:rPr lang="en-US" b="1" dirty="0"/>
              <a:t>Legacy password practices create risk and overhead</a:t>
            </a:r>
            <a:br>
              <a:rPr lang="en-US" dirty="0"/>
            </a:br>
            <a:r>
              <a:rPr lang="en-US" dirty="0"/>
              <a:t>If you reuse local Administrator passwords, or use weak domain password settings across all users, one breach gives attackers a lot of leverage. The help desk gets bogged down, audits fail, and compliance becomes a gamble.</a:t>
            </a:r>
          </a:p>
          <a:p>
            <a:endParaRPr lang="en-US" b="1" dirty="0"/>
          </a:p>
          <a:p>
            <a:r>
              <a:rPr lang="en-US" b="1" dirty="0"/>
              <a:t>Windows LAPS automates local admin password rotation</a:t>
            </a:r>
            <a:br>
              <a:rPr lang="en-US" dirty="0"/>
            </a:br>
            <a:r>
              <a:rPr lang="en-US" dirty="0"/>
              <a:t>LAPS gives each machine its own unique local-admin password, rotates it on schedule, and ensures it’s stored securely—no more shared credentials floating around.</a:t>
            </a:r>
          </a:p>
          <a:p>
            <a:endParaRPr lang="en-US" b="1" dirty="0"/>
          </a:p>
          <a:p>
            <a:r>
              <a:rPr lang="en-US" b="1" dirty="0"/>
              <a:t>Fine-grained password policies tailor rules to user groups</a:t>
            </a:r>
            <a:br>
              <a:rPr lang="en-US" dirty="0"/>
            </a:br>
            <a:r>
              <a:rPr lang="en-US" dirty="0"/>
              <a:t>Instead of one flat policy, you can have different rules for executives vs service accounts vs standard users—length, complexity, history, lockout thresholds all vary.</a:t>
            </a:r>
          </a:p>
          <a:p>
            <a:endParaRPr lang="en-US" b="1" dirty="0"/>
          </a:p>
          <a:p>
            <a:r>
              <a:rPr lang="en-US" b="1" dirty="0"/>
              <a:t>Microsoft Entra Password Protection blocks weak passwords</a:t>
            </a:r>
            <a:br>
              <a:rPr lang="en-US" dirty="0"/>
            </a:br>
            <a:r>
              <a:rPr lang="en-US" dirty="0"/>
              <a:t>Cloud-curated lists + custom banned terms work together to stop easily guessable or breached passwords. Once enforced, DC agents reject bad password choices; until then, you can audit to see what needs adjusting.</a:t>
            </a:r>
          </a:p>
          <a:p>
            <a:endParaRPr lang="en-US" b="1" dirty="0"/>
          </a:p>
          <a:p>
            <a:r>
              <a:rPr lang="en-US" b="1" dirty="0"/>
              <a:t>Hybrid integration improves overall security posture</a:t>
            </a:r>
            <a:br>
              <a:rPr lang="en-US" dirty="0"/>
            </a:br>
            <a:r>
              <a:rPr lang="en-US" dirty="0"/>
              <a:t>When you combine LAPS, fine-grained policies, and Entra Password Protection, you cover more attack surfaces, reduce manual effort, and get better visibility. That’s what real enterprise security looks like in a hybrid world.</a:t>
            </a:r>
          </a:p>
          <a:p>
            <a:endParaRPr lang="en-US" i="1" dirty="0"/>
          </a:p>
          <a:p>
            <a:r>
              <a:rPr lang="en-US" i="1" dirty="0"/>
              <a:t>Exam tip:</a:t>
            </a:r>
            <a:r>
              <a:rPr lang="en-US" dirty="0"/>
              <a:t> If you see “what’s the solution to stop shared local Administrator passwords?” on the exam—Windows LAPS is the answer.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8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We’re going to look at how modern tools can shift password security from manual &amp; risky to automated, adaptive, and much more resilient.</a:t>
            </a:r>
          </a:p>
          <a:p>
            <a:endParaRPr lang="en-US" b="1" dirty="0"/>
          </a:p>
          <a:p>
            <a:r>
              <a:rPr lang="en-US" b="1" dirty="0"/>
              <a:t>Legacy password practices create risk and overhead</a:t>
            </a:r>
            <a:br>
              <a:rPr lang="en-US" dirty="0"/>
            </a:br>
            <a:r>
              <a:rPr lang="en-US" dirty="0"/>
              <a:t>If you reuse local Administrator passwords, or use weak domain password settings across all users, one breach gives attackers a lot of leverage. The help desk gets bogged down, audits fail, and compliance becomes a gamble.</a:t>
            </a:r>
          </a:p>
          <a:p>
            <a:endParaRPr lang="en-US" b="1" dirty="0"/>
          </a:p>
          <a:p>
            <a:r>
              <a:rPr lang="en-US" b="1" dirty="0"/>
              <a:t>Windows LAPS automates local admin password rotation</a:t>
            </a:r>
            <a:br>
              <a:rPr lang="en-US" dirty="0"/>
            </a:br>
            <a:r>
              <a:rPr lang="en-US" dirty="0"/>
              <a:t>LAPS gives each machine its own unique local-admin password, rotates it on schedule, and ensures it’s stored securely—no more shared credentials floating around.</a:t>
            </a:r>
          </a:p>
          <a:p>
            <a:endParaRPr lang="en-US" b="1" dirty="0"/>
          </a:p>
          <a:p>
            <a:r>
              <a:rPr lang="en-US" b="1" dirty="0"/>
              <a:t>Fine-grained password policies tailor rules to user groups</a:t>
            </a:r>
            <a:br>
              <a:rPr lang="en-US" dirty="0"/>
            </a:br>
            <a:r>
              <a:rPr lang="en-US" dirty="0"/>
              <a:t>Instead of one flat policy, you can have different rules for executives vs service accounts vs standard users—length, complexity, history, lockout thresholds all vary.</a:t>
            </a:r>
          </a:p>
          <a:p>
            <a:endParaRPr lang="en-US" b="1" dirty="0"/>
          </a:p>
          <a:p>
            <a:r>
              <a:rPr lang="en-US" b="1" dirty="0"/>
              <a:t>Microsoft Entra Password Protection blocks weak passwords</a:t>
            </a:r>
            <a:br>
              <a:rPr lang="en-US" dirty="0"/>
            </a:br>
            <a:r>
              <a:rPr lang="en-US" dirty="0"/>
              <a:t>Cloud-curated lists + custom banned terms work together to stop easily guessable or breached passwords. Once enforced, DC agents reject bad password choices; until then, you can audit to see what needs adjusting.</a:t>
            </a:r>
          </a:p>
          <a:p>
            <a:endParaRPr lang="en-US" b="1" dirty="0"/>
          </a:p>
          <a:p>
            <a:r>
              <a:rPr lang="en-US" b="1" dirty="0"/>
              <a:t>Hybrid integration improves overall security posture</a:t>
            </a:r>
            <a:br>
              <a:rPr lang="en-US" dirty="0"/>
            </a:br>
            <a:r>
              <a:rPr lang="en-US" dirty="0"/>
              <a:t>When you combine LAPS, fine-grained policies, and Entra Password Protection, you cover more attack surfaces, reduce manual effort, and get better visibility. That’s what real enterprise security looks like in a hybrid world.</a:t>
            </a:r>
          </a:p>
          <a:p>
            <a:endParaRPr lang="en-US" i="1" dirty="0"/>
          </a:p>
          <a:p>
            <a:r>
              <a:rPr lang="en-US" i="1" dirty="0"/>
              <a:t>Exam tip:</a:t>
            </a:r>
            <a:r>
              <a:rPr lang="en-US" dirty="0"/>
              <a:t> If you see “what’s the solution to stop shared local Administrator passwords?” on the exam—Windows LAPS is the answer.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98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Let’s zoom in on LAPS—how to set it up, what it really gives you, and why it’s integral to modern password hygiene.</a:t>
            </a:r>
          </a:p>
          <a:p>
            <a:endParaRPr lang="en-US" dirty="0"/>
          </a:p>
          <a:p>
            <a:r>
              <a:rPr lang="en-US" dirty="0"/>
              <a:t>Windows LAPS replaces legacy LAPS with modern integration</a:t>
            </a:r>
            <a:br>
              <a:rPr lang="en-US" dirty="0"/>
            </a:br>
            <a:r>
              <a:rPr lang="en-US" dirty="0"/>
              <a:t>The newer version works well both on-prem AD and Microsoft Entra ID, so you can manage devices in hybrid or cloud-joined forests.</a:t>
            </a:r>
          </a:p>
          <a:p>
            <a:endParaRPr lang="en-US" dirty="0"/>
          </a:p>
          <a:p>
            <a:r>
              <a:rPr lang="en-US" dirty="0"/>
              <a:t>Supports both on-prem AD and Microsoft Entra ID</a:t>
            </a:r>
            <a:br>
              <a:rPr lang="en-US" dirty="0"/>
            </a:br>
            <a:r>
              <a:rPr lang="en-US" dirty="0"/>
              <a:t>Devices joined only to Entra ID or hybrid joined can also back up their local admin password to Entra ID, so retrieval can be centrally managed with role-based access.</a:t>
            </a:r>
          </a:p>
          <a:p>
            <a:endParaRPr lang="en-US" dirty="0"/>
          </a:p>
          <a:p>
            <a:r>
              <a:rPr lang="en-US" dirty="0"/>
              <a:t>Passwords rotate automatically with configurable complexity</a:t>
            </a:r>
            <a:br>
              <a:rPr lang="en-US" dirty="0"/>
            </a:br>
            <a:r>
              <a:rPr lang="en-US" dirty="0"/>
              <a:t>You pick the interval when passwords expire (say 30 days), the minimum length, character sets—and LAPS handles the rest without human intervention.</a:t>
            </a:r>
          </a:p>
          <a:p>
            <a:endParaRPr lang="en-US" dirty="0"/>
          </a:p>
          <a:p>
            <a:r>
              <a:rPr lang="en-US" dirty="0"/>
              <a:t>Secure retrieval via Windows Admin Center or PowerShell</a:t>
            </a:r>
            <a:br>
              <a:rPr lang="en-US" dirty="0"/>
            </a:br>
            <a:r>
              <a:rPr lang="en-US" dirty="0"/>
              <a:t>Admins don’t have to RDP into machines; they pull passwords securely via tools, with permissions tightly controlled.</a:t>
            </a:r>
          </a:p>
          <a:p>
            <a:endParaRPr lang="en-US" dirty="0"/>
          </a:p>
          <a:p>
            <a:r>
              <a:rPr lang="en-US" dirty="0"/>
              <a:t>Adventure Works enforces just-in-time access for admins</a:t>
            </a:r>
            <a:br>
              <a:rPr lang="en-US" dirty="0"/>
            </a:br>
            <a:r>
              <a:rPr lang="en-US" dirty="0"/>
              <a:t>Rather than giving standing local admin rights, techs request temporary access or retrieve passwords only when necessary, reducing exposure.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Exam Tip:</a:t>
            </a:r>
            <a:r>
              <a:rPr lang="en-US" dirty="0"/>
              <a:t> LAPS often shows up in case study questions. Remember: it </a:t>
            </a:r>
            <a:r>
              <a:rPr lang="en-US" i="1" dirty="0"/>
              <a:t>rotates</a:t>
            </a:r>
            <a:r>
              <a:rPr lang="en-US" dirty="0"/>
              <a:t> local admin passwords and stores them securely in AD or Entra.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82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Now we shift from local admin passwords to user account passwords—and how to make them smarter per user type.</a:t>
            </a:r>
          </a:p>
          <a:p>
            <a:endParaRPr lang="en-US" dirty="0"/>
          </a:p>
          <a:p>
            <a:r>
              <a:rPr lang="en-US" dirty="0"/>
              <a:t>Fine-grained password policies (FGPP) extend beyond domain defaults</a:t>
            </a:r>
            <a:br>
              <a:rPr lang="en-US" dirty="0"/>
            </a:br>
            <a:r>
              <a:rPr lang="en-US" dirty="0"/>
              <a:t>Instead of everybody being under the same restriction, you define specific policies for groups that need stronger protection.</a:t>
            </a:r>
          </a:p>
          <a:p>
            <a:endParaRPr lang="en-US" dirty="0"/>
          </a:p>
          <a:p>
            <a:r>
              <a:rPr lang="en-US" dirty="0"/>
              <a:t>Password Setting Objects (PSOs) define unique rules</a:t>
            </a:r>
            <a:br>
              <a:rPr lang="en-US" dirty="0"/>
            </a:br>
            <a:r>
              <a:rPr lang="en-US" dirty="0"/>
              <a:t>A PSO is an AD object that holds your tailored policy—min length, complexity, lockout behavior, history—and you apply it to a security group or individual user.</a:t>
            </a:r>
          </a:p>
          <a:p>
            <a:endParaRPr lang="en-US" dirty="0"/>
          </a:p>
          <a:p>
            <a:r>
              <a:rPr lang="en-US" dirty="0"/>
              <a:t>Precedence values resolve conflicts across groups</a:t>
            </a:r>
            <a:br>
              <a:rPr lang="en-US" dirty="0"/>
            </a:br>
            <a:r>
              <a:rPr lang="en-US" dirty="0"/>
              <a:t>If a user is in two groups with different PSOs, the PSO with the lower numerical precedence value takes effect. Plan them so important users get the strictest one.</a:t>
            </a:r>
          </a:p>
          <a:p>
            <a:endParaRPr lang="en-US" dirty="0"/>
          </a:p>
          <a:p>
            <a:r>
              <a:rPr lang="en-US" dirty="0"/>
              <a:t>History and minimum age settings prevent rapid reuse</a:t>
            </a:r>
            <a:br>
              <a:rPr lang="en-US" dirty="0"/>
            </a:br>
            <a:r>
              <a:rPr lang="en-US" dirty="0"/>
              <a:t>You don’t want someone changing their password 5 times in a row just to get back to “Password1!”. Enforce history and minimum age so reused or trivial passwords are blocked.</a:t>
            </a:r>
          </a:p>
          <a:p>
            <a:endParaRPr lang="en-US" dirty="0"/>
          </a:p>
          <a:p>
            <a:r>
              <a:rPr lang="en-US" dirty="0"/>
              <a:t>Contoso applies stronger policies for executives vs. service accounts</a:t>
            </a:r>
            <a:br>
              <a:rPr lang="en-US" dirty="0"/>
            </a:br>
            <a:r>
              <a:rPr lang="en-US" dirty="0"/>
              <a:t>For example, executives may need 14-character complex passwords, frequent rotation; service accounts might get special exemption patterns but still basic guardrails.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85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Infographic made by Tim with Claude AI, all rights are 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3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talk about tailoring password policies with more precision.</a:t>
            </a:r>
          </a:p>
          <a:p>
            <a:endParaRPr lang="en-US" b="1" dirty="0"/>
          </a:p>
          <a:p>
            <a:r>
              <a:rPr lang="en-US" b="1" dirty="0"/>
              <a:t>Fine-grained password policies (FGPP) extend beyond domain defaults.</a:t>
            </a:r>
            <a:r>
              <a:rPr lang="en-US" dirty="0"/>
              <a:t> The old way was “one policy for everyone.” FGPP lets us break that limitation.</a:t>
            </a:r>
          </a:p>
          <a:p>
            <a:endParaRPr lang="en-US" b="1" dirty="0"/>
          </a:p>
          <a:p>
            <a:r>
              <a:rPr lang="en-US" b="1" dirty="0"/>
              <a:t>Password Setting Objects (PSOs) define unique rules.</a:t>
            </a:r>
            <a:r>
              <a:rPr lang="en-US" dirty="0"/>
              <a:t> A PSO is just an object in AD that spells out length, complexity, history, and lockout rules.</a:t>
            </a:r>
          </a:p>
          <a:p>
            <a:endParaRPr lang="en-US" b="1" dirty="0"/>
          </a:p>
          <a:p>
            <a:r>
              <a:rPr lang="en-US" b="1" dirty="0"/>
              <a:t>Precedence values resolve conflicts across groups.</a:t>
            </a:r>
            <a:r>
              <a:rPr lang="en-US" dirty="0"/>
              <a:t> If a user belongs to multiple groups with different PSOs, the one with the highest priority (lowest number) wins.</a:t>
            </a:r>
          </a:p>
          <a:p>
            <a:endParaRPr lang="en-US" b="1" dirty="0"/>
          </a:p>
          <a:p>
            <a:r>
              <a:rPr lang="en-US" b="1" dirty="0"/>
              <a:t>History and minimum age settings prevent rapid reuse.</a:t>
            </a:r>
            <a:r>
              <a:rPr lang="en-US" dirty="0"/>
              <a:t> These rules stop clever users from flipping back to their favorite weak password.</a:t>
            </a:r>
          </a:p>
          <a:p>
            <a:endParaRPr lang="en-US" b="1" dirty="0"/>
          </a:p>
          <a:p>
            <a:r>
              <a:rPr lang="en-US" b="1" dirty="0"/>
              <a:t>Contoso applies stronger policies for executives vs. service accounts.</a:t>
            </a:r>
            <a:r>
              <a:rPr lang="en-US" dirty="0"/>
              <a:t> For example, executives get a 16-character minimum and frequent rotations, while service accounts use a slightly different baseline.</a:t>
            </a:r>
          </a:p>
          <a:p>
            <a:r>
              <a:rPr lang="en-US" dirty="0"/>
              <a:t>💡 </a:t>
            </a:r>
            <a:r>
              <a:rPr lang="en-US" b="1" dirty="0"/>
              <a:t>Exam Tip:</a:t>
            </a:r>
            <a:r>
              <a:rPr lang="en-US" dirty="0"/>
              <a:t> Expect a “which setting wins” type of question. If multiple PSOs apply, the </a:t>
            </a:r>
            <a:r>
              <a:rPr lang="en-US" b="1" dirty="0"/>
              <a:t>lowest precedence number</a:t>
            </a:r>
            <a:r>
              <a:rPr lang="en-US" dirty="0"/>
              <a:t> takes effect.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72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Finally, let’s add the blocking element—stop weak or compromised passwords before they become a problem.</a:t>
            </a:r>
          </a:p>
          <a:p>
            <a:endParaRPr lang="en-US" dirty="0"/>
          </a:p>
          <a:p>
            <a:r>
              <a:rPr lang="en-US" dirty="0"/>
              <a:t>Microsoft Entra Password Protection</a:t>
            </a:r>
            <a:br>
              <a:rPr lang="en-US" dirty="0"/>
            </a:br>
            <a:r>
              <a:rPr lang="en-US" dirty="0"/>
              <a:t>This is the service that gives you both the global banned list (crowdsourced from known passwords) and tools to define your custom banned list.</a:t>
            </a:r>
          </a:p>
          <a:p>
            <a:endParaRPr lang="en-US" dirty="0"/>
          </a:p>
          <a:p>
            <a:r>
              <a:rPr lang="en-US" dirty="0"/>
              <a:t>DC agents enforce banned password lists during password changes</a:t>
            </a:r>
            <a:br>
              <a:rPr lang="en-US" dirty="0"/>
            </a:br>
            <a:r>
              <a:rPr lang="en-US" dirty="0"/>
              <a:t>When a user changes or resets a password on-prem, the Domain Controller agent checks against the banned lists and, if in enforce mode, rejects bad choices.</a:t>
            </a:r>
          </a:p>
          <a:p>
            <a:endParaRPr lang="en-US" dirty="0"/>
          </a:p>
          <a:p>
            <a:r>
              <a:rPr lang="en-US" dirty="0"/>
              <a:t>Proxy services connect on-prem AD to Microsoft Entra</a:t>
            </a:r>
            <a:br>
              <a:rPr lang="en-US" dirty="0"/>
            </a:br>
            <a:r>
              <a:rPr lang="en-US" dirty="0"/>
              <a:t>Because DCs often don’t talk directly to public endpoints, the proxy bridges that gap; it ensures policy sync and central control.</a:t>
            </a:r>
          </a:p>
          <a:p>
            <a:endParaRPr lang="en-US" dirty="0"/>
          </a:p>
          <a:p>
            <a:r>
              <a:rPr lang="en-US" dirty="0"/>
              <a:t>Global list blocks millions of common weak passwords</a:t>
            </a:r>
            <a:br>
              <a:rPr lang="en-US" dirty="0"/>
            </a:br>
            <a:r>
              <a:rPr lang="en-US" dirty="0"/>
              <a:t>Microsoft maintains a huge corpus of breached / weak password terms—ones that show up over and over—so you get protection from broadly known bad actors.</a:t>
            </a:r>
          </a:p>
          <a:p>
            <a:endParaRPr lang="en-US" dirty="0"/>
          </a:p>
          <a:p>
            <a:r>
              <a:rPr lang="en-US" dirty="0"/>
              <a:t>Custom lists stop organization-specific weak terms</a:t>
            </a:r>
            <a:br>
              <a:rPr lang="en-US" dirty="0"/>
            </a:br>
            <a:r>
              <a:rPr lang="en-US" dirty="0" err="1"/>
              <a:t>Terms</a:t>
            </a:r>
            <a:r>
              <a:rPr lang="en-US" dirty="0"/>
              <a:t> like your company name, product names, or seasonal phrases get banned via custom lists so users can’t pick “AdventureWorks2025!” or “Tailwind123!” if those are obvious in your environment.</a:t>
            </a:r>
          </a:p>
          <a:p>
            <a:endParaRPr lang="en-US" dirty="0"/>
          </a:p>
          <a:p>
            <a:r>
              <a:rPr lang="en-US" dirty="0" err="1"/>
              <a:t>Fabrikam</a:t>
            </a:r>
            <a:r>
              <a:rPr lang="en-US" dirty="0"/>
              <a:t> monitors password protection events in the Azure portal</a:t>
            </a:r>
            <a:br>
              <a:rPr lang="en-US" dirty="0"/>
            </a:br>
            <a:r>
              <a:rPr lang="en-US" dirty="0"/>
              <a:t>Before enforcing, you review logs—how many users tried bad passwords, where those attempts came from. Audit mode helps you tune policy without surprising your users.</a:t>
            </a:r>
          </a:p>
          <a:p>
            <a:endParaRPr lang="en-US" dirty="0"/>
          </a:p>
          <a:p>
            <a:r>
              <a:rPr lang="en-US" dirty="0"/>
              <a:t>💡 </a:t>
            </a:r>
            <a:r>
              <a:rPr lang="en-US" b="1" dirty="0"/>
              <a:t>Exam Tip:</a:t>
            </a:r>
            <a:r>
              <a:rPr lang="en-US" dirty="0"/>
              <a:t> Know the difference between domain password policy vs. fine-grained policy vs. Entra Password Protection. Entra is the only one that blocks </a:t>
            </a:r>
            <a:r>
              <a:rPr lang="en-US" i="1" dirty="0"/>
              <a:t>weak words</a:t>
            </a:r>
            <a:r>
              <a:rPr lang="en-US" dirty="0"/>
              <a:t> dynamically.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62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Infographic made by Tim with Claude AI, all rights are 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7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1EB85-4E6B-81AF-E3DE-25146E89F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37032E1F-36A3-E746-345C-BA05CE6121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57EAA-C43A-E155-4654-56E83B180ABB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448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  <p:pic>
        <p:nvPicPr>
          <p:cNvPr id="2" name="Picture 1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08182D27-E2F5-2883-AF50-ABB7E42A41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69F2EE42-E762-6F5F-CC37-7233E5D11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8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E03FF75-F906-DFC4-F2DB-E6A0D0C64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7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5E576AAE-EDF3-8574-4732-C4A9E1587D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F92DCD30-BA28-F0D3-0128-BF69D7B726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8AC8A-674A-76E5-9602-A90DC8B80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BBD1A7-D040-8AA9-D945-8E9453D4D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1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A0AD5-CB3F-8169-AF25-456262A7B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0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</p:spTree>
    <p:extLst>
      <p:ext uri="{BB962C8B-B14F-4D97-AF65-F5344CB8AC3E}">
        <p14:creationId xmlns:p14="http://schemas.microsoft.com/office/powerpoint/2010/main" val="3853228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5787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570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37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04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489220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34011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36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Fri, 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F7376-91BF-E078-2A66-21FFC1EC9B9D}"/>
              </a:ext>
            </a:extLst>
          </p:cNvPr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878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649" r:id="rId10"/>
    <p:sldLayoutId id="2147483659" r:id="rId11"/>
    <p:sldLayoutId id="2147483658" r:id="rId12"/>
    <p:sldLayoutId id="2147483664" r:id="rId13"/>
    <p:sldLayoutId id="2147483662" r:id="rId14"/>
    <p:sldLayoutId id="2147483665" r:id="rId15"/>
    <p:sldLayoutId id="2147483660" r:id="rId16"/>
    <p:sldLayoutId id="2147483661" r:id="rId17"/>
    <p:sldLayoutId id="214748366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B06A7D5-89E7-EAD9-D088-2A2125602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62" y="265417"/>
            <a:ext cx="3673828" cy="83809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5E025FF1-FA05-58E9-B110-E456E82B4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594" y="652894"/>
            <a:ext cx="6933141" cy="674899"/>
          </a:xfrm>
        </p:spPr>
        <p:txBody>
          <a:bodyPr>
            <a:noAutofit/>
          </a:bodyPr>
          <a:lstStyle/>
          <a:p>
            <a:r>
              <a:rPr lang="en-US" sz="3600" b="1"/>
              <a:t>Exam AZ-801: Configuring Windows Server Hybrid Advanced Services, 2nd Ed </a:t>
            </a:r>
            <a:endParaRPr lang="en-US" sz="3600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56C324-4E4C-B0F4-6DC5-3C9DDA851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Tim Warner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C667F3-A6DD-AE8F-325F-B5B6FE741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2347" y="3648402"/>
            <a:ext cx="3023362" cy="584200"/>
          </a:xfrm>
        </p:spPr>
        <p:txBody>
          <a:bodyPr/>
          <a:lstStyle/>
          <a:p>
            <a:r>
              <a:rPr lang="en-US" dirty="0"/>
              <a:t>Microsoft Certified Trainer and Microsoft MVP</a:t>
            </a:r>
          </a:p>
        </p:txBody>
      </p:sp>
      <p:pic>
        <p:nvPicPr>
          <p:cNvPr id="5" name="Picture Placeholder 4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272C23CC-6DAA-D474-5879-59974AA40D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78" r="2378"/>
          <a:stretch>
            <a:fillRect/>
          </a:stretch>
        </p:blipFill>
        <p:spPr>
          <a:xfrm>
            <a:off x="2294356" y="3064110"/>
            <a:ext cx="1112885" cy="1168586"/>
          </a:xfrm>
        </p:spPr>
      </p:pic>
    </p:spTree>
    <p:extLst>
      <p:ext uri="{BB962C8B-B14F-4D97-AF65-F5344CB8AC3E}">
        <p14:creationId xmlns:p14="http://schemas.microsoft.com/office/powerpoint/2010/main" val="36625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loud with icons&#10;&#10;AI-generated content may be incorrect.">
            <a:extLst>
              <a:ext uri="{FF2B5EF4-FFF2-40B4-BE49-F238E27FC236}">
                <a16:creationId xmlns:a16="http://schemas.microsoft.com/office/drawing/2014/main" id="{1FA7CD43-BA80-82DD-E644-E85660A8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95" y="741009"/>
            <a:ext cx="3617287" cy="315608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785BEF-5805-305A-23FF-1BB88D477F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/>
          <a:p>
            <a:r>
              <a:rPr lang="en-US"/>
              <a:t>Lesson 2: Secure Local Accounts and Passwords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DC3F4-DF86-6837-4352-BE6EBD4304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dirty="0"/>
              <a:t>2.1. Implement Windows Local Administrator Password Solution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dirty="0"/>
              <a:t>2.2. Configure password policies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dirty="0"/>
              <a:t>2.3. Implement Microsoft Entra Password Protection for AD DS </a:t>
            </a:r>
          </a:p>
        </p:txBody>
      </p:sp>
    </p:spTree>
    <p:extLst>
      <p:ext uri="{BB962C8B-B14F-4D97-AF65-F5344CB8AC3E}">
        <p14:creationId xmlns:p14="http://schemas.microsoft.com/office/powerpoint/2010/main" val="253948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2.1 Implement Windows Local Administrator Password Solution </a:t>
            </a:r>
          </a:p>
        </p:txBody>
      </p:sp>
    </p:spTree>
    <p:extLst>
      <p:ext uri="{BB962C8B-B14F-4D97-AF65-F5344CB8AC3E}">
        <p14:creationId xmlns:p14="http://schemas.microsoft.com/office/powerpoint/2010/main" val="48666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170696" cy="463628"/>
          </a:xfrm>
        </p:spPr>
        <p:txBody>
          <a:bodyPr/>
          <a:lstStyle/>
          <a:p>
            <a:r>
              <a:rPr lang="en-US" sz="2400" dirty="0"/>
              <a:t>Bridging from Lesson 1 (Core OS Security)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Secured-core Server is a Microsoft spec/badge/qualification that requires substantial server hardware investment</a:t>
            </a:r>
          </a:p>
          <a:p>
            <a:r>
              <a:rPr lang="en-US" sz="1800" dirty="0"/>
              <a:t>We can qualify our machines by using PowerShell and configure with Group Policy</a:t>
            </a:r>
          </a:p>
          <a:p>
            <a:r>
              <a:rPr lang="en-US" sz="1800" dirty="0" err="1"/>
              <a:t>OSConfig</a:t>
            </a:r>
            <a:r>
              <a:rPr lang="en-US" sz="1800" dirty="0"/>
              <a:t> is a security-specific “easy button” for server state configuration</a:t>
            </a:r>
          </a:p>
          <a:p>
            <a:pPr lvl="1"/>
            <a:r>
              <a:rPr lang="en-US" sz="1600" dirty="0"/>
              <a:t>One-command apply Security Compliance Toolkit (SCT) scenarios</a:t>
            </a:r>
          </a:p>
          <a:p>
            <a:pPr lvl="1"/>
            <a:r>
              <a:rPr lang="en-US" sz="1600" dirty="0"/>
              <a:t>PowerShell DSC is the “custom install” option</a:t>
            </a:r>
          </a:p>
        </p:txBody>
      </p:sp>
    </p:spTree>
    <p:extLst>
      <p:ext uri="{BB962C8B-B14F-4D97-AF65-F5344CB8AC3E}">
        <p14:creationId xmlns:p14="http://schemas.microsoft.com/office/powerpoint/2010/main" val="237101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170696" cy="463628"/>
          </a:xfrm>
        </p:spPr>
        <p:txBody>
          <a:bodyPr/>
          <a:lstStyle/>
          <a:p>
            <a:r>
              <a:rPr lang="en-US" sz="2400" dirty="0"/>
              <a:t>Strengthen AuthN with modern password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Legacy password practices create risk and overhead</a:t>
            </a:r>
          </a:p>
          <a:p>
            <a:r>
              <a:rPr lang="en-US" sz="1800" dirty="0"/>
              <a:t>Windows LAPS automates local admin password rotation</a:t>
            </a:r>
          </a:p>
          <a:p>
            <a:r>
              <a:rPr lang="en-US" sz="1800" dirty="0"/>
              <a:t>Fine-grained password policies tailor rules to user groups</a:t>
            </a:r>
          </a:p>
          <a:p>
            <a:r>
              <a:rPr lang="en-US" sz="1800" dirty="0"/>
              <a:t>Microsoft Entra Password Protection blocks weak passwords</a:t>
            </a:r>
          </a:p>
          <a:p>
            <a:r>
              <a:rPr lang="en-US" sz="1800" dirty="0"/>
              <a:t>Hybrid integration improves overall security posture</a:t>
            </a:r>
          </a:p>
        </p:txBody>
      </p:sp>
    </p:spTree>
    <p:extLst>
      <p:ext uri="{BB962C8B-B14F-4D97-AF65-F5344CB8AC3E}">
        <p14:creationId xmlns:p14="http://schemas.microsoft.com/office/powerpoint/2010/main" val="330446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local admin passwords automatically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Windows LAPS replaces legacy LAPS with modern integration</a:t>
            </a:r>
          </a:p>
          <a:p>
            <a:r>
              <a:rPr lang="en-US" sz="1800" dirty="0"/>
              <a:t>Supports both on-prem AD and Microsoft Entra ID</a:t>
            </a:r>
          </a:p>
          <a:p>
            <a:r>
              <a:rPr lang="en-US" sz="1800" dirty="0"/>
              <a:t>Passwords rotate automatically with configurable complexity</a:t>
            </a:r>
          </a:p>
          <a:p>
            <a:r>
              <a:rPr lang="en-US" sz="1800" dirty="0"/>
              <a:t>Secure retrieval via Windows Admin Center or PowerShell</a:t>
            </a:r>
          </a:p>
          <a:p>
            <a:r>
              <a:rPr lang="en-US" sz="1800" dirty="0"/>
              <a:t>Adventure Works enforces just-in-time emergency access for admins</a:t>
            </a:r>
          </a:p>
        </p:txBody>
      </p:sp>
    </p:spTree>
    <p:extLst>
      <p:ext uri="{BB962C8B-B14F-4D97-AF65-F5344CB8AC3E}">
        <p14:creationId xmlns:p14="http://schemas.microsoft.com/office/powerpoint/2010/main" val="174693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2.2 Configure password policies </a:t>
            </a:r>
          </a:p>
        </p:txBody>
      </p:sp>
    </p:spTree>
    <p:extLst>
      <p:ext uri="{BB962C8B-B14F-4D97-AF65-F5344CB8AC3E}">
        <p14:creationId xmlns:p14="http://schemas.microsoft.com/office/powerpoint/2010/main" val="1829040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166882" cy="463628"/>
          </a:xfrm>
        </p:spPr>
        <p:txBody>
          <a:bodyPr/>
          <a:lstStyle/>
          <a:p>
            <a:r>
              <a:rPr lang="en-US" sz="2400" dirty="0"/>
              <a:t>Apply different password requirements to user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Fine-grained password policies (FGPP) extend beyond domain defaults</a:t>
            </a:r>
          </a:p>
          <a:p>
            <a:r>
              <a:rPr lang="en-US" sz="1800" dirty="0"/>
              <a:t>Password Setting Objects (PSOs) define unique rules</a:t>
            </a:r>
          </a:p>
          <a:p>
            <a:r>
              <a:rPr lang="en-US" sz="1800" dirty="0"/>
              <a:t>Precedence values resolve conflicts across groups</a:t>
            </a:r>
          </a:p>
          <a:p>
            <a:r>
              <a:rPr lang="en-US" sz="1800" dirty="0"/>
              <a:t>History and minimum age settings prevent rapid reuse</a:t>
            </a:r>
          </a:p>
          <a:p>
            <a:r>
              <a:rPr lang="en-US" sz="1800" dirty="0"/>
              <a:t>Contoso applies stronger policies for executives vs. service accounts</a:t>
            </a:r>
          </a:p>
        </p:txBody>
      </p:sp>
    </p:spTree>
    <p:extLst>
      <p:ext uri="{BB962C8B-B14F-4D97-AF65-F5344CB8AC3E}">
        <p14:creationId xmlns:p14="http://schemas.microsoft.com/office/powerpoint/2010/main" val="385239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728E25-2743-C46D-AFBB-DFEF3C81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Fine-Grained </a:t>
            </a:r>
            <a:r>
              <a:rPr lang="en-US"/>
              <a:t>Password Policy </a:t>
            </a:r>
            <a:r>
              <a:rPr lang="en-US" dirty="0"/>
              <a:t>(FGPP)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235818-3DCF-FF07-ADC4-6B0E23D2D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29" y="667065"/>
            <a:ext cx="7046341" cy="413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9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>
                <a:solidFill>
                  <a:srgbClr val="0978D8"/>
                </a:solidFill>
              </a:rPr>
              <a:t>2.3 </a:t>
            </a:r>
            <a:r>
              <a:rPr lang="en-US" sz="3600" dirty="0">
                <a:solidFill>
                  <a:srgbClr val="0978D8"/>
                </a:solidFill>
              </a:rPr>
              <a:t>Implement Microsoft Entra Password Protection for AD DS </a:t>
            </a:r>
          </a:p>
        </p:txBody>
      </p:sp>
    </p:spTree>
    <p:extLst>
      <p:ext uri="{BB962C8B-B14F-4D97-AF65-F5344CB8AC3E}">
        <p14:creationId xmlns:p14="http://schemas.microsoft.com/office/powerpoint/2010/main" val="947907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350658" cy="463628"/>
          </a:xfrm>
        </p:spPr>
        <p:txBody>
          <a:bodyPr/>
          <a:lstStyle/>
          <a:p>
            <a:r>
              <a:rPr lang="en-US" sz="2400" dirty="0"/>
              <a:t>Prevent weak passwords with Entra Password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Microsoft Entra </a:t>
            </a:r>
            <a:r>
              <a:rPr lang="en-US" sz="1800"/>
              <a:t>Password Protection</a:t>
            </a:r>
          </a:p>
          <a:p>
            <a:r>
              <a:rPr lang="en-US" sz="1800"/>
              <a:t>DC </a:t>
            </a:r>
            <a:r>
              <a:rPr lang="en-US" sz="1800" dirty="0"/>
              <a:t>agents enforce banned password lists during password changes</a:t>
            </a:r>
          </a:p>
          <a:p>
            <a:r>
              <a:rPr lang="en-US" sz="1800" dirty="0"/>
              <a:t>Proxy services connect on-prem AD to Microsoft Entra</a:t>
            </a:r>
          </a:p>
          <a:p>
            <a:r>
              <a:rPr lang="en-US" sz="1800" dirty="0"/>
              <a:t>Global list blocks millions of common weak passwords</a:t>
            </a:r>
          </a:p>
          <a:p>
            <a:r>
              <a:rPr lang="en-US" sz="1800" dirty="0"/>
              <a:t>Custom lists stop organization-specific weak terms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monitors password protection events in the Azure portal</a:t>
            </a:r>
          </a:p>
        </p:txBody>
      </p:sp>
    </p:spTree>
    <p:extLst>
      <p:ext uri="{BB962C8B-B14F-4D97-AF65-F5344CB8AC3E}">
        <p14:creationId xmlns:p14="http://schemas.microsoft.com/office/powerpoint/2010/main" val="36816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728E25-2743-C46D-AFBB-DFEF3C81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Password Protection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C89781-E834-E140-8917-F2B82DB9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60" y="616016"/>
            <a:ext cx="6642080" cy="423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68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E237-BA0D-A6D7-ABE0-D6127420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title in sentence case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55EB2F-7448-A2AA-7CA9-989CB37A3F86}"/>
              </a:ext>
            </a:extLst>
          </p:cNvPr>
          <p:cNvSpPr/>
          <p:nvPr/>
        </p:nvSpPr>
        <p:spPr>
          <a:xfrm>
            <a:off x="2673037" y="4599417"/>
            <a:ext cx="3797925" cy="4636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Segoe Pro Display" panose="020B0502040504020203" pitchFamily="34" charset="0"/>
                <a:ea typeface="JetBrains Mono" panose="02000009000000000000" pitchFamily="49" charset="0"/>
                <a:cs typeface="Poppins Light" panose="00000400000000000000" pitchFamily="2" charset="0"/>
              </a:rPr>
              <a:t>go.techtrainertim.com/blah</a:t>
            </a:r>
          </a:p>
        </p:txBody>
      </p:sp>
    </p:spTree>
    <p:extLst>
      <p:ext uri="{BB962C8B-B14F-4D97-AF65-F5344CB8AC3E}">
        <p14:creationId xmlns:p14="http://schemas.microsoft.com/office/powerpoint/2010/main" val="408070556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sz="1200" b="0" baseline="0" dirty="0" smtClean="0">
            <a:solidFill>
              <a:srgbClr val="454D4E"/>
            </a:solidFill>
            <a:latin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01a101-02f8-4cb9-8ad4-ac4c2bb50a5e">
      <Terms xmlns="http://schemas.microsoft.com/office/infopath/2007/PartnerControls"/>
    </lcf76f155ced4ddcb4097134ff3c332f>
    <TaxCatchAll xmlns="53af226d-ba0a-4b77-ace2-7e16defb849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942DAA29B6641B847DD25AB6364DF" ma:contentTypeVersion="20" ma:contentTypeDescription="Create a new document." ma:contentTypeScope="" ma:versionID="e60464b2502f4f4c6d575a702f4efcf7">
  <xsd:schema xmlns:xsd="http://www.w3.org/2001/XMLSchema" xmlns:xs="http://www.w3.org/2001/XMLSchema" xmlns:p="http://schemas.microsoft.com/office/2006/metadata/properties" xmlns:ns1="http://schemas.microsoft.com/sharepoint/v3" xmlns:ns2="1501a101-02f8-4cb9-8ad4-ac4c2bb50a5e" xmlns:ns3="53af226d-ba0a-4b77-ace2-7e16defb8490" targetNamespace="http://schemas.microsoft.com/office/2006/metadata/properties" ma:root="true" ma:fieldsID="c75e329bb324eb7f1fd76e0ecf7fa1c1" ns1:_="" ns2:_="" ns3:_="">
    <xsd:import namespace="http://schemas.microsoft.com/sharepoint/v3"/>
    <xsd:import namespace="1501a101-02f8-4cb9-8ad4-ac4c2bb50a5e"/>
    <xsd:import namespace="53af226d-ba0a-4b77-ace2-7e16defb84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1a101-02f8-4cb9-8ad4-ac4c2bb50a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f226d-ba0a-4b77-ace2-7e16defb8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f1b6984-261b-4571-b7f9-8a6d366cc3e2}" ma:internalName="TaxCatchAll" ma:showField="CatchAllData" ma:web="53af226d-ba0a-4b77-ace2-7e16defb8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303C75-6DA1-4624-8E1F-10C605E5764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53af226d-ba0a-4b77-ace2-7e16defb8490"/>
    <ds:schemaRef ds:uri="1501a101-02f8-4cb9-8ad4-ac4c2bb50a5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B00C4515-5340-4DE1-8B85-BF156D3DEE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501a101-02f8-4cb9-8ad4-ac4c2bb50a5e"/>
    <ds:schemaRef ds:uri="53af226d-ba0a-4b77-ace2-7e16defb84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0C99BF-5DBB-4E5E-8232-1660DCDA7D8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cc434d7-97d0-47d3-b5c5-14fe0e33e34b}" enabled="0" method="" siteId="{8cc434d7-97d0-47d3-b5c5-14fe0e33e3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Press_PowerPoint Template (2023 Re-brand)</Template>
  <TotalTime>34709</TotalTime>
  <Words>1841</Words>
  <Application>Microsoft Office PowerPoint</Application>
  <PresentationFormat>On-screen Show (16:9)</PresentationFormat>
  <Paragraphs>134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Open Sans</vt:lpstr>
      <vt:lpstr>Segoe Pro Display</vt:lpstr>
      <vt:lpstr>Segoe UI</vt:lpstr>
      <vt:lpstr>Segoe UI Light</vt:lpstr>
      <vt:lpstr>Segoe UI Semilight</vt:lpstr>
      <vt:lpstr>Standard_LiveLessons_2017</vt:lpstr>
      <vt:lpstr>PowerPoint Presentation</vt:lpstr>
      <vt:lpstr>PowerPoint Presentation</vt:lpstr>
      <vt:lpstr>PowerPoint Presentation</vt:lpstr>
      <vt:lpstr>Bridging from Lesson 1 (Core OS Security)</vt:lpstr>
      <vt:lpstr>Strengthen AuthN with modern password management</vt:lpstr>
      <vt:lpstr>Manage local admin passwords automatically</vt:lpstr>
      <vt:lpstr>PowerPoint Presentation</vt:lpstr>
      <vt:lpstr>Apply different password requirements to user groups</vt:lpstr>
      <vt:lpstr>Fine-Grained Password Policy (FGPP)</vt:lpstr>
      <vt:lpstr>PowerPoint Presentation</vt:lpstr>
      <vt:lpstr>Prevent weak passwords with Entra Password Protection</vt:lpstr>
      <vt:lpstr>Entra Password Protection architecture</vt:lpstr>
      <vt:lpstr>Diagram title in sentence case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Tim Warner</cp:lastModifiedBy>
  <cp:revision>106</cp:revision>
  <dcterms:created xsi:type="dcterms:W3CDTF">2015-09-28T19:52:00Z</dcterms:created>
  <dcterms:modified xsi:type="dcterms:W3CDTF">2025-09-20T00:13:45Z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0x0101009EB942DAA29B6641B847DD25AB6364DF</vt:lpwstr>
  </property>
  <property fmtid="{D5CDD505-2E9C-101B-9397-08002B2CF9AE}" pid="3" name="MediaServiceImageTags">
    <vt:lpwstr/>
  </property>
  <property fmtid="{D5CDD505-2E9C-101B-9397-08002B2CF9AE}" pid="4" name="MSIP_Label_d31dd64d-da6b-43d5-9ac5-8dec692131c3_Enabled">
    <vt:lpwstr>true</vt:lpwstr>
  </property>
  <property fmtid="{D5CDD505-2E9C-101B-9397-08002B2CF9AE}" pid="5" name="MSIP_Label_d31dd64d-da6b-43d5-9ac5-8dec692131c3_SetDate">
    <vt:lpwstr>2024-02-18T18:18:25Z</vt:lpwstr>
  </property>
  <property fmtid="{D5CDD505-2E9C-101B-9397-08002B2CF9AE}" pid="6" name="MSIP_Label_d31dd64d-da6b-43d5-9ac5-8dec692131c3_Method">
    <vt:lpwstr>Standard</vt:lpwstr>
  </property>
  <property fmtid="{D5CDD505-2E9C-101B-9397-08002B2CF9AE}" pid="7" name="MSIP_Label_d31dd64d-da6b-43d5-9ac5-8dec692131c3_Name">
    <vt:lpwstr>General</vt:lpwstr>
  </property>
  <property fmtid="{D5CDD505-2E9C-101B-9397-08002B2CF9AE}" pid="8" name="MSIP_Label_d31dd64d-da6b-43d5-9ac5-8dec692131c3_SiteId">
    <vt:lpwstr>db1766ec-5540-4cde-ad8d-b2b59fb2ed8e</vt:lpwstr>
  </property>
  <property fmtid="{D5CDD505-2E9C-101B-9397-08002B2CF9AE}" pid="9" name="MSIP_Label_d31dd64d-da6b-43d5-9ac5-8dec692131c3_ActionId">
    <vt:lpwstr>e519282f-68ee-4290-b67d-67e40ded71bd</vt:lpwstr>
  </property>
  <property fmtid="{D5CDD505-2E9C-101B-9397-08002B2CF9AE}" pid="10" name="MSIP_Label_d31dd64d-da6b-43d5-9ac5-8dec692131c3_ContentBits">
    <vt:lpwstr>0</vt:lpwstr>
  </property>
</Properties>
</file>