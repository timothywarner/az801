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6" r:id="rId4"/>
  </p:sldMasterIdLst>
  <p:notesMasterIdLst>
    <p:notesMasterId r:id="rId21"/>
  </p:notesMasterIdLst>
  <p:sldIdLst>
    <p:sldId id="303" r:id="rId5"/>
    <p:sldId id="292" r:id="rId6"/>
    <p:sldId id="293" r:id="rId7"/>
    <p:sldId id="351" r:id="rId8"/>
    <p:sldId id="350" r:id="rId9"/>
    <p:sldId id="343" r:id="rId10"/>
    <p:sldId id="352" r:id="rId11"/>
    <p:sldId id="346" r:id="rId12"/>
    <p:sldId id="353" r:id="rId13"/>
    <p:sldId id="347" r:id="rId14"/>
    <p:sldId id="354" r:id="rId15"/>
    <p:sldId id="348" r:id="rId16"/>
    <p:sldId id="355" r:id="rId17"/>
    <p:sldId id="349" r:id="rId18"/>
    <p:sldId id="331" r:id="rId19"/>
    <p:sldId id="342" r:id="rId20"/>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4CB2919-E75C-EAE0-A7E3-E8766035CAC2}" name="Tim Warner" initials="TW" userId="1d9b2d89684621c1" providerId="Windows Live"/>
  <p188:author id="{955C4A35-E9B6-3146-066A-4404D53655C8}" name="scsjcain84" initials="sc" userId="S::scsjcain84_gmail.com#ext#@pearsoneducationinc.onmicrosoft.com::4399dd98-ee8b-4212-9001-7919755a3260"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Donelson, Sean" initials="DS" lastIdx="8" clrIdx="0">
    <p:extLst>
      <p:ext uri="{19B8F6BF-5375-455C-9EA6-DF929625EA0E}">
        <p15:presenceInfo xmlns:p15="http://schemas.microsoft.com/office/powerpoint/2012/main" userId="S::sean.donelson@pearson.com::3e21d0a5-01a9-4113-9b92-c184675e923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5A6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A9AE1E1-D24A-4CDF-9FA1-E930748B2313}" v="10" dt="2025-10-19T14:44:11.89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511" autoAdjust="0"/>
    <p:restoredTop sz="64871" autoAdjust="0"/>
  </p:normalViewPr>
  <p:slideViewPr>
    <p:cSldViewPr snapToGrid="0" snapToObjects="1">
      <p:cViewPr varScale="1">
        <p:scale>
          <a:sx n="123" d="100"/>
          <a:sy n="123" d="100"/>
        </p:scale>
        <p:origin x="2708" y="300"/>
      </p:cViewPr>
      <p:guideLst>
        <p:guide orient="horz" pos="1620"/>
        <p:guide pos="2880"/>
      </p:guideLst>
    </p:cSldViewPr>
  </p:slideViewPr>
  <p:outlineViewPr>
    <p:cViewPr>
      <p:scale>
        <a:sx n="33" d="100"/>
        <a:sy n="33" d="100"/>
      </p:scale>
      <p:origin x="0" y="-1756"/>
    </p:cViewPr>
  </p:outlineViewPr>
  <p:notesTextViewPr>
    <p:cViewPr>
      <p:scale>
        <a:sx n="100" d="100"/>
        <a:sy n="100" d="100"/>
      </p:scale>
      <p:origin x="0" y="0"/>
    </p:cViewPr>
  </p:notesTextViewPr>
  <p:sorterViewPr>
    <p:cViewPr>
      <p:scale>
        <a:sx n="150" d="100"/>
        <a:sy n="150" d="100"/>
      </p:scale>
      <p:origin x="0" y="0"/>
    </p:cViewPr>
  </p:sorterViewPr>
  <p:notesViewPr>
    <p:cSldViewPr snapToGrid="0" snapToObjects="1">
      <p:cViewPr varScale="1">
        <p:scale>
          <a:sx n="150" d="100"/>
          <a:sy n="150" d="100"/>
        </p:scale>
        <p:origin x="5840" y="16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commentAuthors" Target="commentAuthors.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im Warner" userId="1d9b2d89684621c1" providerId="LiveId" clId="{B5F1AAD0-ADAB-4083-A1A6-BF815195C21B}"/>
    <pc:docChg chg="addSld modSld">
      <pc:chgData name="Tim Warner" userId="1d9b2d89684621c1" providerId="LiveId" clId="{B5F1AAD0-ADAB-4083-A1A6-BF815195C21B}" dt="2025-06-24T21:06:10.912" v="50"/>
      <pc:docMkLst>
        <pc:docMk/>
      </pc:docMkLst>
      <pc:sldChg chg="modSp mod">
        <pc:chgData name="Tim Warner" userId="1d9b2d89684621c1" providerId="LiveId" clId="{B5F1AAD0-ADAB-4083-A1A6-BF815195C21B}" dt="2025-06-24T21:06:03.881" v="49"/>
        <pc:sldMkLst>
          <pc:docMk/>
          <pc:sldMk cId="578841353" sldId="347"/>
        </pc:sldMkLst>
      </pc:sldChg>
      <pc:sldChg chg="modSp add mod">
        <pc:chgData name="Tim Warner" userId="1d9b2d89684621c1" providerId="LiveId" clId="{B5F1AAD0-ADAB-4083-A1A6-BF815195C21B}" dt="2025-06-24T21:06:10.912" v="50"/>
        <pc:sldMkLst>
          <pc:docMk/>
          <pc:sldMk cId="3347137768" sldId="348"/>
        </pc:sldMkLst>
      </pc:sldChg>
    </pc:docChg>
  </pc:docChgLst>
  <pc:docChgLst>
    <pc:chgData name="Tim Warner" userId="1d9b2d89684621c1" providerId="LiveId" clId="{C5F4564D-62A0-4415-961F-8AF3A1378AC2}"/>
    <pc:docChg chg="modSld">
      <pc:chgData name="Tim Warner" userId="1d9b2d89684621c1" providerId="LiveId" clId="{C5F4564D-62A0-4415-961F-8AF3A1378AC2}" dt="2025-06-24T20:53:46.374" v="40"/>
      <pc:docMkLst>
        <pc:docMk/>
      </pc:docMkLst>
      <pc:sldChg chg="modSp mod">
        <pc:chgData name="Tim Warner" userId="1d9b2d89684621c1" providerId="LiveId" clId="{C5F4564D-62A0-4415-961F-8AF3A1378AC2}" dt="2025-06-24T20:53:46.374" v="40"/>
        <pc:sldMkLst>
          <pc:docMk/>
          <pc:sldMk cId="914007193" sldId="347"/>
        </pc:sldMkLst>
      </pc:sldChg>
    </pc:docChg>
  </pc:docChgLst>
  <pc:docChgLst>
    <pc:chgData name="scsjcain84" userId="S::scsjcain84_gmail.com#ext#@pearsoneducationinc.onmicrosoft.com::4399dd98-ee8b-4212-9001-7919755a3260" providerId="AD" clId="Web-{5EC06FD0-219E-4A60-944A-60A3F207E9F0}"/>
    <pc:docChg chg="">
      <pc:chgData name="scsjcain84" userId="S::scsjcain84_gmail.com#ext#@pearsoneducationinc.onmicrosoft.com::4399dd98-ee8b-4212-9001-7919755a3260" providerId="AD" clId="Web-{5EC06FD0-219E-4A60-944A-60A3F207E9F0}" dt="2023-12-15T08:40:15.373" v="0"/>
      <pc:docMkLst>
        <pc:docMk/>
      </pc:docMkLst>
      <pc:sldChg chg="modCm">
        <pc:chgData name="scsjcain84" userId="S::scsjcain84_gmail.com#ext#@pearsoneducationinc.onmicrosoft.com::4399dd98-ee8b-4212-9001-7919755a3260" providerId="AD" clId="Web-{5EC06FD0-219E-4A60-944A-60A3F207E9F0}" dt="2023-12-15T08:40:15.373" v="0"/>
        <pc:sldMkLst>
          <pc:docMk/>
          <pc:sldMk cId="2507876813" sldId="304"/>
        </pc:sldMkLst>
        <pc:extLst>
          <p:ext xmlns:p="http://schemas.openxmlformats.org/presentationml/2006/main" uri="{D6D511B9-2390-475A-947B-AFAB55BFBCF1}">
            <pc226:cmChg xmlns:pc226="http://schemas.microsoft.com/office/powerpoint/2022/06/main/command" chg="mod">
              <pc226:chgData name="scsjcain84" userId="S::scsjcain84_gmail.com#ext#@pearsoneducationinc.onmicrosoft.com::4399dd98-ee8b-4212-9001-7919755a3260" providerId="AD" clId="Web-{5EC06FD0-219E-4A60-944A-60A3F207E9F0}" dt="2023-12-15T08:40:15.373" v="0"/>
              <pc2:cmMkLst xmlns:pc2="http://schemas.microsoft.com/office/powerpoint/2019/9/main/command">
                <pc:docMk/>
                <pc:sldMk cId="2507876813" sldId="304"/>
                <pc2:cmMk id="{F9DC116C-7B99-44B4-A066-B9294A445BBE}"/>
              </pc2:cmMkLst>
            </pc226:cmChg>
          </p:ext>
        </pc:extLst>
      </pc:sldChg>
    </pc:docChg>
  </pc:docChgLst>
  <pc:docChgLst>
    <pc:chgData name="Tim Warner" userId="1d9b2d89684621c1" providerId="LiveId" clId="{9C1AC220-CD93-46E4-823F-E96AD2EFE762}"/>
    <pc:docChg chg="modSld">
      <pc:chgData name="Tim Warner" userId="1d9b2d89684621c1" providerId="LiveId" clId="{9C1AC220-CD93-46E4-823F-E96AD2EFE762}" dt="2025-10-19T14:45:02.018" v="44" actId="20577"/>
      <pc:docMkLst>
        <pc:docMk/>
      </pc:docMkLst>
      <pc:sldChg chg="modNotesTx">
        <pc:chgData name="Tim Warner" userId="1d9b2d89684621c1" providerId="LiveId" clId="{9C1AC220-CD93-46E4-823F-E96AD2EFE762}" dt="2025-10-19T14:44:18.531" v="14" actId="20577"/>
        <pc:sldMkLst>
          <pc:docMk/>
          <pc:sldMk cId="4092314469" sldId="331"/>
        </pc:sldMkLst>
      </pc:sldChg>
      <pc:sldChg chg="modNotesTx">
        <pc:chgData name="Tim Warner" userId="1d9b2d89684621c1" providerId="LiveId" clId="{9C1AC220-CD93-46E4-823F-E96AD2EFE762}" dt="2025-10-19T14:45:02.018" v="44" actId="20577"/>
        <pc:sldMkLst>
          <pc:docMk/>
          <pc:sldMk cId="1721436213" sldId="350"/>
        </pc:sldMkLst>
      </pc:sldChg>
      <pc:sldChg chg="modNotesTx">
        <pc:chgData name="Tim Warner" userId="1d9b2d89684621c1" providerId="LiveId" clId="{9C1AC220-CD93-46E4-823F-E96AD2EFE762}" dt="2025-10-19T14:41:55.242" v="8" actId="20577"/>
        <pc:sldMkLst>
          <pc:docMk/>
          <pc:sldMk cId="1992443602" sldId="351"/>
        </pc:sldMkLst>
      </pc:sldChg>
      <pc:sldChg chg="modNotesTx">
        <pc:chgData name="Tim Warner" userId="1d9b2d89684621c1" providerId="LiveId" clId="{9C1AC220-CD93-46E4-823F-E96AD2EFE762}" dt="2025-10-19T14:44:51.674" v="37" actId="20577"/>
        <pc:sldMkLst>
          <pc:docMk/>
          <pc:sldMk cId="4054043454" sldId="352"/>
        </pc:sldMkLst>
      </pc:sldChg>
      <pc:sldChg chg="modNotesTx">
        <pc:chgData name="Tim Warner" userId="1d9b2d89684621c1" providerId="LiveId" clId="{9C1AC220-CD93-46E4-823F-E96AD2EFE762}" dt="2025-10-19T14:44:43.858" v="32" actId="20577"/>
        <pc:sldMkLst>
          <pc:docMk/>
          <pc:sldMk cId="1971581752" sldId="353"/>
        </pc:sldMkLst>
      </pc:sldChg>
      <pc:sldChg chg="modNotesTx">
        <pc:chgData name="Tim Warner" userId="1d9b2d89684621c1" providerId="LiveId" clId="{9C1AC220-CD93-46E4-823F-E96AD2EFE762}" dt="2025-10-19T14:44:35.322" v="26" actId="20577"/>
        <pc:sldMkLst>
          <pc:docMk/>
          <pc:sldMk cId="2062715396" sldId="354"/>
        </pc:sldMkLst>
      </pc:sldChg>
      <pc:sldChg chg="modNotesTx">
        <pc:chgData name="Tim Warner" userId="1d9b2d89684621c1" providerId="LiveId" clId="{9C1AC220-CD93-46E4-823F-E96AD2EFE762}" dt="2025-10-19T14:44:26.154" v="20" actId="20577"/>
        <pc:sldMkLst>
          <pc:docMk/>
          <pc:sldMk cId="449905584" sldId="355"/>
        </pc:sldMkLst>
      </pc:sldChg>
    </pc:docChg>
  </pc:docChgLst>
  <pc:docChgLst>
    <pc:chgData name="Tim Warner" userId="1d9b2d89684621c1" providerId="LiveId" clId="{CADB1D46-7252-45D7-9D19-151817DC0A18}"/>
    <pc:docChg chg="custSel addSld delSld modSld sldOrd">
      <pc:chgData name="Tim Warner" userId="1d9b2d89684621c1" providerId="LiveId" clId="{CADB1D46-7252-45D7-9D19-151817DC0A18}" dt="2025-06-21T15:14:02.879" v="325" actId="20577"/>
      <pc:docMkLst>
        <pc:docMk/>
      </pc:docMkLst>
      <pc:sldChg chg="addSp delSp modSp mod modNotesTx">
        <pc:chgData name="Tim Warner" userId="1d9b2d89684621c1" providerId="LiveId" clId="{CADB1D46-7252-45D7-9D19-151817DC0A18}" dt="2025-06-21T15:13:06.135" v="318" actId="20577"/>
        <pc:sldMkLst>
          <pc:docMk/>
          <pc:sldMk cId="2539485740" sldId="292"/>
        </pc:sldMkLst>
      </pc:sldChg>
      <pc:sldChg chg="modSp mod">
        <pc:chgData name="Tim Warner" userId="1d9b2d89684621c1" providerId="LiveId" clId="{CADB1D46-7252-45D7-9D19-151817DC0A18}" dt="2025-06-21T15:13:28.197" v="321"/>
        <pc:sldMkLst>
          <pc:docMk/>
          <pc:sldMk cId="486668636" sldId="293"/>
        </pc:sldMkLst>
      </pc:sldChg>
      <pc:sldChg chg="modSp mod">
        <pc:chgData name="Tim Warner" userId="1d9b2d89684621c1" providerId="LiveId" clId="{CADB1D46-7252-45D7-9D19-151817DC0A18}" dt="2025-06-21T15:04:00.366" v="54" actId="20577"/>
        <pc:sldMkLst>
          <pc:docMk/>
          <pc:sldMk cId="3662525184" sldId="303"/>
        </pc:sldMkLst>
      </pc:sldChg>
      <pc:sldChg chg="del">
        <pc:chgData name="Tim Warner" userId="1d9b2d89684621c1" providerId="LiveId" clId="{CADB1D46-7252-45D7-9D19-151817DC0A18}" dt="2025-06-21T15:06:24.665" v="60" actId="47"/>
        <pc:sldMkLst>
          <pc:docMk/>
          <pc:sldMk cId="1061264812" sldId="326"/>
        </pc:sldMkLst>
      </pc:sldChg>
      <pc:sldChg chg="del">
        <pc:chgData name="Tim Warner" userId="1d9b2d89684621c1" providerId="LiveId" clId="{CADB1D46-7252-45D7-9D19-151817DC0A18}" dt="2025-06-21T15:06:24.665" v="60" actId="47"/>
        <pc:sldMkLst>
          <pc:docMk/>
          <pc:sldMk cId="4082615972" sldId="328"/>
        </pc:sldMkLst>
      </pc:sldChg>
      <pc:sldChg chg="del">
        <pc:chgData name="Tim Warner" userId="1d9b2d89684621c1" providerId="LiveId" clId="{CADB1D46-7252-45D7-9D19-151817DC0A18}" dt="2025-06-21T15:06:24.665" v="60" actId="47"/>
        <pc:sldMkLst>
          <pc:docMk/>
          <pc:sldMk cId="55801264" sldId="330"/>
        </pc:sldMkLst>
      </pc:sldChg>
      <pc:sldChg chg="modSp mod ord modAnim">
        <pc:chgData name="Tim Warner" userId="1d9b2d89684621c1" providerId="LiveId" clId="{CADB1D46-7252-45D7-9D19-151817DC0A18}" dt="2025-06-21T15:07:02.591" v="147" actId="14100"/>
        <pc:sldMkLst>
          <pc:docMk/>
          <pc:sldMk cId="4092314469" sldId="331"/>
        </pc:sldMkLst>
      </pc:sldChg>
      <pc:sldChg chg="del">
        <pc:chgData name="Tim Warner" userId="1d9b2d89684621c1" providerId="LiveId" clId="{CADB1D46-7252-45D7-9D19-151817DC0A18}" dt="2025-06-21T15:06:24.665" v="60" actId="47"/>
        <pc:sldMkLst>
          <pc:docMk/>
          <pc:sldMk cId="2913861116" sldId="332"/>
        </pc:sldMkLst>
      </pc:sldChg>
      <pc:sldChg chg="del">
        <pc:chgData name="Tim Warner" userId="1d9b2d89684621c1" providerId="LiveId" clId="{CADB1D46-7252-45D7-9D19-151817DC0A18}" dt="2025-06-21T15:06:24.665" v="60" actId="47"/>
        <pc:sldMkLst>
          <pc:docMk/>
          <pc:sldMk cId="1635652136" sldId="333"/>
        </pc:sldMkLst>
      </pc:sldChg>
      <pc:sldChg chg="del">
        <pc:chgData name="Tim Warner" userId="1d9b2d89684621c1" providerId="LiveId" clId="{CADB1D46-7252-45D7-9D19-151817DC0A18}" dt="2025-06-21T15:06:24.665" v="60" actId="47"/>
        <pc:sldMkLst>
          <pc:docMk/>
          <pc:sldMk cId="3777493193" sldId="334"/>
        </pc:sldMkLst>
      </pc:sldChg>
      <pc:sldChg chg="del">
        <pc:chgData name="Tim Warner" userId="1d9b2d89684621c1" providerId="LiveId" clId="{CADB1D46-7252-45D7-9D19-151817DC0A18}" dt="2025-06-21T15:06:24.665" v="60" actId="47"/>
        <pc:sldMkLst>
          <pc:docMk/>
          <pc:sldMk cId="3654406668" sldId="335"/>
        </pc:sldMkLst>
      </pc:sldChg>
      <pc:sldChg chg="del">
        <pc:chgData name="Tim Warner" userId="1d9b2d89684621c1" providerId="LiveId" clId="{CADB1D46-7252-45D7-9D19-151817DC0A18}" dt="2025-06-21T15:06:24.665" v="60" actId="47"/>
        <pc:sldMkLst>
          <pc:docMk/>
          <pc:sldMk cId="1056272041" sldId="336"/>
        </pc:sldMkLst>
      </pc:sldChg>
      <pc:sldChg chg="del">
        <pc:chgData name="Tim Warner" userId="1d9b2d89684621c1" providerId="LiveId" clId="{CADB1D46-7252-45D7-9D19-151817DC0A18}" dt="2025-06-21T15:06:24.665" v="60" actId="47"/>
        <pc:sldMkLst>
          <pc:docMk/>
          <pc:sldMk cId="754597853" sldId="337"/>
        </pc:sldMkLst>
      </pc:sldChg>
      <pc:sldChg chg="del">
        <pc:chgData name="Tim Warner" userId="1d9b2d89684621c1" providerId="LiveId" clId="{CADB1D46-7252-45D7-9D19-151817DC0A18}" dt="2025-06-21T15:06:24.665" v="60" actId="47"/>
        <pc:sldMkLst>
          <pc:docMk/>
          <pc:sldMk cId="180794652" sldId="338"/>
        </pc:sldMkLst>
      </pc:sldChg>
      <pc:sldChg chg="del">
        <pc:chgData name="Tim Warner" userId="1d9b2d89684621c1" providerId="LiveId" clId="{CADB1D46-7252-45D7-9D19-151817DC0A18}" dt="2025-06-21T15:06:24.665" v="60" actId="47"/>
        <pc:sldMkLst>
          <pc:docMk/>
          <pc:sldMk cId="3976232242" sldId="339"/>
        </pc:sldMkLst>
      </pc:sldChg>
      <pc:sldChg chg="del">
        <pc:chgData name="Tim Warner" userId="1d9b2d89684621c1" providerId="LiveId" clId="{CADB1D46-7252-45D7-9D19-151817DC0A18}" dt="2025-06-21T15:06:24.665" v="60" actId="47"/>
        <pc:sldMkLst>
          <pc:docMk/>
          <pc:sldMk cId="4040746147" sldId="340"/>
        </pc:sldMkLst>
      </pc:sldChg>
      <pc:sldChg chg="del">
        <pc:chgData name="Tim Warner" userId="1d9b2d89684621c1" providerId="LiveId" clId="{CADB1D46-7252-45D7-9D19-151817DC0A18}" dt="2025-06-21T15:06:24.665" v="60" actId="47"/>
        <pc:sldMkLst>
          <pc:docMk/>
          <pc:sldMk cId="4170127553" sldId="341"/>
        </pc:sldMkLst>
      </pc:sldChg>
      <pc:sldChg chg="delSp modSp mod ord">
        <pc:chgData name="Tim Warner" userId="1d9b2d89684621c1" providerId="LiveId" clId="{CADB1D46-7252-45D7-9D19-151817DC0A18}" dt="2025-06-21T15:08:44.441" v="198" actId="1076"/>
        <pc:sldMkLst>
          <pc:docMk/>
          <pc:sldMk cId="4080705565" sldId="342"/>
        </pc:sldMkLst>
      </pc:sldChg>
      <pc:sldChg chg="modSp add mod">
        <pc:chgData name="Tim Warner" userId="1d9b2d89684621c1" providerId="LiveId" clId="{CADB1D46-7252-45D7-9D19-151817DC0A18}" dt="2025-06-21T15:14:02.879" v="325" actId="20577"/>
        <pc:sldMkLst>
          <pc:docMk/>
          <pc:sldMk cId="3522158024" sldId="343"/>
        </pc:sldMkLst>
      </pc:sldChg>
      <pc:sldChg chg="addSp delSp modSp add del mod">
        <pc:chgData name="Tim Warner" userId="1d9b2d89684621c1" providerId="LiveId" clId="{CADB1D46-7252-45D7-9D19-151817DC0A18}" dt="2025-06-21T15:12:04.409" v="215" actId="2696"/>
        <pc:sldMkLst>
          <pc:docMk/>
          <pc:sldMk cId="3523129307" sldId="343"/>
        </pc:sldMkLst>
      </pc:sldChg>
      <pc:sldChg chg="modSp add mod">
        <pc:chgData name="Tim Warner" userId="1d9b2d89684621c1" providerId="LiveId" clId="{CADB1D46-7252-45D7-9D19-151817DC0A18}" dt="2025-06-21T15:13:35.814" v="322"/>
        <pc:sldMkLst>
          <pc:docMk/>
          <pc:sldMk cId="2930118785" sldId="344"/>
        </pc:sldMkLst>
      </pc:sldChg>
    </pc:docChg>
  </pc:docChgLst>
  <pc:docChgLst>
    <pc:chgData name="Tim Warner" userId="1d9b2d89684621c1" providerId="LiveId" clId="{1BBEDE25-CA5A-4F77-AD89-1AE3212ED171}"/>
    <pc:docChg chg="delSld modSld">
      <pc:chgData name="Tim Warner" userId="1d9b2d89684621c1" providerId="LiveId" clId="{1BBEDE25-CA5A-4F77-AD89-1AE3212ED171}" dt="2025-06-24T21:37:17.511" v="38"/>
      <pc:docMkLst>
        <pc:docMk/>
      </pc:docMkLst>
      <pc:sldChg chg="modSp mod">
        <pc:chgData name="Tim Warner" userId="1d9b2d89684621c1" providerId="LiveId" clId="{1BBEDE25-CA5A-4F77-AD89-1AE3212ED171}" dt="2025-06-24T21:36:53.651" v="34" actId="403"/>
        <pc:sldMkLst>
          <pc:docMk/>
          <pc:sldMk cId="2539485740" sldId="292"/>
        </pc:sldMkLst>
      </pc:sldChg>
      <pc:sldChg chg="modSp mod">
        <pc:chgData name="Tim Warner" userId="1d9b2d89684621c1" providerId="LiveId" clId="{1BBEDE25-CA5A-4F77-AD89-1AE3212ED171}" dt="2025-06-24T21:37:04.800" v="36"/>
        <pc:sldMkLst>
          <pc:docMk/>
          <pc:sldMk cId="486668636" sldId="293"/>
        </pc:sldMkLst>
      </pc:sldChg>
      <pc:sldChg chg="modSp mod">
        <pc:chgData name="Tim Warner" userId="1d9b2d89684621c1" providerId="LiveId" clId="{1BBEDE25-CA5A-4F77-AD89-1AE3212ED171}" dt="2025-06-24T21:37:11.483" v="37"/>
        <pc:sldMkLst>
          <pc:docMk/>
          <pc:sldMk cId="1829040019" sldId="343"/>
        </pc:sldMkLst>
      </pc:sldChg>
      <pc:sldChg chg="modSp mod">
        <pc:chgData name="Tim Warner" userId="1d9b2d89684621c1" providerId="LiveId" clId="{1BBEDE25-CA5A-4F77-AD89-1AE3212ED171}" dt="2025-06-24T21:37:17.511" v="38"/>
        <pc:sldMkLst>
          <pc:docMk/>
          <pc:sldMk cId="947907938" sldId="346"/>
        </pc:sldMkLst>
      </pc:sldChg>
      <pc:sldChg chg="del">
        <pc:chgData name="Tim Warner" userId="1d9b2d89684621c1" providerId="LiveId" clId="{1BBEDE25-CA5A-4F77-AD89-1AE3212ED171}" dt="2025-06-24T21:36:57.597" v="35" actId="2696"/>
        <pc:sldMkLst>
          <pc:docMk/>
          <pc:sldMk cId="667037779" sldId="347"/>
        </pc:sldMkLst>
      </pc:sldChg>
      <pc:sldChg chg="del">
        <pc:chgData name="Tim Warner" userId="1d9b2d89684621c1" providerId="LiveId" clId="{1BBEDE25-CA5A-4F77-AD89-1AE3212ED171}" dt="2025-06-24T21:36:57.597" v="35" actId="2696"/>
        <pc:sldMkLst>
          <pc:docMk/>
          <pc:sldMk cId="591404376" sldId="348"/>
        </pc:sldMkLst>
      </pc:sldChg>
    </pc:docChg>
  </pc:docChgLst>
  <pc:docChgLst>
    <pc:chgData name="Tim Warner" userId="1d9b2d89684621c1" providerId="LiveId" clId="{9A7F7F4D-19DD-4660-B7A4-5A018234B85D}"/>
    <pc:docChg chg="delSld modSld">
      <pc:chgData name="Tim Warner" userId="1d9b2d89684621c1" providerId="LiveId" clId="{9A7F7F4D-19DD-4660-B7A4-5A018234B85D}" dt="2025-06-24T21:11:54.225" v="37"/>
      <pc:docMkLst>
        <pc:docMk/>
      </pc:docMkLst>
      <pc:sldChg chg="modSp mod">
        <pc:chgData name="Tim Warner" userId="1d9b2d89684621c1" providerId="LiveId" clId="{9A7F7F4D-19DD-4660-B7A4-5A018234B85D}" dt="2025-06-24T21:11:54.225" v="37"/>
        <pc:sldMkLst>
          <pc:docMk/>
          <pc:sldMk cId="578841353" sldId="347"/>
        </pc:sldMkLst>
      </pc:sldChg>
      <pc:sldChg chg="del">
        <pc:chgData name="Tim Warner" userId="1d9b2d89684621c1" providerId="LiveId" clId="{9A7F7F4D-19DD-4660-B7A4-5A018234B85D}" dt="2025-06-24T21:11:24.612" v="33" actId="2696"/>
        <pc:sldMkLst>
          <pc:docMk/>
          <pc:sldMk cId="2481810106" sldId="348"/>
        </pc:sldMkLst>
      </pc:sldChg>
      <pc:sldChg chg="del">
        <pc:chgData name="Tim Warner" userId="1d9b2d89684621c1" providerId="LiveId" clId="{9A7F7F4D-19DD-4660-B7A4-5A018234B85D}" dt="2025-06-24T21:11:24.612" v="33" actId="2696"/>
        <pc:sldMkLst>
          <pc:docMk/>
          <pc:sldMk cId="2982385580" sldId="349"/>
        </pc:sldMkLst>
      </pc:sldChg>
    </pc:docChg>
  </pc:docChgLst>
  <pc:docChgLst>
    <pc:chgData name="Tim Warner" userId="1d9b2d89684621c1" providerId="LiveId" clId="{9EE537F5-4492-46A9-8A6E-F6D0D797EC45}"/>
    <pc:docChg chg="undo redo custSel addSld delSld modSld sldOrd">
      <pc:chgData name="Tim Warner" userId="1d9b2d89684621c1" providerId="LiveId" clId="{9EE537F5-4492-46A9-8A6E-F6D0D797EC45}" dt="2023-12-18T22:23:52.550" v="1866" actId="1076"/>
      <pc:docMkLst>
        <pc:docMk/>
      </pc:docMkLst>
      <pc:sldChg chg="del">
        <pc:chgData name="Tim Warner" userId="1d9b2d89684621c1" providerId="LiveId" clId="{9EE537F5-4492-46A9-8A6E-F6D0D797EC45}" dt="2023-12-07T13:21:45.177" v="15" actId="47"/>
        <pc:sldMkLst>
          <pc:docMk/>
          <pc:sldMk cId="1359141524" sldId="269"/>
        </pc:sldMkLst>
      </pc:sldChg>
      <pc:sldChg chg="del">
        <pc:chgData name="Tim Warner" userId="1d9b2d89684621c1" providerId="LiveId" clId="{9EE537F5-4492-46A9-8A6E-F6D0D797EC45}" dt="2023-12-07T13:21:45.177" v="15" actId="47"/>
        <pc:sldMkLst>
          <pc:docMk/>
          <pc:sldMk cId="1132663081" sldId="280"/>
        </pc:sldMkLst>
      </pc:sldChg>
      <pc:sldChg chg="del">
        <pc:chgData name="Tim Warner" userId="1d9b2d89684621c1" providerId="LiveId" clId="{9EE537F5-4492-46A9-8A6E-F6D0D797EC45}" dt="2023-12-07T13:21:45.177" v="15" actId="47"/>
        <pc:sldMkLst>
          <pc:docMk/>
          <pc:sldMk cId="3198364927" sldId="281"/>
        </pc:sldMkLst>
      </pc:sldChg>
      <pc:sldChg chg="del">
        <pc:chgData name="Tim Warner" userId="1d9b2d89684621c1" providerId="LiveId" clId="{9EE537F5-4492-46A9-8A6E-F6D0D797EC45}" dt="2023-12-07T13:26:14.928" v="85" actId="47"/>
        <pc:sldMkLst>
          <pc:docMk/>
          <pc:sldMk cId="3782181354" sldId="283"/>
        </pc:sldMkLst>
      </pc:sldChg>
      <pc:sldChg chg="del">
        <pc:chgData name="Tim Warner" userId="1d9b2d89684621c1" providerId="LiveId" clId="{9EE537F5-4492-46A9-8A6E-F6D0D797EC45}" dt="2023-12-07T13:21:58.595" v="16" actId="47"/>
        <pc:sldMkLst>
          <pc:docMk/>
          <pc:sldMk cId="2081080801" sldId="284"/>
        </pc:sldMkLst>
      </pc:sldChg>
      <pc:sldChg chg="del">
        <pc:chgData name="Tim Warner" userId="1d9b2d89684621c1" providerId="LiveId" clId="{9EE537F5-4492-46A9-8A6E-F6D0D797EC45}" dt="2023-12-07T13:21:58.595" v="16" actId="47"/>
        <pc:sldMkLst>
          <pc:docMk/>
          <pc:sldMk cId="2282038944" sldId="285"/>
        </pc:sldMkLst>
      </pc:sldChg>
      <pc:sldChg chg="modSp mod ord">
        <pc:chgData name="Tim Warner" userId="1d9b2d89684621c1" providerId="LiveId" clId="{9EE537F5-4492-46A9-8A6E-F6D0D797EC45}" dt="2023-12-11T15:13:43.547" v="1305" actId="20577"/>
        <pc:sldMkLst>
          <pc:docMk/>
          <pc:sldMk cId="921485155" sldId="286"/>
        </pc:sldMkLst>
      </pc:sldChg>
      <pc:sldChg chg="del">
        <pc:chgData name="Tim Warner" userId="1d9b2d89684621c1" providerId="LiveId" clId="{9EE537F5-4492-46A9-8A6E-F6D0D797EC45}" dt="2023-12-07T13:21:45.177" v="15" actId="47"/>
        <pc:sldMkLst>
          <pc:docMk/>
          <pc:sldMk cId="558020541" sldId="287"/>
        </pc:sldMkLst>
      </pc:sldChg>
      <pc:sldChg chg="del">
        <pc:chgData name="Tim Warner" userId="1d9b2d89684621c1" providerId="LiveId" clId="{9EE537F5-4492-46A9-8A6E-F6D0D797EC45}" dt="2023-12-07T13:21:45.177" v="15" actId="47"/>
        <pc:sldMkLst>
          <pc:docMk/>
          <pc:sldMk cId="3445464586" sldId="288"/>
        </pc:sldMkLst>
      </pc:sldChg>
      <pc:sldChg chg="del">
        <pc:chgData name="Tim Warner" userId="1d9b2d89684621c1" providerId="LiveId" clId="{9EE537F5-4492-46A9-8A6E-F6D0D797EC45}" dt="2023-12-07T13:21:45.177" v="15" actId="47"/>
        <pc:sldMkLst>
          <pc:docMk/>
          <pc:sldMk cId="2882273727" sldId="289"/>
        </pc:sldMkLst>
      </pc:sldChg>
      <pc:sldChg chg="del">
        <pc:chgData name="Tim Warner" userId="1d9b2d89684621c1" providerId="LiveId" clId="{9EE537F5-4492-46A9-8A6E-F6D0D797EC45}" dt="2023-12-07T13:21:45.177" v="15" actId="47"/>
        <pc:sldMkLst>
          <pc:docMk/>
          <pc:sldMk cId="811801111" sldId="290"/>
        </pc:sldMkLst>
      </pc:sldChg>
      <pc:sldChg chg="del">
        <pc:chgData name="Tim Warner" userId="1d9b2d89684621c1" providerId="LiveId" clId="{9EE537F5-4492-46A9-8A6E-F6D0D797EC45}" dt="2023-12-07T13:21:45.177" v="15" actId="47"/>
        <pc:sldMkLst>
          <pc:docMk/>
          <pc:sldMk cId="2200105640" sldId="291"/>
        </pc:sldMkLst>
      </pc:sldChg>
      <pc:sldChg chg="modSp add mod">
        <pc:chgData name="Tim Warner" userId="1d9b2d89684621c1" providerId="LiveId" clId="{9EE537F5-4492-46A9-8A6E-F6D0D797EC45}" dt="2023-12-07T13:27:44.664" v="168" actId="20577"/>
        <pc:sldMkLst>
          <pc:docMk/>
          <pc:sldMk cId="4076051784" sldId="294"/>
        </pc:sldMkLst>
      </pc:sldChg>
      <pc:sldChg chg="addSp delSp modSp add mod">
        <pc:chgData name="Tim Warner" userId="1d9b2d89684621c1" providerId="LiveId" clId="{9EE537F5-4492-46A9-8A6E-F6D0D797EC45}" dt="2023-12-18T22:20:45.573" v="1760" actId="478"/>
        <pc:sldMkLst>
          <pc:docMk/>
          <pc:sldMk cId="3012217069" sldId="295"/>
        </pc:sldMkLst>
      </pc:sldChg>
      <pc:sldChg chg="modSp add mod">
        <pc:chgData name="Tim Warner" userId="1d9b2d89684621c1" providerId="LiveId" clId="{9EE537F5-4492-46A9-8A6E-F6D0D797EC45}" dt="2023-12-07T13:28:03.071" v="189" actId="20577"/>
        <pc:sldMkLst>
          <pc:docMk/>
          <pc:sldMk cId="3233535526" sldId="296"/>
        </pc:sldMkLst>
      </pc:sldChg>
      <pc:sldChg chg="addSp delSp modSp add mod">
        <pc:chgData name="Tim Warner" userId="1d9b2d89684621c1" providerId="LiveId" clId="{9EE537F5-4492-46A9-8A6E-F6D0D797EC45}" dt="2023-12-18T22:21:16.795" v="1766" actId="21"/>
        <pc:sldMkLst>
          <pc:docMk/>
          <pc:sldMk cId="432470322" sldId="297"/>
        </pc:sldMkLst>
      </pc:sldChg>
      <pc:sldChg chg="modSp add mod">
        <pc:chgData name="Tim Warner" userId="1d9b2d89684621c1" providerId="LiveId" clId="{9EE537F5-4492-46A9-8A6E-F6D0D797EC45}" dt="2023-12-07T13:28:16.186" v="208" actId="20577"/>
        <pc:sldMkLst>
          <pc:docMk/>
          <pc:sldMk cId="377717918" sldId="298"/>
        </pc:sldMkLst>
      </pc:sldChg>
      <pc:sldChg chg="addSp delSp modSp add mod">
        <pc:chgData name="Tim Warner" userId="1d9b2d89684621c1" providerId="LiveId" clId="{9EE537F5-4492-46A9-8A6E-F6D0D797EC45}" dt="2023-12-18T22:22:27.623" v="1855" actId="478"/>
        <pc:sldMkLst>
          <pc:docMk/>
          <pc:sldMk cId="1440321308" sldId="299"/>
        </pc:sldMkLst>
      </pc:sldChg>
      <pc:sldChg chg="modSp add mod">
        <pc:chgData name="Tim Warner" userId="1d9b2d89684621c1" providerId="LiveId" clId="{9EE537F5-4492-46A9-8A6E-F6D0D797EC45}" dt="2023-12-07T13:28:32.755" v="210" actId="1076"/>
        <pc:sldMkLst>
          <pc:docMk/>
          <pc:sldMk cId="490186796" sldId="300"/>
        </pc:sldMkLst>
      </pc:sldChg>
      <pc:sldChg chg="addSp delSp modSp add mod">
        <pc:chgData name="Tim Warner" userId="1d9b2d89684621c1" providerId="LiveId" clId="{9EE537F5-4492-46A9-8A6E-F6D0D797EC45}" dt="2023-12-18T22:23:25.095" v="1862" actId="113"/>
        <pc:sldMkLst>
          <pc:docMk/>
          <pc:sldMk cId="2614713382" sldId="301"/>
        </pc:sldMkLst>
      </pc:sldChg>
      <pc:sldChg chg="addSp delSp modSp new mod modClrScheme chgLayout">
        <pc:chgData name="Tim Warner" userId="1d9b2d89684621c1" providerId="LiveId" clId="{9EE537F5-4492-46A9-8A6E-F6D0D797EC45}" dt="2023-12-11T15:16:57.417" v="1611" actId="20577"/>
        <pc:sldMkLst>
          <pc:docMk/>
          <pc:sldMk cId="378133628" sldId="302"/>
        </pc:sldMkLst>
      </pc:sldChg>
      <pc:sldChg chg="addSp delSp modSp new mod chgLayout">
        <pc:chgData name="Tim Warner" userId="1d9b2d89684621c1" providerId="LiveId" clId="{9EE537F5-4492-46A9-8A6E-F6D0D797EC45}" dt="2023-12-07T13:31:06.281" v="338" actId="1076"/>
        <pc:sldMkLst>
          <pc:docMk/>
          <pc:sldMk cId="3662525184" sldId="303"/>
        </pc:sldMkLst>
      </pc:sldChg>
      <pc:sldChg chg="modSp add mod modCm">
        <pc:chgData name="Tim Warner" userId="1d9b2d89684621c1" providerId="LiveId" clId="{9EE537F5-4492-46A9-8A6E-F6D0D797EC45}" dt="2023-12-13T19:36:36.209" v="1697" actId="20577"/>
        <pc:sldMkLst>
          <pc:docMk/>
          <pc:sldMk cId="2507876813" sldId="304"/>
        </pc:sldMkLst>
        <pc:extLst>
          <p:ext xmlns:p="http://schemas.openxmlformats.org/presentationml/2006/main" uri="{D6D511B9-2390-475A-947B-AFAB55BFBCF1}">
            <pc226:cmChg xmlns:pc226="http://schemas.microsoft.com/office/powerpoint/2022/06/main/command" chg="">
              <pc226:chgData name="Tim Warner" userId="1d9b2d89684621c1" providerId="LiveId" clId="{9EE537F5-4492-46A9-8A6E-F6D0D797EC45}" dt="2023-12-13T19:35:32.612" v="1627"/>
              <pc2:cmMkLst xmlns:pc2="http://schemas.microsoft.com/office/powerpoint/2019/9/main/command">
                <pc:docMk/>
                <pc:sldMk cId="2507876813" sldId="304"/>
                <pc2:cmMk id="{F9DC116C-7B99-44B4-A066-B9294A445BBE}"/>
              </pc2:cmMkLst>
              <pc226:cmRplyChg chg="add">
                <pc226:chgData name="Tim Warner" userId="1d9b2d89684621c1" providerId="LiveId" clId="{9EE537F5-4492-46A9-8A6E-F6D0D797EC45}" dt="2023-12-13T19:35:32.612" v="1627"/>
                <pc2:cmRplyMkLst xmlns:pc2="http://schemas.microsoft.com/office/powerpoint/2019/9/main/command">
                  <pc:docMk/>
                  <pc:sldMk cId="2507876813" sldId="304"/>
                  <pc2:cmMk id="{F9DC116C-7B99-44B4-A066-B9294A445BBE}"/>
                  <pc2:cmRplyMk id="{9754AD91-19EA-46C3-B507-59D99BC37D7D}"/>
                </pc2:cmRplyMkLst>
              </pc226:cmRplyChg>
            </pc226:cmChg>
          </p:ext>
        </pc:extLst>
      </pc:sldChg>
      <pc:sldChg chg="modSp add mod">
        <pc:chgData name="Tim Warner" userId="1d9b2d89684621c1" providerId="LiveId" clId="{9EE537F5-4492-46A9-8A6E-F6D0D797EC45}" dt="2023-12-11T14:47:29.823" v="444"/>
        <pc:sldMkLst>
          <pc:docMk/>
          <pc:sldMk cId="890312440" sldId="305"/>
        </pc:sldMkLst>
      </pc:sldChg>
      <pc:sldChg chg="addSp delSp modSp new mod">
        <pc:chgData name="Tim Warner" userId="1d9b2d89684621c1" providerId="LiveId" clId="{9EE537F5-4492-46A9-8A6E-F6D0D797EC45}" dt="2023-12-18T22:16:04.766" v="1731" actId="478"/>
        <pc:sldMkLst>
          <pc:docMk/>
          <pc:sldMk cId="1865509328" sldId="306"/>
        </pc:sldMkLst>
      </pc:sldChg>
      <pc:sldChg chg="modSp add mod">
        <pc:chgData name="Tim Warner" userId="1d9b2d89684621c1" providerId="LiveId" clId="{9EE537F5-4492-46A9-8A6E-F6D0D797EC45}" dt="2023-12-11T14:53:27.583" v="766" actId="20577"/>
        <pc:sldMkLst>
          <pc:docMk/>
          <pc:sldMk cId="1134760516" sldId="307"/>
        </pc:sldMkLst>
      </pc:sldChg>
      <pc:sldChg chg="delSp modSp add mod">
        <pc:chgData name="Tim Warner" userId="1d9b2d89684621c1" providerId="LiveId" clId="{9EE537F5-4492-46A9-8A6E-F6D0D797EC45}" dt="2023-12-18T22:16:01.822" v="1730" actId="20577"/>
        <pc:sldMkLst>
          <pc:docMk/>
          <pc:sldMk cId="2977991168" sldId="308"/>
        </pc:sldMkLst>
      </pc:sldChg>
      <pc:sldChg chg="delSp modSp add mod">
        <pc:chgData name="Tim Warner" userId="1d9b2d89684621c1" providerId="LiveId" clId="{9EE537F5-4492-46A9-8A6E-F6D0D797EC45}" dt="2023-12-18T22:20:35.543" v="1759" actId="20577"/>
        <pc:sldMkLst>
          <pc:docMk/>
          <pc:sldMk cId="656300170" sldId="309"/>
        </pc:sldMkLst>
      </pc:sldChg>
      <pc:sldChg chg="addSp delSp modSp add mod">
        <pc:chgData name="Tim Warner" userId="1d9b2d89684621c1" providerId="LiveId" clId="{9EE537F5-4492-46A9-8A6E-F6D0D797EC45}" dt="2023-12-18T22:21:38.707" v="1793" actId="478"/>
        <pc:sldMkLst>
          <pc:docMk/>
          <pc:sldMk cId="3223982532" sldId="310"/>
        </pc:sldMkLst>
      </pc:sldChg>
      <pc:sldChg chg="addSp delSp modSp add mod">
        <pc:chgData name="Tim Warner" userId="1d9b2d89684621c1" providerId="LiveId" clId="{9EE537F5-4492-46A9-8A6E-F6D0D797EC45}" dt="2023-12-18T22:22:24.694" v="1854" actId="478"/>
        <pc:sldMkLst>
          <pc:docMk/>
          <pc:sldMk cId="157688393" sldId="311"/>
        </pc:sldMkLst>
      </pc:sldChg>
      <pc:sldChg chg="modSp add mod">
        <pc:chgData name="Tim Warner" userId="1d9b2d89684621c1" providerId="LiveId" clId="{9EE537F5-4492-46A9-8A6E-F6D0D797EC45}" dt="2023-12-18T22:23:52.550" v="1866" actId="1076"/>
        <pc:sldMkLst>
          <pc:docMk/>
          <pc:sldMk cId="314385709" sldId="312"/>
        </pc:sldMkLst>
      </pc:sldChg>
      <pc:sldChg chg="add del">
        <pc:chgData name="Tim Warner" userId="1d9b2d89684621c1" providerId="LiveId" clId="{9EE537F5-4492-46A9-8A6E-F6D0D797EC45}" dt="2023-12-07T13:21:45.177" v="15" actId="47"/>
        <pc:sldMkLst>
          <pc:docMk/>
          <pc:sldMk cId="3301194106" sldId="779"/>
        </pc:sldMkLst>
      </pc:sldChg>
    </pc:docChg>
  </pc:docChgLst>
  <pc:docChgLst>
    <pc:chgData name="Tim Warner" userId="1d9b2d89684621c1" providerId="LiveId" clId="{D0B44B65-70BF-4519-8E4C-BDC5735B7FF3}"/>
    <pc:docChg chg="custSel addSld delSld modSld">
      <pc:chgData name="Tim Warner" userId="1d9b2d89684621c1" providerId="LiveId" clId="{D0B44B65-70BF-4519-8E4C-BDC5735B7FF3}" dt="2025-06-24T20:30:42.639" v="74"/>
      <pc:docMkLst>
        <pc:docMk/>
      </pc:docMkLst>
      <pc:sldChg chg="modSp mod">
        <pc:chgData name="Tim Warner" userId="1d9b2d89684621c1" providerId="LiveId" clId="{D0B44B65-70BF-4519-8E4C-BDC5735B7FF3}" dt="2025-06-24T20:16:51.778" v="1" actId="14100"/>
        <pc:sldMkLst>
          <pc:docMk/>
          <pc:sldMk cId="3662525184" sldId="303"/>
        </pc:sldMkLst>
      </pc:sldChg>
      <pc:sldChg chg="del">
        <pc:chgData name="Tim Warner" userId="1d9b2d89684621c1" providerId="LiveId" clId="{D0B44B65-70BF-4519-8E4C-BDC5735B7FF3}" dt="2025-06-24T20:29:42.719" v="60" actId="47"/>
        <pc:sldMkLst>
          <pc:docMk/>
          <pc:sldMk cId="3522158024" sldId="343"/>
        </pc:sldMkLst>
      </pc:sldChg>
      <pc:sldChg chg="modSp add mod">
        <pc:chgData name="Tim Warner" userId="1d9b2d89684621c1" providerId="LiveId" clId="{D0B44B65-70BF-4519-8E4C-BDC5735B7FF3}" dt="2025-06-24T20:30:35.492" v="73"/>
        <pc:sldMkLst>
          <pc:docMk/>
          <pc:sldMk cId="1558763963" sldId="344"/>
        </pc:sldMkLst>
      </pc:sldChg>
      <pc:sldChg chg="del">
        <pc:chgData name="Tim Warner" userId="1d9b2d89684621c1" providerId="LiveId" clId="{D0B44B65-70BF-4519-8E4C-BDC5735B7FF3}" dt="2025-06-24T20:29:42.719" v="60" actId="47"/>
        <pc:sldMkLst>
          <pc:docMk/>
          <pc:sldMk cId="2930118785" sldId="344"/>
        </pc:sldMkLst>
      </pc:sldChg>
      <pc:sldChg chg="modSp add mod">
        <pc:chgData name="Tim Warner" userId="1d9b2d89684621c1" providerId="LiveId" clId="{D0B44B65-70BF-4519-8E4C-BDC5735B7FF3}" dt="2025-06-24T20:30:42.639" v="74"/>
        <pc:sldMkLst>
          <pc:docMk/>
          <pc:sldMk cId="4156641597" sldId="345"/>
        </pc:sldMkLst>
      </pc:sldChg>
      <pc:sldChg chg="modSp add mod">
        <pc:chgData name="Tim Warner" userId="1d9b2d89684621c1" providerId="LiveId" clId="{D0B44B65-70BF-4519-8E4C-BDC5735B7FF3}" dt="2025-06-24T20:30:27.393" v="72"/>
        <pc:sldMkLst>
          <pc:docMk/>
          <pc:sldMk cId="3422763557" sldId="347"/>
        </pc:sldMkLst>
      </pc:sldChg>
    </pc:docChg>
  </pc:docChgLst>
  <pc:docChgLst>
    <pc:chgData name="Tim Warner" userId="1d9b2d89684621c1" providerId="LiveId" clId="{D3B804F1-31BB-4684-80BA-7BDCF2BE2A5E}"/>
    <pc:docChg chg="modSld">
      <pc:chgData name="Tim Warner" userId="1d9b2d89684621c1" providerId="LiveId" clId="{D3B804F1-31BB-4684-80BA-7BDCF2BE2A5E}" dt="2025-06-24T20:46:52.963" v="42"/>
      <pc:docMkLst>
        <pc:docMk/>
      </pc:docMkLst>
      <pc:sldChg chg="modSp mod">
        <pc:chgData name="Tim Warner" userId="1d9b2d89684621c1" providerId="LiveId" clId="{D3B804F1-31BB-4684-80BA-7BDCF2BE2A5E}" dt="2025-06-24T20:46:46.059" v="41"/>
        <pc:sldMkLst>
          <pc:docMk/>
          <pc:sldMk cId="1829040019" sldId="343"/>
        </pc:sldMkLst>
      </pc:sldChg>
      <pc:sldChg chg="modSp mod">
        <pc:chgData name="Tim Warner" userId="1d9b2d89684621c1" providerId="LiveId" clId="{D3B804F1-31BB-4684-80BA-7BDCF2BE2A5E}" dt="2025-06-24T20:46:52.963" v="42"/>
        <pc:sldMkLst>
          <pc:docMk/>
          <pc:sldMk cId="947907938" sldId="346"/>
        </pc:sldMkLst>
      </pc:sldChg>
    </pc:docChg>
  </pc:docChgLst>
  <pc:docChgLst>
    <pc:chgData name="Tim Warner" userId="1d9b2d89684621c1" providerId="LiveId" clId="{C199C607-1779-4E65-A440-75F0EDB3003B}"/>
    <pc:docChg chg="delSld modSld">
      <pc:chgData name="Tim Warner" userId="1d9b2d89684621c1" providerId="LiveId" clId="{C199C607-1779-4E65-A440-75F0EDB3003B}" dt="2025-06-24T21:02:01.694" v="45"/>
      <pc:docMkLst>
        <pc:docMk/>
      </pc:docMkLst>
      <pc:sldChg chg="del">
        <pc:chgData name="Tim Warner" userId="1d9b2d89684621c1" providerId="LiveId" clId="{C199C607-1779-4E65-A440-75F0EDB3003B}" dt="2025-06-24T21:01:42.769" v="42" actId="2696"/>
        <pc:sldMkLst>
          <pc:docMk/>
          <pc:sldMk cId="914007193" sldId="347"/>
        </pc:sldMkLst>
      </pc:sldChg>
      <pc:sldChg chg="del">
        <pc:chgData name="Tim Warner" userId="1d9b2d89684621c1" providerId="LiveId" clId="{C199C607-1779-4E65-A440-75F0EDB3003B}" dt="2025-06-24T21:01:42.769" v="42" actId="2696"/>
        <pc:sldMkLst>
          <pc:docMk/>
          <pc:sldMk cId="1639766347" sldId="349"/>
        </pc:sldMkLst>
      </pc:sldChg>
      <pc:sldChg chg="del">
        <pc:chgData name="Tim Warner" userId="1d9b2d89684621c1" providerId="LiveId" clId="{C199C607-1779-4E65-A440-75F0EDB3003B}" dt="2025-06-24T21:01:42.769" v="42" actId="2696"/>
        <pc:sldMkLst>
          <pc:docMk/>
          <pc:sldMk cId="871822834" sldId="350"/>
        </pc:sldMkLst>
      </pc:sldChg>
    </pc:docChg>
  </pc:docChgLst>
  <pc:docChgLst>
    <pc:chgData name="Tim Warner" userId="1d9b2d89684621c1" providerId="LiveId" clId="{C51613CA-9081-4D80-8B21-3ED98F1A1FC0}"/>
    <pc:docChg chg="custSel delSld modSld">
      <pc:chgData name="Tim Warner" userId="1d9b2d89684621c1" providerId="LiveId" clId="{C51613CA-9081-4D80-8B21-3ED98F1A1FC0}" dt="2025-06-24T20:45:32.397" v="52" actId="1076"/>
      <pc:docMkLst>
        <pc:docMk/>
      </pc:docMkLst>
      <pc:sldChg chg="addSp modSp mod modClrScheme chgLayout">
        <pc:chgData name="Tim Warner" userId="1d9b2d89684621c1" providerId="LiveId" clId="{C51613CA-9081-4D80-8B21-3ED98F1A1FC0}" dt="2025-06-24T20:45:32.397" v="52" actId="1076"/>
        <pc:sldMkLst>
          <pc:docMk/>
          <pc:sldMk cId="2539485740" sldId="292"/>
        </pc:sldMkLst>
      </pc:sldChg>
      <pc:sldChg chg="modSp mod">
        <pc:chgData name="Tim Warner" userId="1d9b2d89684621c1" providerId="LiveId" clId="{C51613CA-9081-4D80-8B21-3ED98F1A1FC0}" dt="2025-06-24T20:36:24.916" v="42"/>
        <pc:sldMkLst>
          <pc:docMk/>
          <pc:sldMk cId="486668636" sldId="293"/>
        </pc:sldMkLst>
      </pc:sldChg>
      <pc:sldChg chg="modSp mod">
        <pc:chgData name="Tim Warner" userId="1d9b2d89684621c1" providerId="LiveId" clId="{C51613CA-9081-4D80-8B21-3ED98F1A1FC0}" dt="2025-06-24T20:36:32.145" v="43"/>
        <pc:sldMkLst>
          <pc:docMk/>
          <pc:sldMk cId="1829040019" sldId="343"/>
        </pc:sldMkLst>
      </pc:sldChg>
      <pc:sldChg chg="del">
        <pc:chgData name="Tim Warner" userId="1d9b2d89684621c1" providerId="LiveId" clId="{C51613CA-9081-4D80-8B21-3ED98F1A1FC0}" dt="2025-06-24T20:36:15.013" v="41" actId="2696"/>
        <pc:sldMkLst>
          <pc:docMk/>
          <pc:sldMk cId="1558763963" sldId="344"/>
        </pc:sldMkLst>
      </pc:sldChg>
      <pc:sldChg chg="del">
        <pc:chgData name="Tim Warner" userId="1d9b2d89684621c1" providerId="LiveId" clId="{C51613CA-9081-4D80-8B21-3ED98F1A1FC0}" dt="2025-06-24T20:36:15.013" v="41" actId="2696"/>
        <pc:sldMkLst>
          <pc:docMk/>
          <pc:sldMk cId="4156641597" sldId="345"/>
        </pc:sldMkLst>
      </pc:sldChg>
      <pc:sldChg chg="modSp mod">
        <pc:chgData name="Tim Warner" userId="1d9b2d89684621c1" providerId="LiveId" clId="{C51613CA-9081-4D80-8B21-3ED98F1A1FC0}" dt="2025-06-24T20:36:38.385" v="44"/>
        <pc:sldMkLst>
          <pc:docMk/>
          <pc:sldMk cId="947907938" sldId="346"/>
        </pc:sldMkLst>
      </pc:sldChg>
      <pc:sldChg chg="del">
        <pc:chgData name="Tim Warner" userId="1d9b2d89684621c1" providerId="LiveId" clId="{C51613CA-9081-4D80-8B21-3ED98F1A1FC0}" dt="2025-06-24T20:36:15.013" v="41" actId="2696"/>
        <pc:sldMkLst>
          <pc:docMk/>
          <pc:sldMk cId="3422763557" sldId="347"/>
        </pc:sldMkLst>
      </pc:sldChg>
    </pc:docChg>
  </pc:docChgLst>
  <pc:docChgLst>
    <pc:chgData name="Tim Warner" userId="1d9b2d89684621c1" providerId="LiveId" clId="{DBCC51AC-05C6-4CE3-B0C0-79574934C41D}"/>
    <pc:docChg chg="addSld modSld">
      <pc:chgData name="Tim Warner" userId="1d9b2d89684621c1" providerId="LiveId" clId="{DBCC51AC-05C6-4CE3-B0C0-79574934C41D}" dt="2025-06-24T21:03:29.409" v="64"/>
      <pc:docMkLst>
        <pc:docMk/>
      </pc:docMkLst>
      <pc:sldChg chg="modSp mod">
        <pc:chgData name="Tim Warner" userId="1d9b2d89684621c1" providerId="LiveId" clId="{DBCC51AC-05C6-4CE3-B0C0-79574934C41D}" dt="2025-06-24T21:02:50.527" v="59" actId="20577"/>
        <pc:sldMkLst>
          <pc:docMk/>
          <pc:sldMk cId="2539485740" sldId="292"/>
        </pc:sldMkLst>
      </pc:sldChg>
      <pc:sldChg chg="modSp mod">
        <pc:chgData name="Tim Warner" userId="1d9b2d89684621c1" providerId="LiveId" clId="{DBCC51AC-05C6-4CE3-B0C0-79574934C41D}" dt="2025-06-24T21:03:00.362" v="61"/>
        <pc:sldMkLst>
          <pc:docMk/>
          <pc:sldMk cId="486668636" sldId="293"/>
        </pc:sldMkLst>
      </pc:sldChg>
      <pc:sldChg chg="modSp mod">
        <pc:chgData name="Tim Warner" userId="1d9b2d89684621c1" providerId="LiveId" clId="{DBCC51AC-05C6-4CE3-B0C0-79574934C41D}" dt="2025-06-24T21:03:12.357" v="62"/>
        <pc:sldMkLst>
          <pc:docMk/>
          <pc:sldMk cId="1829040019" sldId="343"/>
        </pc:sldMkLst>
      </pc:sldChg>
      <pc:sldChg chg="modSp mod">
        <pc:chgData name="Tim Warner" userId="1d9b2d89684621c1" providerId="LiveId" clId="{DBCC51AC-05C6-4CE3-B0C0-79574934C41D}" dt="2025-06-24T21:03:19.782" v="63"/>
        <pc:sldMkLst>
          <pc:docMk/>
          <pc:sldMk cId="947907938" sldId="346"/>
        </pc:sldMkLst>
      </pc:sldChg>
      <pc:sldChg chg="modSp add mod">
        <pc:chgData name="Tim Warner" userId="1d9b2d89684621c1" providerId="LiveId" clId="{DBCC51AC-05C6-4CE3-B0C0-79574934C41D}" dt="2025-06-24T21:03:29.409" v="64"/>
        <pc:sldMkLst>
          <pc:docMk/>
          <pc:sldMk cId="578841353" sldId="347"/>
        </pc:sldMkLst>
      </pc:sldChg>
    </pc:docChg>
  </pc:docChgLst>
  <pc:docChgLst>
    <pc:chgData name="Axel Cain" userId="d0c9bf4b9e7c87bb" providerId="LiveId" clId="{1CE0FA44-3ADF-4706-8970-798A5395084E}"/>
    <pc:docChg chg="modSld">
      <pc:chgData name="Axel Cain" userId="d0c9bf4b9e7c87bb" providerId="LiveId" clId="{1CE0FA44-3ADF-4706-8970-798A5395084E}" dt="2025-04-16T08:19:19.641" v="18" actId="6549"/>
      <pc:docMkLst>
        <pc:docMk/>
      </pc:docMkLst>
      <pc:sldChg chg="modSp">
        <pc:chgData name="Axel Cain" userId="d0c9bf4b9e7c87bb" providerId="LiveId" clId="{1CE0FA44-3ADF-4706-8970-798A5395084E}" dt="2025-04-16T08:17:16.202" v="1" actId="113"/>
        <pc:sldMkLst>
          <pc:docMk/>
          <pc:sldMk cId="55801264" sldId="330"/>
        </pc:sldMkLst>
      </pc:sldChg>
      <pc:sldChg chg="modSp">
        <pc:chgData name="Axel Cain" userId="d0c9bf4b9e7c87bb" providerId="LiveId" clId="{1CE0FA44-3ADF-4706-8970-798A5395084E}" dt="2025-04-16T08:17:44.980" v="7" actId="113"/>
        <pc:sldMkLst>
          <pc:docMk/>
          <pc:sldMk cId="2913861116" sldId="332"/>
        </pc:sldMkLst>
      </pc:sldChg>
      <pc:sldChg chg="modSp">
        <pc:chgData name="Axel Cain" userId="d0c9bf4b9e7c87bb" providerId="LiveId" clId="{1CE0FA44-3ADF-4706-8970-798A5395084E}" dt="2025-04-16T08:18:28.460" v="8" actId="20577"/>
        <pc:sldMkLst>
          <pc:docMk/>
          <pc:sldMk cId="3654406668" sldId="335"/>
        </pc:sldMkLst>
      </pc:sldChg>
      <pc:sldChg chg="modSp modAnim">
        <pc:chgData name="Axel Cain" userId="d0c9bf4b9e7c87bb" providerId="LiveId" clId="{1CE0FA44-3ADF-4706-8970-798A5395084E}" dt="2025-04-16T08:19:06.760" v="17" actId="20577"/>
        <pc:sldMkLst>
          <pc:docMk/>
          <pc:sldMk cId="3976232242" sldId="339"/>
        </pc:sldMkLst>
      </pc:sldChg>
      <pc:sldChg chg="modSp">
        <pc:chgData name="Axel Cain" userId="d0c9bf4b9e7c87bb" providerId="LiveId" clId="{1CE0FA44-3ADF-4706-8970-798A5395084E}" dt="2025-04-16T08:19:19.641" v="18" actId="6549"/>
        <pc:sldMkLst>
          <pc:docMk/>
          <pc:sldMk cId="4040746147" sldId="340"/>
        </pc:sldMkLst>
      </pc:sldChg>
    </pc:docChg>
  </pc:docChgLst>
  <pc:docChgLst>
    <pc:chgData name="scsjcain84" userId="S::scsjcain84_gmail.com#ext#@pearsoneducationinc.onmicrosoft.com::4399dd98-ee8b-4212-9001-7919755a3260" providerId="AD" clId="Web-{BA81FB52-7D97-407B-A053-23D8E211ED4C}"/>
    <pc:docChg chg="mod modSld">
      <pc:chgData name="scsjcain84" userId="S::scsjcain84_gmail.com#ext#@pearsoneducationinc.onmicrosoft.com::4399dd98-ee8b-4212-9001-7919755a3260" providerId="AD" clId="Web-{BA81FB52-7D97-407B-A053-23D8E211ED4C}" dt="2023-12-13T17:51:58.220" v="8" actId="20577"/>
      <pc:docMkLst>
        <pc:docMk/>
      </pc:docMkLst>
      <pc:sldChg chg="modSp">
        <pc:chgData name="scsjcain84" userId="S::scsjcain84_gmail.com#ext#@pearsoneducationinc.onmicrosoft.com::4399dd98-ee8b-4212-9001-7919755a3260" providerId="AD" clId="Web-{BA81FB52-7D97-407B-A053-23D8E211ED4C}" dt="2023-12-13T17:47:28.078" v="2" actId="20577"/>
        <pc:sldMkLst>
          <pc:docMk/>
          <pc:sldMk cId="921485155" sldId="286"/>
        </pc:sldMkLst>
      </pc:sldChg>
      <pc:sldChg chg="modSp">
        <pc:chgData name="scsjcain84" userId="S::scsjcain84_gmail.com#ext#@pearsoneducationinc.onmicrosoft.com::4399dd98-ee8b-4212-9001-7919755a3260" providerId="AD" clId="Web-{BA81FB52-7D97-407B-A053-23D8E211ED4C}" dt="2023-12-13T17:51:58.220" v="8" actId="20577"/>
        <pc:sldMkLst>
          <pc:docMk/>
          <pc:sldMk cId="2614713382" sldId="301"/>
        </pc:sldMkLst>
      </pc:sldChg>
      <pc:sldChg chg="addCm">
        <pc:chgData name="scsjcain84" userId="S::scsjcain84_gmail.com#ext#@pearsoneducationinc.onmicrosoft.com::4399dd98-ee8b-4212-9001-7919755a3260" providerId="AD" clId="Web-{BA81FB52-7D97-407B-A053-23D8E211ED4C}" dt="2023-12-13T17:48:13.065" v="4"/>
        <pc:sldMkLst>
          <pc:docMk/>
          <pc:sldMk cId="2507876813" sldId="304"/>
        </pc:sldMkLst>
        <pc:extLst>
          <p:ext xmlns:p="http://schemas.openxmlformats.org/presentationml/2006/main" uri="{D6D511B9-2390-475A-947B-AFAB55BFBCF1}">
            <pc226:cmChg xmlns:pc226="http://schemas.microsoft.com/office/powerpoint/2022/06/main/command" chg="add">
              <pc226:chgData name="scsjcain84" userId="S::scsjcain84_gmail.com#ext#@pearsoneducationinc.onmicrosoft.com::4399dd98-ee8b-4212-9001-7919755a3260" providerId="AD" clId="Web-{BA81FB52-7D97-407B-A053-23D8E211ED4C}" dt="2023-12-13T17:48:13.065" v="4"/>
              <pc2:cmMkLst xmlns:pc2="http://schemas.microsoft.com/office/powerpoint/2019/9/main/command">
                <pc:docMk/>
                <pc:sldMk cId="2507876813" sldId="304"/>
                <pc2:cmMk id="{F9DC116C-7B99-44B4-A066-B9294A445BBE}"/>
              </pc2:cmMkLst>
            </pc226:cmChg>
          </p:ext>
        </pc:extLst>
      </pc:sldChg>
    </pc:docChg>
  </pc:docChgLst>
  <pc:docChgLst>
    <pc:chgData name="Tim Warner" userId="1d9b2d89684621c1" providerId="LiveId" clId="{148FD2AE-EE47-47CF-AE06-3F1B073D00F6}"/>
    <pc:docChg chg="modSld">
      <pc:chgData name="Tim Warner" userId="1d9b2d89684621c1" providerId="LiveId" clId="{148FD2AE-EE47-47CF-AE06-3F1B073D00F6}" dt="2025-06-24T21:26:17.327" v="39"/>
      <pc:docMkLst>
        <pc:docMk/>
      </pc:docMkLst>
      <pc:sldChg chg="modSp mod">
        <pc:chgData name="Tim Warner" userId="1d9b2d89684621c1" providerId="LiveId" clId="{148FD2AE-EE47-47CF-AE06-3F1B073D00F6}" dt="2025-06-24T21:25:56.742" v="36" actId="20577"/>
        <pc:sldMkLst>
          <pc:docMk/>
          <pc:sldMk cId="2539485740" sldId="292"/>
        </pc:sldMkLst>
      </pc:sldChg>
      <pc:sldChg chg="modSp mod">
        <pc:chgData name="Tim Warner" userId="1d9b2d89684621c1" providerId="LiveId" clId="{148FD2AE-EE47-47CF-AE06-3F1B073D00F6}" dt="2025-06-24T21:26:05.290" v="37"/>
        <pc:sldMkLst>
          <pc:docMk/>
          <pc:sldMk cId="486668636" sldId="293"/>
        </pc:sldMkLst>
      </pc:sldChg>
      <pc:sldChg chg="modSp mod">
        <pc:chgData name="Tim Warner" userId="1d9b2d89684621c1" providerId="LiveId" clId="{148FD2AE-EE47-47CF-AE06-3F1B073D00F6}" dt="2025-06-24T21:26:11.486" v="38"/>
        <pc:sldMkLst>
          <pc:docMk/>
          <pc:sldMk cId="1829040019" sldId="343"/>
        </pc:sldMkLst>
      </pc:sldChg>
      <pc:sldChg chg="modSp mod">
        <pc:chgData name="Tim Warner" userId="1d9b2d89684621c1" providerId="LiveId" clId="{148FD2AE-EE47-47CF-AE06-3F1B073D00F6}" dt="2025-06-24T21:26:17.327" v="39"/>
        <pc:sldMkLst>
          <pc:docMk/>
          <pc:sldMk cId="947907938" sldId="346"/>
        </pc:sldMkLst>
      </pc:sldChg>
    </pc:docChg>
  </pc:docChgLst>
  <pc:docChgLst>
    <pc:chgData name="scsjcain84" userId="S::scsjcain84_gmail.com#ext#@pearsoneducationinc.onmicrosoft.com::4399dd98-ee8b-4212-9001-7919755a3260" providerId="AD" clId="Web-{8A015DFD-EC3B-4BAD-B629-54F432F72664}"/>
    <pc:docChg chg="modSld">
      <pc:chgData name="scsjcain84" userId="S::scsjcain84_gmail.com#ext#@pearsoneducationinc.onmicrosoft.com::4399dd98-ee8b-4212-9001-7919755a3260" providerId="AD" clId="Web-{8A015DFD-EC3B-4BAD-B629-54F432F72664}" dt="2025-08-26T07:24:22.091" v="0"/>
      <pc:docMkLst>
        <pc:docMk/>
      </pc:docMkLst>
      <pc:sldChg chg="mod modShow">
        <pc:chgData name="scsjcain84" userId="S::scsjcain84_gmail.com#ext#@pearsoneducationinc.onmicrosoft.com::4399dd98-ee8b-4212-9001-7919755a3260" providerId="AD" clId="Web-{8A015DFD-EC3B-4BAD-B629-54F432F72664}" dt="2025-08-26T07:24:22.091" v="0"/>
        <pc:sldMkLst>
          <pc:docMk/>
          <pc:sldMk cId="4080705565" sldId="342"/>
        </pc:sldMkLst>
      </pc:sldChg>
    </pc:docChg>
  </pc:docChgLst>
  <pc:docChgLst>
    <pc:chgData name="Axel Cain" userId="d0c9bf4b9e7c87bb" providerId="LiveId" clId="{172E5107-2A9F-44C6-B6F0-396E08119876}"/>
    <pc:docChg chg="custSel delSld modSld">
      <pc:chgData name="Axel Cain" userId="d0c9bf4b9e7c87bb" providerId="LiveId" clId="{172E5107-2A9F-44C6-B6F0-396E08119876}" dt="2024-03-30T10:37:12.469" v="22" actId="20577"/>
      <pc:docMkLst>
        <pc:docMk/>
      </pc:docMkLst>
      <pc:sldChg chg="del">
        <pc:chgData name="Axel Cain" userId="d0c9bf4b9e7c87bb" providerId="LiveId" clId="{172E5107-2A9F-44C6-B6F0-396E08119876}" dt="2024-03-30T10:24:21.843" v="6" actId="2696"/>
        <pc:sldMkLst>
          <pc:docMk/>
          <pc:sldMk cId="2200105640" sldId="291"/>
        </pc:sldMkLst>
      </pc:sldChg>
      <pc:sldChg chg="modSp mod">
        <pc:chgData name="Axel Cain" userId="d0c9bf4b9e7c87bb" providerId="LiveId" clId="{172E5107-2A9F-44C6-B6F0-396E08119876}" dt="2024-03-30T10:37:12.469" v="22" actId="20577"/>
        <pc:sldMkLst>
          <pc:docMk/>
          <pc:sldMk cId="3662525184" sldId="303"/>
        </pc:sldMkLst>
      </pc:sldChg>
      <pc:sldChg chg="modSp">
        <pc:chgData name="Axel Cain" userId="d0c9bf4b9e7c87bb" providerId="LiveId" clId="{172E5107-2A9F-44C6-B6F0-396E08119876}" dt="2024-03-30T10:22:22.552" v="1" actId="20577"/>
        <pc:sldMkLst>
          <pc:docMk/>
          <pc:sldMk cId="2601488157" sldId="313"/>
        </pc:sldMkLst>
      </pc:sldChg>
      <pc:sldChg chg="modSp">
        <pc:chgData name="Axel Cain" userId="d0c9bf4b9e7c87bb" providerId="LiveId" clId="{172E5107-2A9F-44C6-B6F0-396E08119876}" dt="2024-03-30T10:23:26.234" v="5" actId="20577"/>
        <pc:sldMkLst>
          <pc:docMk/>
          <pc:sldMk cId="2319311322" sldId="324"/>
        </pc:sldMkLst>
      </pc:sldChg>
    </pc:docChg>
  </pc:docChgLst>
  <pc:docChgLst>
    <pc:chgData name="Tim Warner" userId="1d9b2d89684621c1" providerId="LiveId" clId="{049A3222-CDBA-4E39-B7BD-CAD1354B2092}"/>
    <pc:docChg chg="undo custSel addSld delSld modSld modMainMaster modShowInfo">
      <pc:chgData name="Tim Warner" userId="1d9b2d89684621c1" providerId="LiveId" clId="{049A3222-CDBA-4E39-B7BD-CAD1354B2092}" dt="2024-04-01T16:58:06.208" v="1673" actId="2744"/>
      <pc:docMkLst>
        <pc:docMk/>
      </pc:docMkLst>
      <pc:sldChg chg="modSp mod modAnim">
        <pc:chgData name="Tim Warner" userId="1d9b2d89684621c1" providerId="LiveId" clId="{049A3222-CDBA-4E39-B7BD-CAD1354B2092}" dt="2024-04-01T01:59:28.253" v="1331" actId="20577"/>
        <pc:sldMkLst>
          <pc:docMk/>
          <pc:sldMk cId="921485155" sldId="286"/>
        </pc:sldMkLst>
      </pc:sldChg>
      <pc:sldChg chg="add del">
        <pc:chgData name="Tim Warner" userId="1d9b2d89684621c1" providerId="LiveId" clId="{049A3222-CDBA-4E39-B7BD-CAD1354B2092}" dt="2024-03-28T18:18:39.917" v="1002" actId="2696"/>
        <pc:sldMkLst>
          <pc:docMk/>
          <pc:sldMk cId="2200105640" sldId="291"/>
        </pc:sldMkLst>
      </pc:sldChg>
      <pc:sldChg chg="modSp add del mod modClrScheme modShow chgLayout modNotesTx">
        <pc:chgData name="Tim Warner" userId="1d9b2d89684621c1" providerId="LiveId" clId="{049A3222-CDBA-4E39-B7BD-CAD1354B2092}" dt="2024-03-31T13:12:28.091" v="1195" actId="20577"/>
        <pc:sldMkLst>
          <pc:docMk/>
          <pc:sldMk cId="378133628" sldId="302"/>
        </pc:sldMkLst>
      </pc:sldChg>
      <pc:sldChg chg="modSp">
        <pc:chgData name="Tim Warner" userId="1d9b2d89684621c1" providerId="LiveId" clId="{049A3222-CDBA-4E39-B7BD-CAD1354B2092}" dt="2024-03-28T18:03:16.114" v="922"/>
        <pc:sldMkLst>
          <pc:docMk/>
          <pc:sldMk cId="3662525184" sldId="303"/>
        </pc:sldMkLst>
      </pc:sldChg>
      <pc:sldChg chg="addSp modSp add del mod modAnim">
        <pc:chgData name="Tim Warner" userId="1d9b2d89684621c1" providerId="LiveId" clId="{049A3222-CDBA-4E39-B7BD-CAD1354B2092}" dt="2024-04-01T16:56:05.057" v="1667" actId="167"/>
        <pc:sldMkLst>
          <pc:docMk/>
          <pc:sldMk cId="157688393" sldId="311"/>
        </pc:sldMkLst>
      </pc:sldChg>
      <pc:sldChg chg="modSp mod modClrScheme modAnim chgLayout">
        <pc:chgData name="Tim Warner" userId="1d9b2d89684621c1" providerId="LiveId" clId="{049A3222-CDBA-4E39-B7BD-CAD1354B2092}" dt="2024-04-01T16:50:04.195" v="1474" actId="20577"/>
        <pc:sldMkLst>
          <pc:docMk/>
          <pc:sldMk cId="2601488157" sldId="313"/>
        </pc:sldMkLst>
      </pc:sldChg>
      <pc:sldChg chg="modSp mod modAnim">
        <pc:chgData name="Tim Warner" userId="1d9b2d89684621c1" providerId="LiveId" clId="{049A3222-CDBA-4E39-B7BD-CAD1354B2092}" dt="2024-04-01T02:02:01.807" v="1386" actId="20577"/>
        <pc:sldMkLst>
          <pc:docMk/>
          <pc:sldMk cId="1087036720" sldId="315"/>
        </pc:sldMkLst>
      </pc:sldChg>
      <pc:sldChg chg="modSp mod modAnim modNotesTx">
        <pc:chgData name="Tim Warner" userId="1d9b2d89684621c1" providerId="LiveId" clId="{049A3222-CDBA-4E39-B7BD-CAD1354B2092}" dt="2024-04-01T02:02:09.973" v="1388" actId="20577"/>
        <pc:sldMkLst>
          <pc:docMk/>
          <pc:sldMk cId="2612742259" sldId="317"/>
        </pc:sldMkLst>
      </pc:sldChg>
      <pc:sldChg chg="modSp mod modAnim">
        <pc:chgData name="Tim Warner" userId="1d9b2d89684621c1" providerId="LiveId" clId="{049A3222-CDBA-4E39-B7BD-CAD1354B2092}" dt="2024-03-28T18:13:00.081" v="1000" actId="20577"/>
        <pc:sldMkLst>
          <pc:docMk/>
          <pc:sldMk cId="2882261712" sldId="319"/>
        </pc:sldMkLst>
      </pc:sldChg>
      <pc:sldChg chg="modSp add mod modAnim">
        <pc:chgData name="Tim Warner" userId="1d9b2d89684621c1" providerId="LiveId" clId="{049A3222-CDBA-4E39-B7BD-CAD1354B2092}" dt="2024-04-01T16:52:39.850" v="1628" actId="20577"/>
        <pc:sldMkLst>
          <pc:docMk/>
          <pc:sldMk cId="3235755691" sldId="320"/>
        </pc:sldMkLst>
      </pc:sldChg>
      <pc:sldChg chg="modSp add mod modAnim">
        <pc:chgData name="Tim Warner" userId="1d9b2d89684621c1" providerId="LiveId" clId="{049A3222-CDBA-4E39-B7BD-CAD1354B2092}" dt="2024-04-01T16:50:38.044" v="1544" actId="20577"/>
        <pc:sldMkLst>
          <pc:docMk/>
          <pc:sldMk cId="59359989" sldId="321"/>
        </pc:sldMkLst>
      </pc:sldChg>
      <pc:sldChg chg="modSp add mod modAnim">
        <pc:chgData name="Tim Warner" userId="1d9b2d89684621c1" providerId="LiveId" clId="{049A3222-CDBA-4E39-B7BD-CAD1354B2092}" dt="2024-03-28T18:11:23.231" v="974" actId="15"/>
        <pc:sldMkLst>
          <pc:docMk/>
          <pc:sldMk cId="3302658962" sldId="322"/>
        </pc:sldMkLst>
      </pc:sldChg>
      <pc:sldChg chg="modSp add mod modAnim">
        <pc:chgData name="Tim Warner" userId="1d9b2d89684621c1" providerId="LiveId" clId="{049A3222-CDBA-4E39-B7BD-CAD1354B2092}" dt="2024-04-01T02:01:56.068" v="1384" actId="20577"/>
        <pc:sldMkLst>
          <pc:docMk/>
          <pc:sldMk cId="2760655617" sldId="323"/>
        </pc:sldMkLst>
      </pc:sldChg>
      <pc:sldChg chg="modSp add mod modAnim">
        <pc:chgData name="Tim Warner" userId="1d9b2d89684621c1" providerId="LiveId" clId="{049A3222-CDBA-4E39-B7BD-CAD1354B2092}" dt="2024-04-01T02:03:33.576" v="1389" actId="20578"/>
        <pc:sldMkLst>
          <pc:docMk/>
          <pc:sldMk cId="2319311322" sldId="324"/>
        </pc:sldMkLst>
      </pc:sldChg>
      <pc:sldChg chg="modSp add mod modAnim modNotesTx">
        <pc:chgData name="Tim Warner" userId="1d9b2d89684621c1" providerId="LiveId" clId="{049A3222-CDBA-4E39-B7BD-CAD1354B2092}" dt="2024-03-28T18:03:16.114" v="922"/>
        <pc:sldMkLst>
          <pc:docMk/>
          <pc:sldMk cId="333546607" sldId="325"/>
        </pc:sldMkLst>
      </pc:sldChg>
      <pc:sldChg chg="modSp add mod modAnim modNotesTx">
        <pc:chgData name="Tim Warner" userId="1d9b2d89684621c1" providerId="LiveId" clId="{049A3222-CDBA-4E39-B7BD-CAD1354B2092}" dt="2024-04-01T16:51:49.193" v="1591" actId="20577"/>
        <pc:sldMkLst>
          <pc:docMk/>
          <pc:sldMk cId="1466913053" sldId="326"/>
        </pc:sldMkLst>
      </pc:sldChg>
      <pc:sldChg chg="modSp add mod modAnim">
        <pc:chgData name="Tim Warner" userId="1d9b2d89684621c1" providerId="LiveId" clId="{049A3222-CDBA-4E39-B7BD-CAD1354B2092}" dt="2024-03-28T18:11:42.829" v="983" actId="113"/>
        <pc:sldMkLst>
          <pc:docMk/>
          <pc:sldMk cId="569040605" sldId="327"/>
        </pc:sldMkLst>
      </pc:sldChg>
      <pc:sldChg chg="modSp add mod modAnim">
        <pc:chgData name="Tim Warner" userId="1d9b2d89684621c1" providerId="LiveId" clId="{049A3222-CDBA-4E39-B7BD-CAD1354B2092}" dt="2024-03-28T18:12:35.586" v="991" actId="20577"/>
        <pc:sldMkLst>
          <pc:docMk/>
          <pc:sldMk cId="2754074232" sldId="328"/>
        </pc:sldMkLst>
      </pc:sldChg>
      <pc:sldChg chg="modSp add mod modAnim">
        <pc:chgData name="Tim Warner" userId="1d9b2d89684621c1" providerId="LiveId" clId="{049A3222-CDBA-4E39-B7BD-CAD1354B2092}" dt="2024-03-28T18:03:16.114" v="922"/>
        <pc:sldMkLst>
          <pc:docMk/>
          <pc:sldMk cId="2815800109" sldId="329"/>
        </pc:sldMkLst>
      </pc:sldChg>
      <pc:sldChg chg="addSp modSp add del mod modAnim">
        <pc:chgData name="Tim Warner" userId="1d9b2d89684621c1" providerId="LiveId" clId="{049A3222-CDBA-4E39-B7BD-CAD1354B2092}" dt="2024-04-01T16:56:44.008" v="1670" actId="20577"/>
        <pc:sldMkLst>
          <pc:docMk/>
          <pc:sldMk cId="2051929106" sldId="330"/>
        </pc:sldMkLst>
      </pc:sldChg>
      <pc:sldChg chg="modSp add mod modAnim">
        <pc:chgData name="Tim Warner" userId="1d9b2d89684621c1" providerId="LiveId" clId="{049A3222-CDBA-4E39-B7BD-CAD1354B2092}" dt="2024-04-01T16:48:55.531" v="1420" actId="20577"/>
        <pc:sldMkLst>
          <pc:docMk/>
          <pc:sldMk cId="3372268560" sldId="331"/>
        </pc:sldMkLst>
      </pc:sldChg>
      <pc:sldMasterChg chg="addSp modSldLayout">
        <pc:chgData name="Tim Warner" userId="1d9b2d89684621c1" providerId="LiveId" clId="{049A3222-CDBA-4E39-B7BD-CAD1354B2092}" dt="2024-03-28T18:01:37.789" v="919"/>
        <pc:sldMasterMkLst>
          <pc:docMk/>
          <pc:sldMasterMk cId="3561493546" sldId="2147483666"/>
        </pc:sldMasterMkLst>
        <pc:sldLayoutChg chg="addSp">
          <pc:chgData name="Tim Warner" userId="1d9b2d89684621c1" providerId="LiveId" clId="{049A3222-CDBA-4E39-B7BD-CAD1354B2092}" dt="2024-03-28T18:01:37.789" v="919"/>
          <pc:sldLayoutMkLst>
            <pc:docMk/>
            <pc:sldMasterMk cId="3561493546" sldId="2147483666"/>
            <pc:sldLayoutMk cId="1025742477" sldId="2147483667"/>
          </pc:sldLayoutMkLst>
        </pc:sldLayoutChg>
        <pc:sldLayoutChg chg="addSp">
          <pc:chgData name="Tim Warner" userId="1d9b2d89684621c1" providerId="LiveId" clId="{049A3222-CDBA-4E39-B7BD-CAD1354B2092}" dt="2024-03-28T18:01:37.789" v="919"/>
          <pc:sldLayoutMkLst>
            <pc:docMk/>
            <pc:sldMasterMk cId="3561493546" sldId="2147483666"/>
            <pc:sldLayoutMk cId="276551598" sldId="2147483668"/>
          </pc:sldLayoutMkLst>
        </pc:sldLayoutChg>
        <pc:sldLayoutChg chg="addSp">
          <pc:chgData name="Tim Warner" userId="1d9b2d89684621c1" providerId="LiveId" clId="{049A3222-CDBA-4E39-B7BD-CAD1354B2092}" dt="2024-03-28T18:01:37.789" v="919"/>
          <pc:sldLayoutMkLst>
            <pc:docMk/>
            <pc:sldMasterMk cId="3561493546" sldId="2147483666"/>
            <pc:sldLayoutMk cId="1684873760" sldId="2147483669"/>
          </pc:sldLayoutMkLst>
        </pc:sldLayoutChg>
        <pc:sldLayoutChg chg="addSp">
          <pc:chgData name="Tim Warner" userId="1d9b2d89684621c1" providerId="LiveId" clId="{049A3222-CDBA-4E39-B7BD-CAD1354B2092}" dt="2024-03-28T18:01:37.789" v="919"/>
          <pc:sldLayoutMkLst>
            <pc:docMk/>
            <pc:sldMasterMk cId="3561493546" sldId="2147483666"/>
            <pc:sldLayoutMk cId="3153504984" sldId="2147483670"/>
          </pc:sldLayoutMkLst>
        </pc:sldLayoutChg>
        <pc:sldLayoutChg chg="addSp">
          <pc:chgData name="Tim Warner" userId="1d9b2d89684621c1" providerId="LiveId" clId="{049A3222-CDBA-4E39-B7BD-CAD1354B2092}" dt="2024-03-28T18:01:37.789" v="919"/>
          <pc:sldLayoutMkLst>
            <pc:docMk/>
            <pc:sldMasterMk cId="3561493546" sldId="2147483666"/>
            <pc:sldLayoutMk cId="1151734571" sldId="2147483671"/>
          </pc:sldLayoutMkLst>
        </pc:sldLayoutChg>
        <pc:sldLayoutChg chg="addSp">
          <pc:chgData name="Tim Warner" userId="1d9b2d89684621c1" providerId="LiveId" clId="{049A3222-CDBA-4E39-B7BD-CAD1354B2092}" dt="2024-03-28T18:01:37.789" v="919"/>
          <pc:sldLayoutMkLst>
            <pc:docMk/>
            <pc:sldMasterMk cId="3561493546" sldId="2147483666"/>
            <pc:sldLayoutMk cId="276703820" sldId="2147483672"/>
          </pc:sldLayoutMkLst>
        </pc:sldLayoutChg>
        <pc:sldLayoutChg chg="addSp">
          <pc:chgData name="Tim Warner" userId="1d9b2d89684621c1" providerId="LiveId" clId="{049A3222-CDBA-4E39-B7BD-CAD1354B2092}" dt="2024-03-28T18:01:37.789" v="919"/>
          <pc:sldLayoutMkLst>
            <pc:docMk/>
            <pc:sldMasterMk cId="3561493546" sldId="2147483666"/>
            <pc:sldLayoutMk cId="1425080240" sldId="2147483673"/>
          </pc:sldLayoutMkLst>
        </pc:sldLayoutChg>
        <pc:sldLayoutChg chg="addSp">
          <pc:chgData name="Tim Warner" userId="1d9b2d89684621c1" providerId="LiveId" clId="{049A3222-CDBA-4E39-B7BD-CAD1354B2092}" dt="2024-03-28T18:01:37.789" v="919"/>
          <pc:sldLayoutMkLst>
            <pc:docMk/>
            <pc:sldMasterMk cId="3561493546" sldId="2147483666"/>
            <pc:sldLayoutMk cId="2395301852" sldId="2147483674"/>
          </pc:sldLayoutMkLst>
        </pc:sldLayoutChg>
        <pc:sldLayoutChg chg="addSp">
          <pc:chgData name="Tim Warner" userId="1d9b2d89684621c1" providerId="LiveId" clId="{049A3222-CDBA-4E39-B7BD-CAD1354B2092}" dt="2024-03-28T18:01:37.789" v="919"/>
          <pc:sldLayoutMkLst>
            <pc:docMk/>
            <pc:sldMasterMk cId="3561493546" sldId="2147483666"/>
            <pc:sldLayoutMk cId="146116765" sldId="2147483675"/>
          </pc:sldLayoutMkLst>
        </pc:sldLayoutChg>
      </pc:sldMasterChg>
      <pc:sldMasterChg chg="addSp modSldLayout">
        <pc:chgData name="Tim Warner" userId="1d9b2d89684621c1" providerId="LiveId" clId="{049A3222-CDBA-4E39-B7BD-CAD1354B2092}" dt="2024-03-28T18:02:01.089" v="920"/>
        <pc:sldMasterMkLst>
          <pc:docMk/>
          <pc:sldMasterMk cId="1213487532" sldId="2147483676"/>
        </pc:sldMasterMkLst>
        <pc:sldLayoutChg chg="addSp">
          <pc:chgData name="Tim Warner" userId="1d9b2d89684621c1" providerId="LiveId" clId="{049A3222-CDBA-4E39-B7BD-CAD1354B2092}" dt="2024-03-28T18:02:01.089" v="920"/>
          <pc:sldLayoutMkLst>
            <pc:docMk/>
            <pc:sldMasterMk cId="1213487532" sldId="2147483676"/>
            <pc:sldLayoutMk cId="201298863" sldId="2147483677"/>
          </pc:sldLayoutMkLst>
        </pc:sldLayoutChg>
        <pc:sldLayoutChg chg="addSp">
          <pc:chgData name="Tim Warner" userId="1d9b2d89684621c1" providerId="LiveId" clId="{049A3222-CDBA-4E39-B7BD-CAD1354B2092}" dt="2024-03-28T18:02:01.089" v="920"/>
          <pc:sldLayoutMkLst>
            <pc:docMk/>
            <pc:sldMasterMk cId="1213487532" sldId="2147483676"/>
            <pc:sldLayoutMk cId="835686182" sldId="2147483678"/>
          </pc:sldLayoutMkLst>
        </pc:sldLayoutChg>
        <pc:sldLayoutChg chg="addSp">
          <pc:chgData name="Tim Warner" userId="1d9b2d89684621c1" providerId="LiveId" clId="{049A3222-CDBA-4E39-B7BD-CAD1354B2092}" dt="2024-03-28T18:02:01.089" v="920"/>
          <pc:sldLayoutMkLst>
            <pc:docMk/>
            <pc:sldMasterMk cId="1213487532" sldId="2147483676"/>
            <pc:sldLayoutMk cId="974189448" sldId="2147483679"/>
          </pc:sldLayoutMkLst>
        </pc:sldLayoutChg>
        <pc:sldLayoutChg chg="addSp">
          <pc:chgData name="Tim Warner" userId="1d9b2d89684621c1" providerId="LiveId" clId="{049A3222-CDBA-4E39-B7BD-CAD1354B2092}" dt="2024-03-28T18:02:01.089" v="920"/>
          <pc:sldLayoutMkLst>
            <pc:docMk/>
            <pc:sldMasterMk cId="1213487532" sldId="2147483676"/>
            <pc:sldLayoutMk cId="3002776102" sldId="2147483680"/>
          </pc:sldLayoutMkLst>
        </pc:sldLayoutChg>
        <pc:sldLayoutChg chg="addSp">
          <pc:chgData name="Tim Warner" userId="1d9b2d89684621c1" providerId="LiveId" clId="{049A3222-CDBA-4E39-B7BD-CAD1354B2092}" dt="2024-03-28T18:02:01.089" v="920"/>
          <pc:sldLayoutMkLst>
            <pc:docMk/>
            <pc:sldMasterMk cId="1213487532" sldId="2147483676"/>
            <pc:sldLayoutMk cId="3123423124" sldId="2147483681"/>
          </pc:sldLayoutMkLst>
        </pc:sldLayoutChg>
        <pc:sldLayoutChg chg="addSp">
          <pc:chgData name="Tim Warner" userId="1d9b2d89684621c1" providerId="LiveId" clId="{049A3222-CDBA-4E39-B7BD-CAD1354B2092}" dt="2024-03-28T18:02:01.089" v="920"/>
          <pc:sldLayoutMkLst>
            <pc:docMk/>
            <pc:sldMasterMk cId="1213487532" sldId="2147483676"/>
            <pc:sldLayoutMk cId="1563496081" sldId="2147483682"/>
          </pc:sldLayoutMkLst>
        </pc:sldLayoutChg>
        <pc:sldLayoutChg chg="addSp">
          <pc:chgData name="Tim Warner" userId="1d9b2d89684621c1" providerId="LiveId" clId="{049A3222-CDBA-4E39-B7BD-CAD1354B2092}" dt="2024-03-28T18:02:01.089" v="920"/>
          <pc:sldLayoutMkLst>
            <pc:docMk/>
            <pc:sldMasterMk cId="1213487532" sldId="2147483676"/>
            <pc:sldLayoutMk cId="1234905106" sldId="2147483683"/>
          </pc:sldLayoutMkLst>
        </pc:sldLayoutChg>
        <pc:sldLayoutChg chg="addSp">
          <pc:chgData name="Tim Warner" userId="1d9b2d89684621c1" providerId="LiveId" clId="{049A3222-CDBA-4E39-B7BD-CAD1354B2092}" dt="2024-03-28T18:02:01.089" v="920"/>
          <pc:sldLayoutMkLst>
            <pc:docMk/>
            <pc:sldMasterMk cId="1213487532" sldId="2147483676"/>
            <pc:sldLayoutMk cId="3533376440" sldId="2147483684"/>
          </pc:sldLayoutMkLst>
        </pc:sldLayoutChg>
        <pc:sldLayoutChg chg="addSp">
          <pc:chgData name="Tim Warner" userId="1d9b2d89684621c1" providerId="LiveId" clId="{049A3222-CDBA-4E39-B7BD-CAD1354B2092}" dt="2024-03-28T18:02:01.089" v="920"/>
          <pc:sldLayoutMkLst>
            <pc:docMk/>
            <pc:sldMasterMk cId="1213487532" sldId="2147483676"/>
            <pc:sldLayoutMk cId="2581220670" sldId="2147483685"/>
          </pc:sldLayoutMkLst>
        </pc:sldLayoutChg>
      </pc:sldMasterChg>
      <pc:sldMasterChg chg="addSp modSldLayout">
        <pc:chgData name="Tim Warner" userId="1d9b2d89684621c1" providerId="LiveId" clId="{049A3222-CDBA-4E39-B7BD-CAD1354B2092}" dt="2024-03-28T18:02:52.272" v="921"/>
        <pc:sldMasterMkLst>
          <pc:docMk/>
          <pc:sldMasterMk cId="1891518489" sldId="2147483686"/>
        </pc:sldMasterMkLst>
        <pc:sldLayoutChg chg="addSp">
          <pc:chgData name="Tim Warner" userId="1d9b2d89684621c1" providerId="LiveId" clId="{049A3222-CDBA-4E39-B7BD-CAD1354B2092}" dt="2024-03-28T18:02:52.272" v="921"/>
          <pc:sldLayoutMkLst>
            <pc:docMk/>
            <pc:sldMasterMk cId="1891518489" sldId="2147483686"/>
            <pc:sldLayoutMk cId="1853577793" sldId="2147483687"/>
          </pc:sldLayoutMkLst>
        </pc:sldLayoutChg>
        <pc:sldLayoutChg chg="addSp">
          <pc:chgData name="Tim Warner" userId="1d9b2d89684621c1" providerId="LiveId" clId="{049A3222-CDBA-4E39-B7BD-CAD1354B2092}" dt="2024-03-28T18:02:52.272" v="921"/>
          <pc:sldLayoutMkLst>
            <pc:docMk/>
            <pc:sldMasterMk cId="1891518489" sldId="2147483686"/>
            <pc:sldLayoutMk cId="487866842" sldId="2147483688"/>
          </pc:sldLayoutMkLst>
        </pc:sldLayoutChg>
        <pc:sldLayoutChg chg="addSp">
          <pc:chgData name="Tim Warner" userId="1d9b2d89684621c1" providerId="LiveId" clId="{049A3222-CDBA-4E39-B7BD-CAD1354B2092}" dt="2024-03-28T18:02:52.272" v="921"/>
          <pc:sldLayoutMkLst>
            <pc:docMk/>
            <pc:sldMasterMk cId="1891518489" sldId="2147483686"/>
            <pc:sldLayoutMk cId="435833829" sldId="2147483689"/>
          </pc:sldLayoutMkLst>
        </pc:sldLayoutChg>
        <pc:sldLayoutChg chg="addSp">
          <pc:chgData name="Tim Warner" userId="1d9b2d89684621c1" providerId="LiveId" clId="{049A3222-CDBA-4E39-B7BD-CAD1354B2092}" dt="2024-03-28T18:02:52.272" v="921"/>
          <pc:sldLayoutMkLst>
            <pc:docMk/>
            <pc:sldMasterMk cId="1891518489" sldId="2147483686"/>
            <pc:sldLayoutMk cId="2721234625" sldId="2147483690"/>
          </pc:sldLayoutMkLst>
        </pc:sldLayoutChg>
        <pc:sldLayoutChg chg="addSp">
          <pc:chgData name="Tim Warner" userId="1d9b2d89684621c1" providerId="LiveId" clId="{049A3222-CDBA-4E39-B7BD-CAD1354B2092}" dt="2024-03-28T18:02:52.272" v="921"/>
          <pc:sldLayoutMkLst>
            <pc:docMk/>
            <pc:sldMasterMk cId="1891518489" sldId="2147483686"/>
            <pc:sldLayoutMk cId="271201559" sldId="2147483691"/>
          </pc:sldLayoutMkLst>
        </pc:sldLayoutChg>
        <pc:sldLayoutChg chg="addSp">
          <pc:chgData name="Tim Warner" userId="1d9b2d89684621c1" providerId="LiveId" clId="{049A3222-CDBA-4E39-B7BD-CAD1354B2092}" dt="2024-03-28T18:02:52.272" v="921"/>
          <pc:sldLayoutMkLst>
            <pc:docMk/>
            <pc:sldMasterMk cId="1891518489" sldId="2147483686"/>
            <pc:sldLayoutMk cId="3099102027" sldId="2147483692"/>
          </pc:sldLayoutMkLst>
        </pc:sldLayoutChg>
        <pc:sldLayoutChg chg="addSp">
          <pc:chgData name="Tim Warner" userId="1d9b2d89684621c1" providerId="LiveId" clId="{049A3222-CDBA-4E39-B7BD-CAD1354B2092}" dt="2024-03-28T18:02:52.272" v="921"/>
          <pc:sldLayoutMkLst>
            <pc:docMk/>
            <pc:sldMasterMk cId="1891518489" sldId="2147483686"/>
            <pc:sldLayoutMk cId="3922228819" sldId="2147483693"/>
          </pc:sldLayoutMkLst>
        </pc:sldLayoutChg>
        <pc:sldLayoutChg chg="addSp">
          <pc:chgData name="Tim Warner" userId="1d9b2d89684621c1" providerId="LiveId" clId="{049A3222-CDBA-4E39-B7BD-CAD1354B2092}" dt="2024-03-28T18:02:52.272" v="921"/>
          <pc:sldLayoutMkLst>
            <pc:docMk/>
            <pc:sldMasterMk cId="1891518489" sldId="2147483686"/>
            <pc:sldLayoutMk cId="4172994892" sldId="2147483694"/>
          </pc:sldLayoutMkLst>
        </pc:sldLayoutChg>
        <pc:sldLayoutChg chg="addSp">
          <pc:chgData name="Tim Warner" userId="1d9b2d89684621c1" providerId="LiveId" clId="{049A3222-CDBA-4E39-B7BD-CAD1354B2092}" dt="2024-03-28T18:02:52.272" v="921"/>
          <pc:sldLayoutMkLst>
            <pc:docMk/>
            <pc:sldMasterMk cId="1891518489" sldId="2147483686"/>
            <pc:sldLayoutMk cId="1880789326" sldId="2147483695"/>
          </pc:sldLayoutMkLst>
        </pc:sldLayoutChg>
      </pc:sldMasterChg>
      <pc:sldMasterChg chg="addSp modSldLayout">
        <pc:chgData name="Tim Warner" userId="1d9b2d89684621c1" providerId="LiveId" clId="{049A3222-CDBA-4E39-B7BD-CAD1354B2092}" dt="2024-03-28T18:03:16.114" v="922"/>
        <pc:sldMasterMkLst>
          <pc:docMk/>
          <pc:sldMasterMk cId="2798786579" sldId="2147483696"/>
        </pc:sldMasterMkLst>
        <pc:sldLayoutChg chg="addSp">
          <pc:chgData name="Tim Warner" userId="1d9b2d89684621c1" providerId="LiveId" clId="{049A3222-CDBA-4E39-B7BD-CAD1354B2092}" dt="2024-03-28T18:03:16.114" v="922"/>
          <pc:sldLayoutMkLst>
            <pc:docMk/>
            <pc:sldMasterMk cId="2798786579" sldId="2147483696"/>
            <pc:sldLayoutMk cId="264481297" sldId="2147483697"/>
          </pc:sldLayoutMkLst>
        </pc:sldLayoutChg>
        <pc:sldLayoutChg chg="addSp">
          <pc:chgData name="Tim Warner" userId="1d9b2d89684621c1" providerId="LiveId" clId="{049A3222-CDBA-4E39-B7BD-CAD1354B2092}" dt="2024-03-28T18:03:16.114" v="922"/>
          <pc:sldLayoutMkLst>
            <pc:docMk/>
            <pc:sldMasterMk cId="2798786579" sldId="2147483696"/>
            <pc:sldLayoutMk cId="2385385372" sldId="2147483698"/>
          </pc:sldLayoutMkLst>
        </pc:sldLayoutChg>
        <pc:sldLayoutChg chg="addSp">
          <pc:chgData name="Tim Warner" userId="1d9b2d89684621c1" providerId="LiveId" clId="{049A3222-CDBA-4E39-B7BD-CAD1354B2092}" dt="2024-03-28T18:03:16.114" v="922"/>
          <pc:sldLayoutMkLst>
            <pc:docMk/>
            <pc:sldMasterMk cId="2798786579" sldId="2147483696"/>
            <pc:sldLayoutMk cId="948486234" sldId="2147483699"/>
          </pc:sldLayoutMkLst>
        </pc:sldLayoutChg>
        <pc:sldLayoutChg chg="addSp">
          <pc:chgData name="Tim Warner" userId="1d9b2d89684621c1" providerId="LiveId" clId="{049A3222-CDBA-4E39-B7BD-CAD1354B2092}" dt="2024-03-28T18:03:16.114" v="922"/>
          <pc:sldLayoutMkLst>
            <pc:docMk/>
            <pc:sldMasterMk cId="2798786579" sldId="2147483696"/>
            <pc:sldLayoutMk cId="3044878592" sldId="2147483700"/>
          </pc:sldLayoutMkLst>
        </pc:sldLayoutChg>
        <pc:sldLayoutChg chg="addSp">
          <pc:chgData name="Tim Warner" userId="1d9b2d89684621c1" providerId="LiveId" clId="{049A3222-CDBA-4E39-B7BD-CAD1354B2092}" dt="2024-03-28T18:03:16.114" v="922"/>
          <pc:sldLayoutMkLst>
            <pc:docMk/>
            <pc:sldMasterMk cId="2798786579" sldId="2147483696"/>
            <pc:sldLayoutMk cId="3463076090" sldId="2147483701"/>
          </pc:sldLayoutMkLst>
        </pc:sldLayoutChg>
        <pc:sldLayoutChg chg="addSp">
          <pc:chgData name="Tim Warner" userId="1d9b2d89684621c1" providerId="LiveId" clId="{049A3222-CDBA-4E39-B7BD-CAD1354B2092}" dt="2024-03-28T18:03:16.114" v="922"/>
          <pc:sldLayoutMkLst>
            <pc:docMk/>
            <pc:sldMasterMk cId="2798786579" sldId="2147483696"/>
            <pc:sldLayoutMk cId="604207005" sldId="2147483702"/>
          </pc:sldLayoutMkLst>
        </pc:sldLayoutChg>
        <pc:sldLayoutChg chg="addSp">
          <pc:chgData name="Tim Warner" userId="1d9b2d89684621c1" providerId="LiveId" clId="{049A3222-CDBA-4E39-B7BD-CAD1354B2092}" dt="2024-03-28T18:03:16.114" v="922"/>
          <pc:sldLayoutMkLst>
            <pc:docMk/>
            <pc:sldMasterMk cId="2798786579" sldId="2147483696"/>
            <pc:sldLayoutMk cId="1728566151" sldId="2147483703"/>
          </pc:sldLayoutMkLst>
        </pc:sldLayoutChg>
        <pc:sldLayoutChg chg="addSp">
          <pc:chgData name="Tim Warner" userId="1d9b2d89684621c1" providerId="LiveId" clId="{049A3222-CDBA-4E39-B7BD-CAD1354B2092}" dt="2024-03-28T18:03:16.114" v="922"/>
          <pc:sldLayoutMkLst>
            <pc:docMk/>
            <pc:sldMasterMk cId="2798786579" sldId="2147483696"/>
            <pc:sldLayoutMk cId="3579316738" sldId="2147483704"/>
          </pc:sldLayoutMkLst>
        </pc:sldLayoutChg>
        <pc:sldLayoutChg chg="addSp">
          <pc:chgData name="Tim Warner" userId="1d9b2d89684621c1" providerId="LiveId" clId="{049A3222-CDBA-4E39-B7BD-CAD1354B2092}" dt="2024-03-28T18:03:16.114" v="922"/>
          <pc:sldLayoutMkLst>
            <pc:docMk/>
            <pc:sldMasterMk cId="2798786579" sldId="2147483696"/>
            <pc:sldLayoutMk cId="1820708096" sldId="2147483705"/>
          </pc:sldLayoutMkLst>
        </pc:sldLayoutChg>
      </pc:sldMasterChg>
    </pc:docChg>
  </pc:docChgLst>
  <pc:docChgLst>
    <pc:chgData name="Tim Warner" userId="1d9b2d89684621c1" providerId="LiveId" clId="{71EB3F92-BC30-4D26-A14E-B13F436E5EA3}"/>
    <pc:docChg chg="addSld modSld">
      <pc:chgData name="Tim Warner" userId="1d9b2d89684621c1" providerId="LiveId" clId="{71EB3F92-BC30-4D26-A14E-B13F436E5EA3}" dt="2025-06-24T21:31:03.610" v="63"/>
      <pc:docMkLst>
        <pc:docMk/>
      </pc:docMkLst>
      <pc:sldChg chg="modSp add mod">
        <pc:chgData name="Tim Warner" userId="1d9b2d89684621c1" providerId="LiveId" clId="{71EB3F92-BC30-4D26-A14E-B13F436E5EA3}" dt="2025-06-24T21:31:03.610" v="63"/>
        <pc:sldMkLst>
          <pc:docMk/>
          <pc:sldMk cId="667037779" sldId="347"/>
        </pc:sldMkLst>
      </pc:sldChg>
      <pc:sldChg chg="modSp add mod">
        <pc:chgData name="Tim Warner" userId="1d9b2d89684621c1" providerId="LiveId" clId="{71EB3F92-BC30-4D26-A14E-B13F436E5EA3}" dt="2025-06-24T21:30:56.425" v="62"/>
        <pc:sldMkLst>
          <pc:docMk/>
          <pc:sldMk cId="591404376" sldId="348"/>
        </pc:sldMkLst>
      </pc:sldChg>
    </pc:docChg>
  </pc:docChgLst>
  <pc:docChgLst>
    <pc:chgData name="Tim Warner" userId="1d9b2d89684621c1" providerId="LiveId" clId="{714D1BBA-1A26-4734-9F47-2E733DD8EF17}"/>
    <pc:docChg chg="modSld">
      <pc:chgData name="Tim Warner" userId="1d9b2d89684621c1" providerId="LiveId" clId="{714D1BBA-1A26-4734-9F47-2E733DD8EF17}" dt="2025-06-24T20:50:19.480" v="62"/>
      <pc:docMkLst>
        <pc:docMk/>
      </pc:docMkLst>
      <pc:sldChg chg="modSp mod">
        <pc:chgData name="Tim Warner" userId="1d9b2d89684621c1" providerId="LiveId" clId="{714D1BBA-1A26-4734-9F47-2E733DD8EF17}" dt="2025-06-24T20:50:12.538" v="61"/>
        <pc:sldMkLst>
          <pc:docMk/>
          <pc:sldMk cId="914007193" sldId="347"/>
        </pc:sldMkLst>
      </pc:sldChg>
      <pc:sldChg chg="modSp mod">
        <pc:chgData name="Tim Warner" userId="1d9b2d89684621c1" providerId="LiveId" clId="{714D1BBA-1A26-4734-9F47-2E733DD8EF17}" dt="2025-06-24T20:50:19.480" v="62"/>
        <pc:sldMkLst>
          <pc:docMk/>
          <pc:sldMk cId="1161106545" sldId="348"/>
        </pc:sldMkLst>
      </pc:sldChg>
    </pc:docChg>
  </pc:docChgLst>
  <pc:docChgLst>
    <pc:chgData name="Tim Warner" userId="1d9b2d89684621c1" providerId="LiveId" clId="{E36CA815-55E9-4B35-919A-B712262FF157}"/>
    <pc:docChg chg="modSld">
      <pc:chgData name="Tim Warner" userId="1d9b2d89684621c1" providerId="LiveId" clId="{E36CA815-55E9-4B35-919A-B712262FF157}" dt="2025-06-24T21:35:27.898" v="47"/>
      <pc:docMkLst>
        <pc:docMk/>
      </pc:docMkLst>
      <pc:sldChg chg="modSp mod">
        <pc:chgData name="Tim Warner" userId="1d9b2d89684621c1" providerId="LiveId" clId="{E36CA815-55E9-4B35-919A-B712262FF157}" dt="2025-06-24T21:35:27.898" v="47"/>
        <pc:sldMkLst>
          <pc:docMk/>
          <pc:sldMk cId="667037779" sldId="347"/>
        </pc:sldMkLst>
      </pc:sldChg>
      <pc:sldChg chg="modSp mod">
        <pc:chgData name="Tim Warner" userId="1d9b2d89684621c1" providerId="LiveId" clId="{E36CA815-55E9-4B35-919A-B712262FF157}" dt="2025-06-24T21:35:19.112" v="46"/>
        <pc:sldMkLst>
          <pc:docMk/>
          <pc:sldMk cId="591404376" sldId="348"/>
        </pc:sldMkLst>
      </pc:sldChg>
    </pc:docChg>
  </pc:docChgLst>
  <pc:docChgLst>
    <pc:chgData name="Tim Warner" userId="1d9b2d89684621c1" providerId="LiveId" clId="{53524EDE-485A-47DD-9453-A419D6719EBE}"/>
    <pc:docChg chg="addSld delSld modSld">
      <pc:chgData name="Tim Warner" userId="1d9b2d89684621c1" providerId="LiveId" clId="{53524EDE-485A-47DD-9453-A419D6719EBE}" dt="2024-04-10T22:18:06.398" v="115" actId="20577"/>
      <pc:docMkLst>
        <pc:docMk/>
      </pc:docMkLst>
      <pc:sldChg chg="modSp mod modAnim">
        <pc:chgData name="Tim Warner" userId="1d9b2d89684621c1" providerId="LiveId" clId="{53524EDE-485A-47DD-9453-A419D6719EBE}" dt="2024-04-10T18:02:34.574" v="7" actId="20577"/>
        <pc:sldMkLst>
          <pc:docMk/>
          <pc:sldMk cId="921485155" sldId="286"/>
        </pc:sldMkLst>
      </pc:sldChg>
      <pc:sldChg chg="modSp mod">
        <pc:chgData name="Tim Warner" userId="1d9b2d89684621c1" providerId="LiveId" clId="{53524EDE-485A-47DD-9453-A419D6719EBE}" dt="2024-04-10T21:58:37.087" v="104" actId="20577"/>
        <pc:sldMkLst>
          <pc:docMk/>
          <pc:sldMk cId="378133628" sldId="302"/>
        </pc:sldMkLst>
      </pc:sldChg>
      <pc:sldChg chg="del">
        <pc:chgData name="Tim Warner" userId="1d9b2d89684621c1" providerId="LiveId" clId="{53524EDE-485A-47DD-9453-A419D6719EBE}" dt="2024-04-10T18:23:53.330" v="94" actId="2696"/>
        <pc:sldMkLst>
          <pc:docMk/>
          <pc:sldMk cId="157688393" sldId="311"/>
        </pc:sldMkLst>
      </pc:sldChg>
      <pc:sldChg chg="modSp mod modAnim">
        <pc:chgData name="Tim Warner" userId="1d9b2d89684621c1" providerId="LiveId" clId="{53524EDE-485A-47DD-9453-A419D6719EBE}" dt="2024-04-10T18:03:09.531" v="13" actId="20577"/>
        <pc:sldMkLst>
          <pc:docMk/>
          <pc:sldMk cId="2714711897" sldId="313"/>
        </pc:sldMkLst>
      </pc:sldChg>
      <pc:sldChg chg="modSp mod modAnim">
        <pc:chgData name="Tim Warner" userId="1d9b2d89684621c1" providerId="LiveId" clId="{53524EDE-485A-47DD-9453-A419D6719EBE}" dt="2024-04-10T22:18:01.139" v="114" actId="20577"/>
        <pc:sldMkLst>
          <pc:docMk/>
          <pc:sldMk cId="3757843041" sldId="315"/>
        </pc:sldMkLst>
      </pc:sldChg>
      <pc:sldChg chg="modSp mod modAnim">
        <pc:chgData name="Tim Warner" userId="1d9b2d89684621c1" providerId="LiveId" clId="{53524EDE-485A-47DD-9453-A419D6719EBE}" dt="2024-04-10T22:18:06.398" v="115" actId="20577"/>
        <pc:sldMkLst>
          <pc:docMk/>
          <pc:sldMk cId="3196191762" sldId="317"/>
        </pc:sldMkLst>
      </pc:sldChg>
      <pc:sldChg chg="modSp mod modAnim">
        <pc:chgData name="Tim Warner" userId="1d9b2d89684621c1" providerId="LiveId" clId="{53524EDE-485A-47DD-9453-A419D6719EBE}" dt="2024-04-10T22:17:25.589" v="110" actId="20577"/>
        <pc:sldMkLst>
          <pc:docMk/>
          <pc:sldMk cId="1902191890" sldId="319"/>
        </pc:sldMkLst>
      </pc:sldChg>
      <pc:sldChg chg="modSp mod modAnim">
        <pc:chgData name="Tim Warner" userId="1d9b2d89684621c1" providerId="LiveId" clId="{53524EDE-485A-47DD-9453-A419D6719EBE}" dt="2024-04-10T22:16:41.357" v="106" actId="20577"/>
        <pc:sldMkLst>
          <pc:docMk/>
          <pc:sldMk cId="2142833354" sldId="321"/>
        </pc:sldMkLst>
      </pc:sldChg>
      <pc:sldChg chg="modSp add mod modAnim">
        <pc:chgData name="Tim Warner" userId="1d9b2d89684621c1" providerId="LiveId" clId="{53524EDE-485A-47DD-9453-A419D6719EBE}" dt="2024-04-10T18:23:45.959" v="93" actId="14100"/>
        <pc:sldMkLst>
          <pc:docMk/>
          <pc:sldMk cId="1576907163" sldId="322"/>
        </pc:sldMkLst>
      </pc:sldChg>
    </pc:docChg>
  </pc:docChgLst>
  <pc:docChgLst>
    <pc:chgData name="Tim Warner" userId="1d9b2d89684621c1" providerId="LiveId" clId="{30B86B03-DDEF-47F6-B408-86A01F5C0B2F}"/>
    <pc:docChg chg="delSld modSld">
      <pc:chgData name="Tim Warner" userId="1d9b2d89684621c1" providerId="LiveId" clId="{30B86B03-DDEF-47F6-B408-86A01F5C0B2F}" dt="2025-06-24T21:13:19.174" v="49"/>
      <pc:docMkLst>
        <pc:docMk/>
      </pc:docMkLst>
      <pc:sldChg chg="modSp mod">
        <pc:chgData name="Tim Warner" userId="1d9b2d89684621c1" providerId="LiveId" clId="{30B86B03-DDEF-47F6-B408-86A01F5C0B2F}" dt="2025-06-24T21:12:55.895" v="45" actId="403"/>
        <pc:sldMkLst>
          <pc:docMk/>
          <pc:sldMk cId="2539485740" sldId="292"/>
        </pc:sldMkLst>
      </pc:sldChg>
      <pc:sldChg chg="modSp mod">
        <pc:chgData name="Tim Warner" userId="1d9b2d89684621c1" providerId="LiveId" clId="{30B86B03-DDEF-47F6-B408-86A01F5C0B2F}" dt="2025-06-24T21:13:06.138" v="47"/>
        <pc:sldMkLst>
          <pc:docMk/>
          <pc:sldMk cId="486668636" sldId="293"/>
        </pc:sldMkLst>
      </pc:sldChg>
      <pc:sldChg chg="modSp mod">
        <pc:chgData name="Tim Warner" userId="1d9b2d89684621c1" providerId="LiveId" clId="{30B86B03-DDEF-47F6-B408-86A01F5C0B2F}" dt="2025-06-24T21:13:12.815" v="48"/>
        <pc:sldMkLst>
          <pc:docMk/>
          <pc:sldMk cId="1829040019" sldId="343"/>
        </pc:sldMkLst>
      </pc:sldChg>
      <pc:sldChg chg="modSp mod">
        <pc:chgData name="Tim Warner" userId="1d9b2d89684621c1" providerId="LiveId" clId="{30B86B03-DDEF-47F6-B408-86A01F5C0B2F}" dt="2025-06-24T21:13:19.174" v="49"/>
        <pc:sldMkLst>
          <pc:docMk/>
          <pc:sldMk cId="947907938" sldId="346"/>
        </pc:sldMkLst>
      </pc:sldChg>
      <pc:sldChg chg="del">
        <pc:chgData name="Tim Warner" userId="1d9b2d89684621c1" providerId="LiveId" clId="{30B86B03-DDEF-47F6-B408-86A01F5C0B2F}" dt="2025-06-24T21:13:00.168" v="46" actId="2696"/>
        <pc:sldMkLst>
          <pc:docMk/>
          <pc:sldMk cId="578841353" sldId="347"/>
        </pc:sldMkLst>
      </pc:sldChg>
    </pc:docChg>
  </pc:docChgLst>
  <pc:docChgLst>
    <pc:chgData name="Tim Warner" userId="1d9b2d89684621c1" providerId="LiveId" clId="{5607CA2D-28E3-410C-9D7E-4E5693CD5A18}"/>
    <pc:docChg chg="delSld modSld">
      <pc:chgData name="Tim Warner" userId="1d9b2d89684621c1" providerId="LiveId" clId="{5607CA2D-28E3-410C-9D7E-4E5693CD5A18}" dt="2025-06-24T20:57:28.292" v="48"/>
      <pc:docMkLst>
        <pc:docMk/>
      </pc:docMkLst>
      <pc:sldChg chg="modSp mod">
        <pc:chgData name="Tim Warner" userId="1d9b2d89684621c1" providerId="LiveId" clId="{5607CA2D-28E3-410C-9D7E-4E5693CD5A18}" dt="2025-06-24T20:56:46.304" v="42" actId="20577"/>
        <pc:sldMkLst>
          <pc:docMk/>
          <pc:sldMk cId="2539485740" sldId="292"/>
        </pc:sldMkLst>
      </pc:sldChg>
      <pc:sldChg chg="modSp mod">
        <pc:chgData name="Tim Warner" userId="1d9b2d89684621c1" providerId="LiveId" clId="{5607CA2D-28E3-410C-9D7E-4E5693CD5A18}" dt="2025-06-24T20:57:20.908" v="47"/>
        <pc:sldMkLst>
          <pc:docMk/>
          <pc:sldMk cId="914007193" sldId="347"/>
        </pc:sldMkLst>
      </pc:sldChg>
      <pc:sldChg chg="del">
        <pc:chgData name="Tim Warner" userId="1d9b2d89684621c1" providerId="LiveId" clId="{5607CA2D-28E3-410C-9D7E-4E5693CD5A18}" dt="2025-06-24T20:56:53.498" v="43" actId="2696"/>
        <pc:sldMkLst>
          <pc:docMk/>
          <pc:sldMk cId="3950908850" sldId="348"/>
        </pc:sldMkLst>
      </pc:sldChg>
      <pc:sldChg chg="modSp mod">
        <pc:chgData name="Tim Warner" userId="1d9b2d89684621c1" providerId="LiveId" clId="{5607CA2D-28E3-410C-9D7E-4E5693CD5A18}" dt="2025-06-24T20:57:28.292" v="48"/>
        <pc:sldMkLst>
          <pc:docMk/>
          <pc:sldMk cId="1639766347" sldId="349"/>
        </pc:sldMkLst>
      </pc:sldChg>
    </pc:docChg>
  </pc:docChgLst>
  <pc:docChgLst>
    <pc:chgData name="Tim Warner" userId="1d9b2d89684621c1" providerId="LiveId" clId="{2168E423-075E-4248-A909-587DB74F31DC}"/>
    <pc:docChg chg="addSld modSld">
      <pc:chgData name="Tim Warner" userId="1d9b2d89684621c1" providerId="LiveId" clId="{2168E423-075E-4248-A909-587DB74F31DC}" dt="2025-06-24T21:39:36.674" v="46"/>
      <pc:docMkLst>
        <pc:docMk/>
      </pc:docMkLst>
      <pc:sldChg chg="modSp add mod">
        <pc:chgData name="Tim Warner" userId="1d9b2d89684621c1" providerId="LiveId" clId="{2168E423-075E-4248-A909-587DB74F31DC}" dt="2025-06-24T21:39:21.734" v="44"/>
        <pc:sldMkLst>
          <pc:docMk/>
          <pc:sldMk cId="1674727924" sldId="347"/>
        </pc:sldMkLst>
      </pc:sldChg>
      <pc:sldChg chg="modSp add mod">
        <pc:chgData name="Tim Warner" userId="1d9b2d89684621c1" providerId="LiveId" clId="{2168E423-075E-4248-A909-587DB74F31DC}" dt="2025-06-24T21:39:28.459" v="45"/>
        <pc:sldMkLst>
          <pc:docMk/>
          <pc:sldMk cId="1347926615" sldId="348"/>
        </pc:sldMkLst>
      </pc:sldChg>
      <pc:sldChg chg="modSp add mod">
        <pc:chgData name="Tim Warner" userId="1d9b2d89684621c1" providerId="LiveId" clId="{2168E423-075E-4248-A909-587DB74F31DC}" dt="2025-06-24T21:39:36.674" v="46"/>
        <pc:sldMkLst>
          <pc:docMk/>
          <pc:sldMk cId="2149297809" sldId="349"/>
        </pc:sldMkLst>
      </pc:sldChg>
    </pc:docChg>
  </pc:docChgLst>
  <pc:docChgLst>
    <pc:chgData name="Tim Warner" userId="1d9b2d89684621c1" providerId="LiveId" clId="{D492D3F7-A47E-49C7-A890-44F786178671}"/>
    <pc:docChg chg="addSld modSld">
      <pc:chgData name="Tim Warner" userId="1d9b2d89684621c1" providerId="LiveId" clId="{D492D3F7-A47E-49C7-A890-44F786178671}" dt="2025-06-24T20:48:36.970" v="50"/>
      <pc:docMkLst>
        <pc:docMk/>
      </pc:docMkLst>
      <pc:sldChg chg="modSp mod">
        <pc:chgData name="Tim Warner" userId="1d9b2d89684621c1" providerId="LiveId" clId="{D492D3F7-A47E-49C7-A890-44F786178671}" dt="2025-06-24T20:48:05.402" v="45"/>
        <pc:sldMkLst>
          <pc:docMk/>
          <pc:sldMk cId="486668636" sldId="293"/>
        </pc:sldMkLst>
      </pc:sldChg>
      <pc:sldChg chg="modSp mod">
        <pc:chgData name="Tim Warner" userId="1d9b2d89684621c1" providerId="LiveId" clId="{D492D3F7-A47E-49C7-A890-44F786178671}" dt="2025-06-24T20:48:11.870" v="46"/>
        <pc:sldMkLst>
          <pc:docMk/>
          <pc:sldMk cId="1829040019" sldId="343"/>
        </pc:sldMkLst>
      </pc:sldChg>
      <pc:sldChg chg="modSp mod">
        <pc:chgData name="Tim Warner" userId="1d9b2d89684621c1" providerId="LiveId" clId="{D492D3F7-A47E-49C7-A890-44F786178671}" dt="2025-06-24T20:48:18.143" v="47"/>
        <pc:sldMkLst>
          <pc:docMk/>
          <pc:sldMk cId="947907938" sldId="346"/>
        </pc:sldMkLst>
      </pc:sldChg>
      <pc:sldChg chg="modSp add mod">
        <pc:chgData name="Tim Warner" userId="1d9b2d89684621c1" providerId="LiveId" clId="{D492D3F7-A47E-49C7-A890-44F786178671}" dt="2025-06-24T20:48:25.657" v="48"/>
        <pc:sldMkLst>
          <pc:docMk/>
          <pc:sldMk cId="914007193" sldId="347"/>
        </pc:sldMkLst>
      </pc:sldChg>
      <pc:sldChg chg="modSp add mod">
        <pc:chgData name="Tim Warner" userId="1d9b2d89684621c1" providerId="LiveId" clId="{D492D3F7-A47E-49C7-A890-44F786178671}" dt="2025-06-24T20:48:36.970" v="50"/>
        <pc:sldMkLst>
          <pc:docMk/>
          <pc:sldMk cId="1161106545" sldId="348"/>
        </pc:sldMkLst>
      </pc:sldChg>
    </pc:docChg>
  </pc:docChgLst>
  <pc:docChgLst>
    <pc:chgData name="Tim Warner" userId="1d9b2d89684621c1" providerId="LiveId" clId="{8B1F3DE0-DA8C-4B96-B2EC-FDF38A668E3E}"/>
    <pc:docChg chg="addSld modSld">
      <pc:chgData name="Tim Warner" userId="1d9b2d89684621c1" providerId="LiveId" clId="{8B1F3DE0-DA8C-4B96-B2EC-FDF38A668E3E}" dt="2025-06-24T21:14:45.366" v="33" actId="403"/>
      <pc:docMkLst>
        <pc:docMk/>
      </pc:docMkLst>
      <pc:sldChg chg="modSp add mod">
        <pc:chgData name="Tim Warner" userId="1d9b2d89684621c1" providerId="LiveId" clId="{8B1F3DE0-DA8C-4B96-B2EC-FDF38A668E3E}" dt="2025-06-24T21:14:37.143" v="32"/>
        <pc:sldMkLst>
          <pc:docMk/>
          <pc:sldMk cId="1645881445" sldId="347"/>
        </pc:sldMkLst>
      </pc:sldChg>
    </pc:docChg>
  </pc:docChgLst>
  <pc:docChgLst>
    <pc:chgData name="Tim Warner" userId="1d9b2d89684621c1" providerId="LiveId" clId="{F70FC672-E669-40ED-876E-721E7E559E1C}"/>
    <pc:docChg chg="delSld modSld">
      <pc:chgData name="Tim Warner" userId="1d9b2d89684621c1" providerId="LiveId" clId="{F70FC672-E669-40ED-876E-721E7E559E1C}" dt="2025-06-24T20:52:01.720" v="51"/>
      <pc:docMkLst>
        <pc:docMk/>
      </pc:docMkLst>
      <pc:sldChg chg="modSp mod">
        <pc:chgData name="Tim Warner" userId="1d9b2d89684621c1" providerId="LiveId" clId="{F70FC672-E669-40ED-876E-721E7E559E1C}" dt="2025-06-24T20:52:01.720" v="51"/>
        <pc:sldMkLst>
          <pc:docMk/>
          <pc:sldMk cId="914007193" sldId="347"/>
        </pc:sldMkLst>
      </pc:sldChg>
      <pc:sldChg chg="del">
        <pc:chgData name="Tim Warner" userId="1d9b2d89684621c1" providerId="LiveId" clId="{F70FC672-E669-40ED-876E-721E7E559E1C}" dt="2025-06-24T20:51:33.607" v="47" actId="2696"/>
        <pc:sldMkLst>
          <pc:docMk/>
          <pc:sldMk cId="1161106545" sldId="348"/>
        </pc:sldMkLst>
      </pc:sldChg>
    </pc:docChg>
  </pc:docChgLst>
  <pc:docChgLst>
    <pc:chgData name="Tim Warner" userId="1d9b2d89684621c1" providerId="LiveId" clId="{4E6B5FD3-CB80-4C25-ADA7-8D9979C03CD2}"/>
    <pc:docChg chg="addSld modSld">
      <pc:chgData name="Tim Warner" userId="1d9b2d89684621c1" providerId="LiveId" clId="{4E6B5FD3-CB80-4C25-ADA7-8D9979C03CD2}" dt="2025-06-24T21:10:14.100" v="47"/>
      <pc:docMkLst>
        <pc:docMk/>
      </pc:docMkLst>
      <pc:sldChg chg="modSp mod">
        <pc:chgData name="Tim Warner" userId="1d9b2d89684621c1" providerId="LiveId" clId="{4E6B5FD3-CB80-4C25-ADA7-8D9979C03CD2}" dt="2025-06-24T21:09:29.399" v="39" actId="404"/>
        <pc:sldMkLst>
          <pc:docMk/>
          <pc:sldMk cId="2539485740" sldId="292"/>
        </pc:sldMkLst>
      </pc:sldChg>
      <pc:sldChg chg="modSp mod">
        <pc:chgData name="Tim Warner" userId="1d9b2d89684621c1" providerId="LiveId" clId="{4E6B5FD3-CB80-4C25-ADA7-8D9979C03CD2}" dt="2025-06-24T21:09:40.346" v="42"/>
        <pc:sldMkLst>
          <pc:docMk/>
          <pc:sldMk cId="486668636" sldId="293"/>
        </pc:sldMkLst>
      </pc:sldChg>
      <pc:sldChg chg="modSp mod">
        <pc:chgData name="Tim Warner" userId="1d9b2d89684621c1" providerId="LiveId" clId="{4E6B5FD3-CB80-4C25-ADA7-8D9979C03CD2}" dt="2025-06-24T21:09:47.228" v="43"/>
        <pc:sldMkLst>
          <pc:docMk/>
          <pc:sldMk cId="1829040019" sldId="343"/>
        </pc:sldMkLst>
      </pc:sldChg>
      <pc:sldChg chg="modSp mod">
        <pc:chgData name="Tim Warner" userId="1d9b2d89684621c1" providerId="LiveId" clId="{4E6B5FD3-CB80-4C25-ADA7-8D9979C03CD2}" dt="2025-06-24T21:09:53.355" v="44"/>
        <pc:sldMkLst>
          <pc:docMk/>
          <pc:sldMk cId="947907938" sldId="346"/>
        </pc:sldMkLst>
      </pc:sldChg>
      <pc:sldChg chg="modSp mod">
        <pc:chgData name="Tim Warner" userId="1d9b2d89684621c1" providerId="LiveId" clId="{4E6B5FD3-CB80-4C25-ADA7-8D9979C03CD2}" dt="2025-06-24T21:09:59.769" v="45"/>
        <pc:sldMkLst>
          <pc:docMk/>
          <pc:sldMk cId="578841353" sldId="347"/>
        </pc:sldMkLst>
      </pc:sldChg>
      <pc:sldChg chg="modSp add mod">
        <pc:chgData name="Tim Warner" userId="1d9b2d89684621c1" providerId="LiveId" clId="{4E6B5FD3-CB80-4C25-ADA7-8D9979C03CD2}" dt="2025-06-24T21:10:07.272" v="46"/>
        <pc:sldMkLst>
          <pc:docMk/>
          <pc:sldMk cId="2481810106" sldId="348"/>
        </pc:sldMkLst>
      </pc:sldChg>
      <pc:sldChg chg="modSp add mod">
        <pc:chgData name="Tim Warner" userId="1d9b2d89684621c1" providerId="LiveId" clId="{4E6B5FD3-CB80-4C25-ADA7-8D9979C03CD2}" dt="2025-06-24T21:10:14.100" v="47"/>
        <pc:sldMkLst>
          <pc:docMk/>
          <pc:sldMk cId="2982385580" sldId="349"/>
        </pc:sldMkLst>
      </pc:sldChg>
    </pc:docChg>
  </pc:docChgLst>
  <pc:docChgLst>
    <pc:chgData name="Tim Warner" userId="1d9b2d89684621c1" providerId="LiveId" clId="{BDA05E2F-6045-4D52-AEB6-CD90430EF884}"/>
    <pc:docChg chg="delSld modSld">
      <pc:chgData name="Tim Warner" userId="1d9b2d89684621c1" providerId="LiveId" clId="{BDA05E2F-6045-4D52-AEB6-CD90430EF884}" dt="2025-06-24T21:23:24.761" v="42"/>
      <pc:docMkLst>
        <pc:docMk/>
      </pc:docMkLst>
      <pc:sldChg chg="del">
        <pc:chgData name="Tim Warner" userId="1d9b2d89684621c1" providerId="LiveId" clId="{BDA05E2F-6045-4D52-AEB6-CD90430EF884}" dt="2025-06-24T21:23:05.003" v="39" actId="2696"/>
        <pc:sldMkLst>
          <pc:docMk/>
          <pc:sldMk cId="1645881445" sldId="347"/>
        </pc:sldMkLst>
      </pc:sldChg>
    </pc:docChg>
  </pc:docChgLst>
  <pc:docChgLst>
    <pc:chgData name="Tim Warner" userId="1d9b2d89684621c1" providerId="LiveId" clId="{7B0F5AF6-250C-4369-82D1-D7941885BC7D}"/>
    <pc:docChg chg="delSld modSld">
      <pc:chgData name="Tim Warner" userId="1d9b2d89684621c1" providerId="LiveId" clId="{7B0F5AF6-250C-4369-82D1-D7941885BC7D}" dt="2025-06-24T21:07:27.097" v="40"/>
      <pc:docMkLst>
        <pc:docMk/>
      </pc:docMkLst>
      <pc:sldChg chg="modSp mod">
        <pc:chgData name="Tim Warner" userId="1d9b2d89684621c1" providerId="LiveId" clId="{7B0F5AF6-250C-4369-82D1-D7941885BC7D}" dt="2025-06-24T21:07:27.097" v="40"/>
        <pc:sldMkLst>
          <pc:docMk/>
          <pc:sldMk cId="578841353" sldId="347"/>
        </pc:sldMkLst>
      </pc:sldChg>
      <pc:sldChg chg="del">
        <pc:chgData name="Tim Warner" userId="1d9b2d89684621c1" providerId="LiveId" clId="{7B0F5AF6-250C-4369-82D1-D7941885BC7D}" dt="2025-06-24T21:07:00.240" v="36" actId="2696"/>
        <pc:sldMkLst>
          <pc:docMk/>
          <pc:sldMk cId="3347137768" sldId="348"/>
        </pc:sldMkLst>
      </pc:sldChg>
    </pc:docChg>
  </pc:docChgLst>
  <pc:docChgLst>
    <pc:chgData name="Tim Warner" userId="1d9b2d89684621c1" providerId="LiveId" clId="{30AA01FF-FB21-41D6-980B-78D2390319E9}"/>
    <pc:docChg chg="addSld modSld">
      <pc:chgData name="Tim Warner" userId="1d9b2d89684621c1" providerId="LiveId" clId="{30AA01FF-FB21-41D6-980B-78D2390319E9}" dt="2025-06-24T20:55:39.664" v="48"/>
      <pc:docMkLst>
        <pc:docMk/>
      </pc:docMkLst>
      <pc:sldChg chg="modSp mod">
        <pc:chgData name="Tim Warner" userId="1d9b2d89684621c1" providerId="LiveId" clId="{30AA01FF-FB21-41D6-980B-78D2390319E9}" dt="2025-06-24T20:54:45.944" v="40" actId="20577"/>
        <pc:sldMkLst>
          <pc:docMk/>
          <pc:sldMk cId="2539485740" sldId="292"/>
        </pc:sldMkLst>
      </pc:sldChg>
      <pc:sldChg chg="modSp mod">
        <pc:chgData name="Tim Warner" userId="1d9b2d89684621c1" providerId="LiveId" clId="{30AA01FF-FB21-41D6-980B-78D2390319E9}" dt="2025-06-24T20:55:18.694" v="46"/>
        <pc:sldMkLst>
          <pc:docMk/>
          <pc:sldMk cId="914007193" sldId="347"/>
        </pc:sldMkLst>
      </pc:sldChg>
      <pc:sldChg chg="modSp add mod">
        <pc:chgData name="Tim Warner" userId="1d9b2d89684621c1" providerId="LiveId" clId="{30AA01FF-FB21-41D6-980B-78D2390319E9}" dt="2025-06-24T20:55:39.664" v="48"/>
        <pc:sldMkLst>
          <pc:docMk/>
          <pc:sldMk cId="3950908850" sldId="348"/>
        </pc:sldMkLst>
      </pc:sldChg>
      <pc:sldChg chg="modSp add mod">
        <pc:chgData name="Tim Warner" userId="1d9b2d89684621c1" providerId="LiveId" clId="{30AA01FF-FB21-41D6-980B-78D2390319E9}" dt="2025-06-24T20:55:30.160" v="47"/>
        <pc:sldMkLst>
          <pc:docMk/>
          <pc:sldMk cId="1639766347" sldId="349"/>
        </pc:sldMkLst>
      </pc:sldChg>
    </pc:docChg>
  </pc:docChgLst>
  <pc:docChgLst>
    <pc:chgData name="Tim Warner" userId="1d9b2d89684621c1" providerId="LiveId" clId="{AC7F9BFF-C3B7-4CE9-AF4F-1424ADB4B49F}"/>
    <pc:docChg chg="addSld modSld">
      <pc:chgData name="Tim Warner" userId="1d9b2d89684621c1" providerId="LiveId" clId="{AC7F9BFF-C3B7-4CE9-AF4F-1424ADB4B49F}" dt="2025-08-24T16:12:03.402" v="56" actId="20577"/>
      <pc:docMkLst>
        <pc:docMk/>
      </pc:docMkLst>
      <pc:sldChg chg="modSp mod">
        <pc:chgData name="Tim Warner" userId="1d9b2d89684621c1" providerId="LiveId" clId="{AC7F9BFF-C3B7-4CE9-AF4F-1424ADB4B49F}" dt="2025-08-21T18:17:50.407" v="0" actId="20577"/>
        <pc:sldMkLst>
          <pc:docMk/>
          <pc:sldMk cId="486668636" sldId="293"/>
        </pc:sldMkLst>
      </pc:sldChg>
      <pc:sldChg chg="modSp mod modAnim">
        <pc:chgData name="Tim Warner" userId="1d9b2d89684621c1" providerId="LiveId" clId="{AC7F9BFF-C3B7-4CE9-AF4F-1424ADB4B49F}" dt="2025-08-24T16:12:03.402" v="56" actId="20577"/>
        <pc:sldMkLst>
          <pc:docMk/>
          <pc:sldMk cId="4092314469" sldId="331"/>
        </pc:sldMkLst>
      </pc:sldChg>
      <pc:sldChg chg="modSp mod">
        <pc:chgData name="Tim Warner" userId="1d9b2d89684621c1" providerId="LiveId" clId="{AC7F9BFF-C3B7-4CE9-AF4F-1424ADB4B49F}" dt="2025-08-21T18:17:53.006" v="1" actId="20577"/>
        <pc:sldMkLst>
          <pc:docMk/>
          <pc:sldMk cId="1829040019" sldId="343"/>
        </pc:sldMkLst>
      </pc:sldChg>
      <pc:sldChg chg="modSp mod">
        <pc:chgData name="Tim Warner" userId="1d9b2d89684621c1" providerId="LiveId" clId="{AC7F9BFF-C3B7-4CE9-AF4F-1424ADB4B49F}" dt="2025-08-21T18:17:55.893" v="2" actId="20577"/>
        <pc:sldMkLst>
          <pc:docMk/>
          <pc:sldMk cId="947907938" sldId="346"/>
        </pc:sldMkLst>
      </pc:sldChg>
      <pc:sldChg chg="modSp mod">
        <pc:chgData name="Tim Warner" userId="1d9b2d89684621c1" providerId="LiveId" clId="{AC7F9BFF-C3B7-4CE9-AF4F-1424ADB4B49F}" dt="2025-08-21T18:17:58.830" v="3" actId="20577"/>
        <pc:sldMkLst>
          <pc:docMk/>
          <pc:sldMk cId="1674727924" sldId="347"/>
        </pc:sldMkLst>
      </pc:sldChg>
      <pc:sldChg chg="modSp mod">
        <pc:chgData name="Tim Warner" userId="1d9b2d89684621c1" providerId="LiveId" clId="{AC7F9BFF-C3B7-4CE9-AF4F-1424ADB4B49F}" dt="2025-08-21T18:18:01.783" v="4" actId="20577"/>
        <pc:sldMkLst>
          <pc:docMk/>
          <pc:sldMk cId="1347926615" sldId="348"/>
        </pc:sldMkLst>
      </pc:sldChg>
      <pc:sldChg chg="modSp mod">
        <pc:chgData name="Tim Warner" userId="1d9b2d89684621c1" providerId="LiveId" clId="{AC7F9BFF-C3B7-4CE9-AF4F-1424ADB4B49F}" dt="2025-08-21T18:18:04.575" v="5" actId="20577"/>
        <pc:sldMkLst>
          <pc:docMk/>
          <pc:sldMk cId="2149297809" sldId="349"/>
        </pc:sldMkLst>
      </pc:sldChg>
      <pc:sldChg chg="modSp add mod modAnim">
        <pc:chgData name="Tim Warner" userId="1d9b2d89684621c1" providerId="LiveId" clId="{AC7F9BFF-C3B7-4CE9-AF4F-1424ADB4B49F}" dt="2025-08-24T16:09:35.842" v="24" actId="20577"/>
        <pc:sldMkLst>
          <pc:docMk/>
          <pc:sldMk cId="1721436213" sldId="350"/>
        </pc:sldMkLst>
      </pc:sldChg>
      <pc:sldChg chg="modSp add mod modAnim">
        <pc:chgData name="Tim Warner" userId="1d9b2d89684621c1" providerId="LiveId" clId="{AC7F9BFF-C3B7-4CE9-AF4F-1424ADB4B49F}" dt="2025-08-24T16:09:10.169" v="18" actId="20577"/>
        <pc:sldMkLst>
          <pc:docMk/>
          <pc:sldMk cId="1992443602" sldId="351"/>
        </pc:sldMkLst>
      </pc:sldChg>
      <pc:sldChg chg="modSp add mod modAnim">
        <pc:chgData name="Tim Warner" userId="1d9b2d89684621c1" providerId="LiveId" clId="{AC7F9BFF-C3B7-4CE9-AF4F-1424ADB4B49F}" dt="2025-08-24T16:10:03.490" v="30" actId="20577"/>
        <pc:sldMkLst>
          <pc:docMk/>
          <pc:sldMk cId="4054043454" sldId="352"/>
        </pc:sldMkLst>
      </pc:sldChg>
      <pc:sldChg chg="modSp add mod modAnim">
        <pc:chgData name="Tim Warner" userId="1d9b2d89684621c1" providerId="LiveId" clId="{AC7F9BFF-C3B7-4CE9-AF4F-1424ADB4B49F}" dt="2025-08-24T16:10:30.314" v="36" actId="20577"/>
        <pc:sldMkLst>
          <pc:docMk/>
          <pc:sldMk cId="1971581752" sldId="353"/>
        </pc:sldMkLst>
      </pc:sldChg>
      <pc:sldChg chg="modSp add mod modAnim">
        <pc:chgData name="Tim Warner" userId="1d9b2d89684621c1" providerId="LiveId" clId="{AC7F9BFF-C3B7-4CE9-AF4F-1424ADB4B49F}" dt="2025-08-24T16:11:08.628" v="44" actId="20577"/>
        <pc:sldMkLst>
          <pc:docMk/>
          <pc:sldMk cId="2062715396" sldId="354"/>
        </pc:sldMkLst>
      </pc:sldChg>
      <pc:sldChg chg="modSp add mod modAnim">
        <pc:chgData name="Tim Warner" userId="1d9b2d89684621c1" providerId="LiveId" clId="{AC7F9BFF-C3B7-4CE9-AF4F-1424ADB4B49F}" dt="2025-08-24T16:11:36.001" v="50" actId="20577"/>
        <pc:sldMkLst>
          <pc:docMk/>
          <pc:sldMk cId="449905584" sldId="355"/>
        </pc:sldMkLst>
      </pc:sldChg>
    </pc:docChg>
  </pc:docChgLst>
  <pc:docChgLst>
    <pc:chgData name="Tim Warner" userId="1d9b2d89684621c1" providerId="LiveId" clId="{FA1F7F18-94F2-4EC1-968C-E8340A6E2430}"/>
    <pc:docChg chg="undo custSel addSld delSld modSld">
      <pc:chgData name="Tim Warner" userId="1d9b2d89684621c1" providerId="LiveId" clId="{FA1F7F18-94F2-4EC1-968C-E8340A6E2430}" dt="2025-06-24T21:00:16.739" v="49" actId="403"/>
      <pc:docMkLst>
        <pc:docMk/>
      </pc:docMkLst>
      <pc:sldChg chg="modSp mod">
        <pc:chgData name="Tim Warner" userId="1d9b2d89684621c1" providerId="LiveId" clId="{FA1F7F18-94F2-4EC1-968C-E8340A6E2430}" dt="2025-06-24T20:59:45.532" v="45"/>
        <pc:sldMkLst>
          <pc:docMk/>
          <pc:sldMk cId="914007193" sldId="347"/>
        </pc:sldMkLst>
      </pc:sldChg>
      <pc:sldChg chg="modSp mod">
        <pc:chgData name="Tim Warner" userId="1d9b2d89684621c1" providerId="LiveId" clId="{FA1F7F18-94F2-4EC1-968C-E8340A6E2430}" dt="2025-06-24T20:59:52.578" v="46"/>
        <pc:sldMkLst>
          <pc:docMk/>
          <pc:sldMk cId="1639766347" sldId="349"/>
        </pc:sldMkLst>
      </pc:sldChg>
      <pc:sldChg chg="modSp add mod">
        <pc:chgData name="Tim Warner" userId="1d9b2d89684621c1" providerId="LiveId" clId="{FA1F7F18-94F2-4EC1-968C-E8340A6E2430}" dt="2025-06-24T21:00:06.308" v="48"/>
        <pc:sldMkLst>
          <pc:docMk/>
          <pc:sldMk cId="871822834" sldId="350"/>
        </pc:sldMkLst>
      </pc:sldChg>
      <pc:sldChg chg="add del">
        <pc:chgData name="Tim Warner" userId="1d9b2d89684621c1" providerId="LiveId" clId="{FA1F7F18-94F2-4EC1-968C-E8340A6E2430}" dt="2025-06-24T20:58:54.427" v="40"/>
        <pc:sldMkLst>
          <pc:docMk/>
          <pc:sldMk cId="2342006186" sldId="35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D34D36D-3512-6D44-83C8-1A4DB417EA2C}" type="datetimeFigureOut">
              <a:rPr lang="en-US" smtClean="0"/>
              <a:t>Sun, 10/19/2025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63C8BCB-A8D7-074E-AD53-2B9312150B6F}" type="slidenum">
              <a:rPr lang="en-US" smtClean="0"/>
              <a:t>‹#›</a:t>
            </a:fld>
            <a:endParaRPr lang="en-US"/>
          </a:p>
        </p:txBody>
      </p:sp>
    </p:spTree>
    <p:extLst>
      <p:ext uri="{BB962C8B-B14F-4D97-AF65-F5344CB8AC3E}">
        <p14:creationId xmlns:p14="http://schemas.microsoft.com/office/powerpoint/2010/main" val="40183483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credit: Tim + ChatGPT Image Generation</a:t>
            </a:r>
          </a:p>
        </p:txBody>
      </p:sp>
      <p:sp>
        <p:nvSpPr>
          <p:cNvPr id="4" name="Slide Number Placeholder 3"/>
          <p:cNvSpPr>
            <a:spLocks noGrp="1"/>
          </p:cNvSpPr>
          <p:nvPr>
            <p:ph type="sldNum" sz="quarter" idx="5"/>
          </p:nvPr>
        </p:nvSpPr>
        <p:spPr/>
        <p:txBody>
          <a:bodyPr/>
          <a:lstStyle/>
          <a:p>
            <a:fld id="{163C8BCB-A8D7-074E-AD53-2B9312150B6F}" type="slidenum">
              <a:rPr lang="en-US" smtClean="0"/>
              <a:t>2</a:t>
            </a:fld>
            <a:endParaRPr lang="en-US"/>
          </a:p>
        </p:txBody>
      </p:sp>
    </p:spTree>
    <p:extLst>
      <p:ext uri="{BB962C8B-B14F-4D97-AF65-F5344CB8AC3E}">
        <p14:creationId xmlns:p14="http://schemas.microsoft.com/office/powerpoint/2010/main" val="10593588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FRAMER:</a:t>
            </a:r>
            <a:r>
              <a:rPr lang="en-US" dirty="0"/>
              <a:t> When foundational services fail, they create cascading outages that can look like problems in completely different systems, so understanding these dependencies is critical for efficient troubleshooting.</a:t>
            </a:r>
          </a:p>
          <a:p>
            <a:endParaRPr lang="en-US" b="1" dirty="0"/>
          </a:p>
          <a:p>
            <a:r>
              <a:rPr lang="en-US" b="1" dirty="0"/>
              <a:t>Core services include networking, name resolution, updates, and time sync:</a:t>
            </a:r>
            <a:r>
              <a:rPr lang="en-US" dirty="0"/>
              <a:t> These four foundational services work together to maintain a healthy Windows Server environment, and understanding their interdependencies helps you diagnose cascading failures. When one service breaks, it often triggers problems in others.</a:t>
            </a:r>
          </a:p>
          <a:p>
            <a:endParaRPr lang="en-US" b="1" dirty="0"/>
          </a:p>
          <a:p>
            <a:r>
              <a:rPr lang="en-US" b="1" dirty="0"/>
              <a:t>Failures in these areas can cascade into authentication and app outages:</a:t>
            </a:r>
            <a:r>
              <a:rPr lang="en-US" dirty="0"/>
              <a:t> A DNS failure prevents clients from locating domain controllers, which leads to authentication failures even though Active Directory itself is functioning perfectly. Similarly, time synchronization problems cause Kerberos ticket validation to fail.</a:t>
            </a:r>
          </a:p>
          <a:p>
            <a:endParaRPr lang="en-US" b="1" dirty="0"/>
          </a:p>
          <a:p>
            <a:r>
              <a:rPr lang="en-US" b="1" dirty="0"/>
              <a:t>Windows Server includes diagnostic tools and logs for root cause analysis:</a:t>
            </a:r>
            <a:r>
              <a:rPr lang="en-US" dirty="0"/>
              <a:t> PowerShell cmdlets like Test-</a:t>
            </a:r>
            <a:r>
              <a:rPr lang="en-US" dirty="0" err="1"/>
              <a:t>NetConnection</a:t>
            </a:r>
            <a:r>
              <a:rPr lang="en-US" dirty="0"/>
              <a:t>, Event Viewer logs, and service-specific diagnostic utilities provide the data you need to identify problems. The exam expects you to know which tool provides the most relevant information for each scenario.</a:t>
            </a:r>
          </a:p>
          <a:p>
            <a:endParaRPr lang="en-US" b="1" dirty="0"/>
          </a:p>
          <a:p>
            <a:r>
              <a:rPr lang="en-US" b="1" dirty="0"/>
              <a:t>Consistent troubleshooting processes reduce downtime:</a:t>
            </a:r>
            <a:r>
              <a:rPr lang="en-US" dirty="0"/>
              <a:t> Following a methodical approach—checking physical connectivity first, then network configuration, then application-layer issues—prevents wasted time chasing symptoms instead of causes. Documentation of known issues and solutions enables faster resolution </a:t>
            </a:r>
          </a:p>
          <a:p>
            <a:r>
              <a:rPr lang="en-US" dirty="0"/>
              <a:t>by first-line support teams.</a:t>
            </a:r>
          </a:p>
          <a:p>
            <a:endParaRPr lang="en-US" b="1" dirty="0"/>
          </a:p>
          <a:p>
            <a:r>
              <a:rPr lang="en-US" b="1" dirty="0"/>
              <a:t>Contoso documents common fixes for first-line responders:</a:t>
            </a:r>
            <a:r>
              <a:rPr lang="en-US" dirty="0"/>
              <a:t> By maintaining a troubleshooting knowledge base with validated solutions, Contoso reduces escalations to senior engineers and improves mean time to resolution. This real-world practice reflects exam scenarios where you must choose the most efficient diagnostic path.</a:t>
            </a:r>
          </a:p>
          <a:p>
            <a:endParaRPr lang="en-US" b="1" dirty="0"/>
          </a:p>
          <a:p>
            <a:r>
              <a:rPr lang="en-US" b="1" dirty="0"/>
              <a:t>AZ-801 EXAM TIP:</a:t>
            </a:r>
            <a:r>
              <a:rPr lang="en-US" dirty="0"/>
              <a:t> Exam scenarios often present cascading failures where you must identify the root cause. Always work from the bottom of the stack upward—physical, network, application.</a:t>
            </a:r>
          </a:p>
          <a:p>
            <a:endParaRPr lang="en-US" dirty="0"/>
          </a:p>
        </p:txBody>
      </p:sp>
      <p:sp>
        <p:nvSpPr>
          <p:cNvPr id="4" name="Slide Number Placeholder 3"/>
          <p:cNvSpPr>
            <a:spLocks noGrp="1"/>
          </p:cNvSpPr>
          <p:nvPr>
            <p:ph type="sldNum" sz="quarter" idx="5"/>
          </p:nvPr>
        </p:nvSpPr>
        <p:spPr/>
        <p:txBody>
          <a:bodyPr/>
          <a:lstStyle/>
          <a:p>
            <a:fld id="{163C8BCB-A8D7-074E-AD53-2B9312150B6F}" type="slidenum">
              <a:rPr lang="en-US" smtClean="0"/>
              <a:t>4</a:t>
            </a:fld>
            <a:endParaRPr lang="en-US"/>
          </a:p>
        </p:txBody>
      </p:sp>
    </p:spTree>
    <p:extLst>
      <p:ext uri="{BB962C8B-B14F-4D97-AF65-F5344CB8AC3E}">
        <p14:creationId xmlns:p14="http://schemas.microsoft.com/office/powerpoint/2010/main" val="38352306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FRAMER:</a:t>
            </a:r>
            <a:r>
              <a:rPr lang="en-US" dirty="0"/>
              <a:t> Network diagnostics require testing at multiple layers of the stack, and the exam wants you to demonstrate knowledge of which tool validates what aspect of connectivity.</a:t>
            </a:r>
          </a:p>
          <a:p>
            <a:endParaRPr lang="en-US" b="1" dirty="0"/>
          </a:p>
          <a:p>
            <a:r>
              <a:rPr lang="en-US" b="1" dirty="0"/>
              <a:t>Use ping, </a:t>
            </a:r>
            <a:r>
              <a:rPr lang="en-US" b="1" dirty="0" err="1"/>
              <a:t>tracert</a:t>
            </a:r>
            <a:r>
              <a:rPr lang="en-US" b="1" dirty="0"/>
              <a:t>, and Test-</a:t>
            </a:r>
            <a:r>
              <a:rPr lang="en-US" b="1" dirty="0" err="1"/>
              <a:t>NetConnection</a:t>
            </a:r>
            <a:r>
              <a:rPr lang="en-US" b="1" dirty="0"/>
              <a:t> for path testing:</a:t>
            </a:r>
            <a:r>
              <a:rPr lang="en-US" dirty="0"/>
              <a:t> The Test-</a:t>
            </a:r>
            <a:r>
              <a:rPr lang="en-US" dirty="0" err="1"/>
              <a:t>NetConnection</a:t>
            </a:r>
            <a:r>
              <a:rPr lang="en-US" dirty="0"/>
              <a:t> cmdlet is superior to legacy ping because it can test specific TCP ports and provides detailed routing information in a single command. The exam frequently asks which tool validates both reachability and port availability.</a:t>
            </a:r>
          </a:p>
          <a:p>
            <a:endParaRPr lang="en-US" b="1" dirty="0"/>
          </a:p>
          <a:p>
            <a:r>
              <a:rPr lang="en-US" b="1" dirty="0"/>
              <a:t>Check firewall, routing, and VLAN configurations:</a:t>
            </a:r>
            <a:r>
              <a:rPr lang="en-US" dirty="0"/>
              <a:t> Windows Firewall profiles (Domain, Private, Public) have different default rules, and connectivity problems often result from the wrong profile being active. Get-</a:t>
            </a:r>
            <a:r>
              <a:rPr lang="en-US" dirty="0" err="1"/>
              <a:t>NetFirewallProfile</a:t>
            </a:r>
            <a:r>
              <a:rPr lang="en-US" dirty="0"/>
              <a:t> shows which profile is active and its rules.</a:t>
            </a:r>
          </a:p>
          <a:p>
            <a:endParaRPr lang="en-US" b="1" dirty="0"/>
          </a:p>
          <a:p>
            <a:r>
              <a:rPr lang="en-US" b="1" dirty="0"/>
              <a:t>Verify NIC drivers and adapter settings:</a:t>
            </a:r>
            <a:r>
              <a:rPr lang="en-US" dirty="0"/>
              <a:t> Network adapter problems manifest as intermittent connectivity or slow performance, and Get-</a:t>
            </a:r>
            <a:r>
              <a:rPr lang="en-US" dirty="0" err="1"/>
              <a:t>NetAdapter</a:t>
            </a:r>
            <a:r>
              <a:rPr lang="en-US" dirty="0"/>
              <a:t> quickly shows adapter status, link speed, and driver version. Outdated or corrupt NIC drivers are common exam distractors.</a:t>
            </a:r>
          </a:p>
          <a:p>
            <a:endParaRPr lang="en-US" b="1" dirty="0"/>
          </a:p>
          <a:p>
            <a:r>
              <a:rPr lang="en-US" b="1" dirty="0"/>
              <a:t>Capture traffic with Wireshark or Message Analyzer:</a:t>
            </a:r>
            <a:r>
              <a:rPr lang="en-US" dirty="0"/>
              <a:t> Packet capture provides definitive proof of network behavior when cmdlets don't reveal the problem, showing whether packets are reaching their destination and what responses are returning. The exam tests whether you know when packet capture is the </a:t>
            </a:r>
          </a:p>
          <a:p>
            <a:r>
              <a:rPr lang="en-US" dirty="0"/>
              <a:t>appropriate next step.</a:t>
            </a:r>
          </a:p>
          <a:p>
            <a:endParaRPr lang="en-US" b="1" dirty="0"/>
          </a:p>
          <a:p>
            <a:r>
              <a:rPr lang="en-US" b="1" dirty="0"/>
              <a:t>Adventure Works resolves branch office drops by tracing misconfigured VLANs:</a:t>
            </a:r>
            <a:r>
              <a:rPr lang="en-US" dirty="0"/>
              <a:t> Intermittent connectivity between branch offices was caused by VLAN trunk misconfiguration on a core switch, which packet capture revealed by showing broadcast domain isolation. This scenario pattern appears frequently on the exam.</a:t>
            </a:r>
          </a:p>
          <a:p>
            <a:endParaRPr lang="en-US" b="1" dirty="0"/>
          </a:p>
          <a:p>
            <a:r>
              <a:rPr lang="en-US" b="1" dirty="0"/>
              <a:t>AZ-801 EXAM TIP:</a:t>
            </a:r>
            <a:r>
              <a:rPr lang="en-US" dirty="0"/>
              <a:t> Memorize Test-</a:t>
            </a:r>
            <a:r>
              <a:rPr lang="en-US" dirty="0" err="1"/>
              <a:t>NetConnection</a:t>
            </a:r>
            <a:r>
              <a:rPr lang="en-US" dirty="0"/>
              <a:t> syntax with the -Port parameter. Exam questions often ask "which single command tests both connectivity and port availability."</a:t>
            </a:r>
          </a:p>
          <a:p>
            <a:endParaRPr lang="en-US" dirty="0"/>
          </a:p>
        </p:txBody>
      </p:sp>
      <p:sp>
        <p:nvSpPr>
          <p:cNvPr id="4" name="Slide Number Placeholder 3"/>
          <p:cNvSpPr>
            <a:spLocks noGrp="1"/>
          </p:cNvSpPr>
          <p:nvPr>
            <p:ph type="sldNum" sz="quarter" idx="5"/>
          </p:nvPr>
        </p:nvSpPr>
        <p:spPr/>
        <p:txBody>
          <a:bodyPr/>
          <a:lstStyle/>
          <a:p>
            <a:fld id="{163C8BCB-A8D7-074E-AD53-2B9312150B6F}" type="slidenum">
              <a:rPr lang="en-US" smtClean="0"/>
              <a:t>5</a:t>
            </a:fld>
            <a:endParaRPr lang="en-US"/>
          </a:p>
        </p:txBody>
      </p:sp>
    </p:spTree>
    <p:extLst>
      <p:ext uri="{BB962C8B-B14F-4D97-AF65-F5344CB8AC3E}">
        <p14:creationId xmlns:p14="http://schemas.microsoft.com/office/powerpoint/2010/main" val="3741245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FRAMER:</a:t>
            </a:r>
            <a:r>
              <a:rPr lang="en-US" dirty="0"/>
              <a:t> DNS troubleshooting separates into client-side and server-side diagnostics, and the exam tests your ability to determine where the problem actually exists before you start fixing things.</a:t>
            </a:r>
          </a:p>
          <a:p>
            <a:endParaRPr lang="en-US" b="1" dirty="0"/>
          </a:p>
          <a:p>
            <a:r>
              <a:rPr lang="en-US" b="1" dirty="0"/>
              <a:t>Use </a:t>
            </a:r>
            <a:r>
              <a:rPr lang="en-US" b="1" dirty="0" err="1"/>
              <a:t>nslookup</a:t>
            </a:r>
            <a:r>
              <a:rPr lang="en-US" b="1" dirty="0"/>
              <a:t> and Resolve-</a:t>
            </a:r>
            <a:r>
              <a:rPr lang="en-US" b="1" dirty="0" err="1"/>
              <a:t>DnsName</a:t>
            </a:r>
            <a:r>
              <a:rPr lang="en-US" b="1" dirty="0"/>
              <a:t> to test queries:</a:t>
            </a:r>
            <a:r>
              <a:rPr lang="en-US" dirty="0"/>
              <a:t> Resolve-</a:t>
            </a:r>
            <a:r>
              <a:rPr lang="en-US" dirty="0" err="1"/>
              <a:t>DnsName</a:t>
            </a:r>
            <a:r>
              <a:rPr lang="en-US" dirty="0"/>
              <a:t> is the PowerShell-native DNS query tool and supports targeting specific DNS servers with the -Server parameter, making it ideal for testing whether a particular DNS server can resolve a name. The exam prefers Resolve-</a:t>
            </a:r>
            <a:r>
              <a:rPr lang="en-US" dirty="0" err="1"/>
              <a:t>DnsName</a:t>
            </a:r>
            <a:r>
              <a:rPr lang="en-US" dirty="0"/>
              <a:t> over </a:t>
            </a:r>
            <a:r>
              <a:rPr lang="en-US" dirty="0" err="1"/>
              <a:t>nslookup</a:t>
            </a:r>
            <a:r>
              <a:rPr lang="en-US" dirty="0"/>
              <a:t> in PowerShell contexts.</a:t>
            </a:r>
          </a:p>
          <a:p>
            <a:endParaRPr lang="en-US" b="1" dirty="0"/>
          </a:p>
          <a:p>
            <a:r>
              <a:rPr lang="en-US" b="1" dirty="0"/>
              <a:t>Check DNS server health and replication status:</a:t>
            </a:r>
            <a:r>
              <a:rPr lang="en-US" dirty="0"/>
              <a:t> The Test-</a:t>
            </a:r>
            <a:r>
              <a:rPr lang="en-US" dirty="0" err="1"/>
              <a:t>DnsServer</a:t>
            </a:r>
            <a:r>
              <a:rPr lang="en-US" dirty="0"/>
              <a:t> cmdlet validates that a DNS server is functioning and can resolve queries for a specified zone. Active Directory-integrated zones depend on AD replication, so checking replication health is critical when DNS problems affect multiple servers.</a:t>
            </a:r>
          </a:p>
          <a:p>
            <a:endParaRPr lang="en-US" b="1" dirty="0"/>
          </a:p>
          <a:p>
            <a:r>
              <a:rPr lang="en-US" b="1" dirty="0"/>
              <a:t>Verify forwarders, root hints, and zone delegation:</a:t>
            </a:r>
            <a:r>
              <a:rPr lang="en-US" dirty="0"/>
              <a:t> Conditional forwarders direct queries for specific domains to designated servers, while standard forwarders handle all external queries. Misconfigured forwarders are a common cause of external name resolution failures while internal resolution continues working.</a:t>
            </a:r>
          </a:p>
          <a:p>
            <a:endParaRPr lang="en-US" b="1" dirty="0"/>
          </a:p>
          <a:p>
            <a:r>
              <a:rPr lang="en-US" b="1" dirty="0"/>
              <a:t>Flush DNS cache to clear stale records:</a:t>
            </a:r>
            <a:r>
              <a:rPr lang="en-US" dirty="0"/>
              <a:t> The Clear-DnsClientCache cmdlet removes cached DNS entries that may be returning incorrect IP addresses after a server has moved or been reconfigured. Client-side cache problems are among the easiest DNS issues to resolve.</a:t>
            </a:r>
          </a:p>
          <a:p>
            <a:endParaRPr lang="en-US" b="1" dirty="0"/>
          </a:p>
          <a:p>
            <a:r>
              <a:rPr lang="en-US" b="1" dirty="0" err="1"/>
              <a:t>Fabrikam</a:t>
            </a:r>
            <a:r>
              <a:rPr lang="en-US" b="1" dirty="0"/>
              <a:t> fixed authentication issues caused by stale DNS SRV records:</a:t>
            </a:r>
            <a:r>
              <a:rPr lang="en-US" dirty="0"/>
              <a:t> After moving a domain controller to a new subnet, clients couldn't authenticate because cached SRV records pointed to the old IP address. Clearing client caches and forcing DC dynamic registration resolved the issue immediately.</a:t>
            </a:r>
          </a:p>
          <a:p>
            <a:r>
              <a:rPr lang="en-US" b="1" dirty="0"/>
              <a:t>AZ-801 EXAM TIP:</a:t>
            </a:r>
            <a:r>
              <a:rPr lang="en-US" dirty="0"/>
              <a:t> Know the difference between Clear-DnsClientCache (client-side) and Clear-</a:t>
            </a:r>
            <a:r>
              <a:rPr lang="en-US" dirty="0" err="1"/>
              <a:t>DnsServerCache</a:t>
            </a:r>
            <a:r>
              <a:rPr lang="en-US" dirty="0"/>
              <a:t> (server-side). Exam scenarios specify which system is experiencing problems.</a:t>
            </a:r>
          </a:p>
          <a:p>
            <a:endParaRPr lang="en-US" dirty="0"/>
          </a:p>
        </p:txBody>
      </p:sp>
      <p:sp>
        <p:nvSpPr>
          <p:cNvPr id="4" name="Slide Number Placeholder 3"/>
          <p:cNvSpPr>
            <a:spLocks noGrp="1"/>
          </p:cNvSpPr>
          <p:nvPr>
            <p:ph type="sldNum" sz="quarter" idx="5"/>
          </p:nvPr>
        </p:nvSpPr>
        <p:spPr/>
        <p:txBody>
          <a:bodyPr/>
          <a:lstStyle/>
          <a:p>
            <a:fld id="{163C8BCB-A8D7-074E-AD53-2B9312150B6F}" type="slidenum">
              <a:rPr lang="en-US" smtClean="0"/>
              <a:t>7</a:t>
            </a:fld>
            <a:endParaRPr lang="en-US"/>
          </a:p>
        </p:txBody>
      </p:sp>
    </p:spTree>
    <p:extLst>
      <p:ext uri="{BB962C8B-B14F-4D97-AF65-F5344CB8AC3E}">
        <p14:creationId xmlns:p14="http://schemas.microsoft.com/office/powerpoint/2010/main" val="38418119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FRAMER:</a:t>
            </a:r>
            <a:r>
              <a:rPr lang="en-US" dirty="0"/>
              <a:t> Windows Update troubleshooting changed significantly in Server 2016 when Microsoft moved to ETW-based logging, so understanding the new diagnostic approach is essential for both the exam and real-world scenarios.</a:t>
            </a:r>
          </a:p>
          <a:p>
            <a:endParaRPr lang="en-US" b="1" dirty="0"/>
          </a:p>
          <a:p>
            <a:r>
              <a:rPr lang="en-US" b="1" dirty="0"/>
              <a:t>Check WindowsUpdate.log and Event Viewer for error codes:</a:t>
            </a:r>
            <a:r>
              <a:rPr lang="en-US" dirty="0"/>
              <a:t> Starting with Windows Server 2016, Windows Update uses ETW tracing instead of a text log file, requiring the Get-</a:t>
            </a:r>
            <a:r>
              <a:rPr lang="en-US" dirty="0" err="1"/>
              <a:t>WindowsUpdateLog</a:t>
            </a:r>
            <a:r>
              <a:rPr lang="en-US" dirty="0"/>
              <a:t> cmdlet to convert traces into readable format. Event Viewer System logs provide error codes that identify specific failure reasons.</a:t>
            </a:r>
          </a:p>
          <a:p>
            <a:endParaRPr lang="en-US" b="1" dirty="0"/>
          </a:p>
          <a:p>
            <a:r>
              <a:rPr lang="en-US" b="1" dirty="0"/>
              <a:t>Run </a:t>
            </a:r>
            <a:r>
              <a:rPr lang="en-US" b="1" dirty="0" err="1"/>
              <a:t>sconfig</a:t>
            </a:r>
            <a:r>
              <a:rPr lang="en-US" b="1" dirty="0"/>
              <a:t> or Windows Update troubleshooter for quick fixes:</a:t>
            </a:r>
            <a:r>
              <a:rPr lang="en-US" dirty="0"/>
              <a:t> The </a:t>
            </a:r>
            <a:r>
              <a:rPr lang="en-US" dirty="0" err="1"/>
              <a:t>sconfig</a:t>
            </a:r>
            <a:r>
              <a:rPr lang="en-US" dirty="0"/>
              <a:t> utility on Server Core provides menu-driven access to Windows Update configuration and immediate update checks. Built-in troubleshooters can automatically reset update components and clear corrupt download caches.</a:t>
            </a:r>
          </a:p>
          <a:p>
            <a:endParaRPr lang="en-US" b="1" dirty="0"/>
          </a:p>
          <a:p>
            <a:r>
              <a:rPr lang="en-US" b="1" dirty="0"/>
              <a:t>Reset Windows Update components with PowerShell scripts:</a:t>
            </a:r>
            <a:r>
              <a:rPr lang="en-US" dirty="0"/>
              <a:t> Manually stopping the </a:t>
            </a:r>
            <a:r>
              <a:rPr lang="en-US" dirty="0" err="1"/>
              <a:t>wuauserv</a:t>
            </a:r>
            <a:r>
              <a:rPr lang="en-US" dirty="0"/>
              <a:t> service, deleting the </a:t>
            </a:r>
            <a:r>
              <a:rPr lang="en-US" dirty="0" err="1"/>
              <a:t>SoftwareDistribution</a:t>
            </a:r>
            <a:r>
              <a:rPr lang="en-US" dirty="0"/>
              <a:t> folder, and restarting the service forces Windows Update to rebuild its local cache and re-download updates. This resolves most update installation failures.</a:t>
            </a:r>
          </a:p>
          <a:p>
            <a:endParaRPr lang="en-US" b="1" dirty="0"/>
          </a:p>
          <a:p>
            <a:r>
              <a:rPr lang="en-US" b="1" dirty="0"/>
              <a:t>Validate servicing stack updates (SSUs) are installed:</a:t>
            </a:r>
            <a:r>
              <a:rPr lang="en-US" dirty="0"/>
              <a:t> Servicing Stack Updates must be installed before monthly quality updates will apply, creating a dependency chain that can break update deployment. Checking update history for successful SSU installation is the first step when rollups fail.</a:t>
            </a:r>
          </a:p>
          <a:p>
            <a:endParaRPr lang="en-US" b="1" dirty="0"/>
          </a:p>
          <a:p>
            <a:r>
              <a:rPr lang="en-US" b="1" dirty="0"/>
              <a:t>Tailwind Traders resolves patch loops by reapplying latest SSU:</a:t>
            </a:r>
            <a:r>
              <a:rPr lang="en-US" dirty="0"/>
              <a:t> Servers were stuck repeatedly downloading and attempting to install the same monthly rollup after every reboot because the prerequisite SSU had failed silently. Manually installing the SSU allowed the rollup to succeed.</a:t>
            </a:r>
          </a:p>
          <a:p>
            <a:endParaRPr lang="en-US" b="1" dirty="0"/>
          </a:p>
          <a:p>
            <a:r>
              <a:rPr lang="en-US" b="1" dirty="0"/>
              <a:t>AZ-801 EXAM TIP:</a:t>
            </a:r>
            <a:r>
              <a:rPr lang="en-US" dirty="0"/>
              <a:t> For WSUS client issues, remember the </a:t>
            </a:r>
            <a:r>
              <a:rPr lang="en-US" dirty="0" err="1"/>
              <a:t>SUSClientID</a:t>
            </a:r>
            <a:r>
              <a:rPr lang="en-US" dirty="0"/>
              <a:t> duplication problem from cloned VMs. Delete the registry key under HKLM:\SOFTWARE\Microsoft\Windows\CurrentVersion\</a:t>
            </a:r>
            <a:r>
              <a:rPr lang="en-US" dirty="0" err="1"/>
              <a:t>WindowsUpdate</a:t>
            </a:r>
            <a:r>
              <a:rPr lang="en-US" dirty="0"/>
              <a:t>, restart </a:t>
            </a:r>
            <a:r>
              <a:rPr lang="en-US" dirty="0" err="1"/>
              <a:t>wuauserv</a:t>
            </a:r>
            <a:r>
              <a:rPr lang="en-US" dirty="0"/>
              <a:t>.</a:t>
            </a:r>
          </a:p>
          <a:p>
            <a:endParaRPr lang="en-US" dirty="0"/>
          </a:p>
        </p:txBody>
      </p:sp>
      <p:sp>
        <p:nvSpPr>
          <p:cNvPr id="4" name="Slide Number Placeholder 3"/>
          <p:cNvSpPr>
            <a:spLocks noGrp="1"/>
          </p:cNvSpPr>
          <p:nvPr>
            <p:ph type="sldNum" sz="quarter" idx="5"/>
          </p:nvPr>
        </p:nvSpPr>
        <p:spPr/>
        <p:txBody>
          <a:bodyPr/>
          <a:lstStyle/>
          <a:p>
            <a:fld id="{163C8BCB-A8D7-074E-AD53-2B9312150B6F}" type="slidenum">
              <a:rPr lang="en-US" smtClean="0"/>
              <a:t>9</a:t>
            </a:fld>
            <a:endParaRPr lang="en-US"/>
          </a:p>
        </p:txBody>
      </p:sp>
    </p:spTree>
    <p:extLst>
      <p:ext uri="{BB962C8B-B14F-4D97-AF65-F5344CB8AC3E}">
        <p14:creationId xmlns:p14="http://schemas.microsoft.com/office/powerpoint/2010/main" val="25763216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FRAMER:</a:t>
            </a:r>
            <a:r>
              <a:rPr lang="en-US" dirty="0"/>
              <a:t> Time synchronization failures break Kerberos authentication, and the exam loves scenarios where login problems trace back to time drift rather than actual authentication issues.</a:t>
            </a:r>
          </a:p>
          <a:p>
            <a:endParaRPr lang="en-US" b="1" dirty="0"/>
          </a:p>
          <a:p>
            <a:r>
              <a:rPr lang="en-US" b="1" dirty="0"/>
              <a:t>Run w32tm /query /status to confirm source and offset:</a:t>
            </a:r>
            <a:r>
              <a:rPr lang="en-US" dirty="0"/>
              <a:t> This command displays the current time source, last successful sync time, and time offset from the source, providing immediate insight into whether W32Time is functioning correctly. If the source shows "Local CMOS Clock," the time service isn't configured properly.</a:t>
            </a:r>
          </a:p>
          <a:p>
            <a:endParaRPr lang="en-US" b="1" dirty="0"/>
          </a:p>
          <a:p>
            <a:r>
              <a:rPr lang="en-US" b="1" dirty="0"/>
              <a:t>Verify domain controllers sync with authoritative external source:</a:t>
            </a:r>
            <a:r>
              <a:rPr lang="en-US" dirty="0"/>
              <a:t> The PDC emulator in the forest root domain should synchronize with an external NTP source like time.windows.com, while all other domain controllers sync from the domain hierarchy. This ensures consistent time across the entire Active Directory forest.</a:t>
            </a:r>
          </a:p>
          <a:p>
            <a:endParaRPr lang="en-US" b="1" dirty="0"/>
          </a:p>
          <a:p>
            <a:r>
              <a:rPr lang="en-US" b="1" dirty="0"/>
              <a:t>NTP misconfigurations can break Kerberos authentication:</a:t>
            </a:r>
            <a:r>
              <a:rPr lang="en-US" dirty="0"/>
              <a:t> Kerberos authentication requires client and server clocks to be within five minutes of each other by default, so time drift beyond this threshold causes authentication to fail with "time skew too great" errors. Fixing time synchronization immediately resolves these authentication problems.</a:t>
            </a:r>
          </a:p>
          <a:p>
            <a:endParaRPr lang="en-US" b="1" dirty="0"/>
          </a:p>
          <a:p>
            <a:r>
              <a:rPr lang="en-US" b="1" dirty="0"/>
              <a:t>Check event logs for drift and resync failures:</a:t>
            </a:r>
            <a:r>
              <a:rPr lang="en-US" dirty="0"/>
              <a:t> Windows logs time service events in the System log, with Event ID 36 indicating the time source has changed and Event ID 37 showing the time service has stopped. Patterns of repeated resyncs indicate time source instability.</a:t>
            </a:r>
          </a:p>
          <a:p>
            <a:endParaRPr lang="en-US" b="1" dirty="0"/>
          </a:p>
          <a:p>
            <a:r>
              <a:rPr lang="en-US" b="1" dirty="0"/>
              <a:t>Contoso resolves login issues by correcting root PDC NTP source:</a:t>
            </a:r>
            <a:r>
              <a:rPr lang="en-US" dirty="0"/>
              <a:t> Monday morning login failures across the organization were caused by 20-minute time drift that accumulated over the weekend because the PDC emulator wasn't syncing with an external source. Configuring the PDC properly and forcing resync across the domain restored authentication.</a:t>
            </a:r>
          </a:p>
          <a:p>
            <a:endParaRPr lang="en-US" b="1" dirty="0"/>
          </a:p>
          <a:p>
            <a:r>
              <a:rPr lang="en-US" b="1" dirty="0"/>
              <a:t>AZ-801 EXAM TIP:</a:t>
            </a:r>
            <a:r>
              <a:rPr lang="en-US" dirty="0"/>
              <a:t> Know registry locations under HKLM:\SYSTEM\</a:t>
            </a:r>
            <a:r>
              <a:rPr lang="en-US" dirty="0" err="1"/>
              <a:t>CurrentControlSet</a:t>
            </a:r>
            <a:r>
              <a:rPr lang="en-US" dirty="0"/>
              <a:t>\Services\W32Time for troubleshooting. Exam questions ask where to find </a:t>
            </a:r>
            <a:r>
              <a:rPr lang="en-US" dirty="0" err="1"/>
              <a:t>MaxPosPhaseCorrection</a:t>
            </a:r>
            <a:r>
              <a:rPr lang="en-US" dirty="0"/>
              <a:t> and </a:t>
            </a:r>
            <a:r>
              <a:rPr lang="en-US" dirty="0" err="1"/>
              <a:t>MaxNegPhaseCorrection</a:t>
            </a:r>
            <a:r>
              <a:rPr lang="en-US" dirty="0"/>
              <a:t> values.</a:t>
            </a:r>
          </a:p>
          <a:p>
            <a:endParaRPr lang="en-US" dirty="0"/>
          </a:p>
        </p:txBody>
      </p:sp>
      <p:sp>
        <p:nvSpPr>
          <p:cNvPr id="4" name="Slide Number Placeholder 3"/>
          <p:cNvSpPr>
            <a:spLocks noGrp="1"/>
          </p:cNvSpPr>
          <p:nvPr>
            <p:ph type="sldNum" sz="quarter" idx="5"/>
          </p:nvPr>
        </p:nvSpPr>
        <p:spPr/>
        <p:txBody>
          <a:bodyPr/>
          <a:lstStyle/>
          <a:p>
            <a:fld id="{163C8BCB-A8D7-074E-AD53-2B9312150B6F}" type="slidenum">
              <a:rPr lang="en-US" smtClean="0"/>
              <a:t>11</a:t>
            </a:fld>
            <a:endParaRPr lang="en-US"/>
          </a:p>
        </p:txBody>
      </p:sp>
    </p:spTree>
    <p:extLst>
      <p:ext uri="{BB962C8B-B14F-4D97-AF65-F5344CB8AC3E}">
        <p14:creationId xmlns:p14="http://schemas.microsoft.com/office/powerpoint/2010/main" val="16342842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FRAMER:</a:t>
            </a:r>
            <a:r>
              <a:rPr lang="en-US" dirty="0"/>
              <a:t> Deployment troubleshooting requires understanding both on-premises tools like WDS and MDT as well as Azure-specific error codes and Activity Log diagnostics.</a:t>
            </a:r>
          </a:p>
          <a:p>
            <a:endParaRPr lang="en-US" b="1" dirty="0"/>
          </a:p>
          <a:p>
            <a:r>
              <a:rPr lang="en-US" b="1" dirty="0"/>
              <a:t>Review unattend.xml or configuration scripts for syntax errors:</a:t>
            </a:r>
            <a:r>
              <a:rPr lang="en-US" dirty="0"/>
              <a:t> Automated Windows deployments use answer files to provide configuration settings during setup, and XML syntax errors or incorrect parameter values cause deployments to fail. Validating the XML structure and testing values in a lab environment prevents production deployment failures.</a:t>
            </a:r>
          </a:p>
          <a:p>
            <a:endParaRPr lang="en-US" b="1" dirty="0"/>
          </a:p>
          <a:p>
            <a:r>
              <a:rPr lang="en-US" b="1" dirty="0"/>
              <a:t>Check driver availability for supported hardware:</a:t>
            </a:r>
            <a:r>
              <a:rPr lang="en-US" dirty="0"/>
              <a:t> Windows setup requires storage controller and network adapter drivers to complete installation, and missing drivers cause setup to fail at disk detection or network configuration stages. WDS and MDT require proper driver injection for supported hardware.</a:t>
            </a:r>
          </a:p>
          <a:p>
            <a:endParaRPr lang="en-US" b="1" dirty="0"/>
          </a:p>
          <a:p>
            <a:r>
              <a:rPr lang="en-US" b="1" dirty="0"/>
              <a:t>Confirm required network and storage access during install:</a:t>
            </a:r>
            <a:r>
              <a:rPr lang="en-US" dirty="0"/>
              <a:t> Domain join during deployment requires network connectivity to domain controllers, and SAN-based installations need proper LUN mapping and multipath configuration. Network or storage access problems are common causes of deployment timeouts.</a:t>
            </a:r>
          </a:p>
          <a:p>
            <a:endParaRPr lang="en-US" b="1" dirty="0"/>
          </a:p>
          <a:p>
            <a:r>
              <a:rPr lang="en-US" b="1" dirty="0"/>
              <a:t>Use DISM to repair corrupt installation images:</a:t>
            </a:r>
            <a:r>
              <a:rPr lang="en-US" dirty="0"/>
              <a:t> The Deployment Image Servicing and Management tool can validate and repair WIM files using the /</a:t>
            </a:r>
            <a:r>
              <a:rPr lang="en-US" dirty="0" err="1"/>
              <a:t>CheckHealth</a:t>
            </a:r>
            <a:r>
              <a:rPr lang="en-US" dirty="0"/>
              <a:t> and /</a:t>
            </a:r>
            <a:r>
              <a:rPr lang="en-US" dirty="0" err="1"/>
              <a:t>RestoreHealth</a:t>
            </a:r>
            <a:r>
              <a:rPr lang="en-US" dirty="0"/>
              <a:t> options. Corrupt reference images produce failed deployments that can be difficult to diagnose without DISM validation.</a:t>
            </a:r>
          </a:p>
          <a:p>
            <a:endParaRPr lang="en-US" b="1" dirty="0"/>
          </a:p>
          <a:p>
            <a:r>
              <a:rPr lang="en-US" b="1" dirty="0" err="1"/>
              <a:t>Fabrikam</a:t>
            </a:r>
            <a:r>
              <a:rPr lang="en-US" b="1" dirty="0"/>
              <a:t> fixes Azure VM deployment errors with updated custom images:</a:t>
            </a:r>
            <a:r>
              <a:rPr lang="en-US" dirty="0"/>
              <a:t> Custom Azure VM images were causing provisioning timeouts because the source VM wasn't properly generalized with </a:t>
            </a:r>
            <a:r>
              <a:rPr lang="en-US" dirty="0" err="1"/>
              <a:t>sysprep</a:t>
            </a:r>
            <a:r>
              <a:rPr lang="en-US" dirty="0"/>
              <a:t> before image capture. Azure Activity Log error details pointed to generalized vs specialized image mismatch, and rebuilding the image correctly resolved all deployment failures.</a:t>
            </a:r>
          </a:p>
          <a:p>
            <a:endParaRPr lang="en-US" b="1" dirty="0"/>
          </a:p>
          <a:p>
            <a:r>
              <a:rPr lang="en-US" b="1" dirty="0"/>
              <a:t>AZ-801 EXAM TIP:</a:t>
            </a:r>
            <a:r>
              <a:rPr lang="en-US" dirty="0"/>
              <a:t> Azure deployment errors appear in Activity Log with specific error codes. </a:t>
            </a:r>
            <a:r>
              <a:rPr lang="en-US" dirty="0" err="1"/>
              <a:t>QuotaExceeded</a:t>
            </a:r>
            <a:r>
              <a:rPr lang="en-US" dirty="0"/>
              <a:t> = subscription limits, </a:t>
            </a:r>
            <a:r>
              <a:rPr lang="en-US" dirty="0" err="1"/>
              <a:t>AllocationFailed</a:t>
            </a:r>
            <a:r>
              <a:rPr lang="en-US" dirty="0"/>
              <a:t> = no capacity, </a:t>
            </a:r>
            <a:r>
              <a:rPr lang="en-US" dirty="0" err="1"/>
              <a:t>InvalidTemplateDeployment</a:t>
            </a:r>
            <a:r>
              <a:rPr lang="en-US" dirty="0"/>
              <a:t> = ARM template syntax.</a:t>
            </a:r>
          </a:p>
          <a:p>
            <a:endParaRPr lang="en-US" dirty="0"/>
          </a:p>
        </p:txBody>
      </p:sp>
      <p:sp>
        <p:nvSpPr>
          <p:cNvPr id="4" name="Slide Number Placeholder 3"/>
          <p:cNvSpPr>
            <a:spLocks noGrp="1"/>
          </p:cNvSpPr>
          <p:nvPr>
            <p:ph type="sldNum" sz="quarter" idx="5"/>
          </p:nvPr>
        </p:nvSpPr>
        <p:spPr/>
        <p:txBody>
          <a:bodyPr/>
          <a:lstStyle/>
          <a:p>
            <a:fld id="{163C8BCB-A8D7-074E-AD53-2B9312150B6F}" type="slidenum">
              <a:rPr lang="en-US" smtClean="0"/>
              <a:t>13</a:t>
            </a:fld>
            <a:endParaRPr lang="en-US"/>
          </a:p>
        </p:txBody>
      </p:sp>
    </p:spTree>
    <p:extLst>
      <p:ext uri="{BB962C8B-B14F-4D97-AF65-F5344CB8AC3E}">
        <p14:creationId xmlns:p14="http://schemas.microsoft.com/office/powerpoint/2010/main" val="40376242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FRAMER:</a:t>
            </a:r>
            <a:r>
              <a:rPr lang="en-US" dirty="0"/>
              <a:t> Boot failures are high-stress scenarios in production, but the exam wants you to demonstrate systematic recovery using Windows Recovery Environment tools and </a:t>
            </a:r>
            <a:r>
              <a:rPr lang="en-US" dirty="0" err="1"/>
              <a:t>bootrec</a:t>
            </a:r>
            <a:r>
              <a:rPr lang="en-US" dirty="0"/>
              <a:t> commands.</a:t>
            </a:r>
          </a:p>
          <a:p>
            <a:endParaRPr lang="en-US" b="1" dirty="0"/>
          </a:p>
          <a:p>
            <a:r>
              <a:rPr lang="en-US" b="1" dirty="0"/>
              <a:t>Use Windows Recovery Environment (WinRE) for startup repair:</a:t>
            </a:r>
            <a:r>
              <a:rPr lang="en-US" dirty="0"/>
              <a:t> Booting from Windows installation media and choosing Repair Your Computer launches WinRE, which includes Startup Repair that automatically fixes common boot problems. Let Startup Repair run before attempting manual recovery procedures.</a:t>
            </a:r>
          </a:p>
          <a:p>
            <a:endParaRPr lang="en-US" b="1" dirty="0"/>
          </a:p>
          <a:p>
            <a:r>
              <a:rPr lang="en-US" b="1" dirty="0"/>
              <a:t>Rebuild Boot Configuration Data (BCD) with </a:t>
            </a:r>
            <a:r>
              <a:rPr lang="en-US" b="1" dirty="0" err="1"/>
              <a:t>bootrec</a:t>
            </a:r>
            <a:r>
              <a:rPr lang="en-US" b="1" dirty="0"/>
              <a:t>:</a:t>
            </a:r>
            <a:r>
              <a:rPr lang="en-US" dirty="0"/>
              <a:t> The </a:t>
            </a:r>
            <a:r>
              <a:rPr lang="en-US" dirty="0" err="1"/>
              <a:t>bootrec</a:t>
            </a:r>
            <a:r>
              <a:rPr lang="en-US" dirty="0"/>
              <a:t> command provides multiple options for BCD recovery including /</a:t>
            </a:r>
            <a:r>
              <a:rPr lang="en-US" dirty="0" err="1"/>
              <a:t>scanos</a:t>
            </a:r>
            <a:r>
              <a:rPr lang="en-US" dirty="0"/>
              <a:t> to find Windows installations, /</a:t>
            </a:r>
            <a:r>
              <a:rPr lang="en-US" dirty="0" err="1"/>
              <a:t>rebuildbcd</a:t>
            </a:r>
            <a:r>
              <a:rPr lang="en-US" dirty="0"/>
              <a:t> to reconstruct the BCD store, /</a:t>
            </a:r>
            <a:r>
              <a:rPr lang="en-US" dirty="0" err="1"/>
              <a:t>fixmbr</a:t>
            </a:r>
            <a:r>
              <a:rPr lang="en-US" dirty="0"/>
              <a:t> to rewrite the master boot record, and /</a:t>
            </a:r>
            <a:r>
              <a:rPr lang="en-US" dirty="0" err="1"/>
              <a:t>fixboot</a:t>
            </a:r>
            <a:r>
              <a:rPr lang="en-US" dirty="0"/>
              <a:t> to repair the boot sector. These commands resolve most BCD corruption issues.</a:t>
            </a:r>
          </a:p>
          <a:p>
            <a:endParaRPr lang="en-US" b="1" dirty="0"/>
          </a:p>
          <a:p>
            <a:r>
              <a:rPr lang="en-US" b="1" dirty="0"/>
              <a:t>Verify disk partitions and MBR/GPT configuration:</a:t>
            </a:r>
            <a:r>
              <a:rPr lang="en-US" dirty="0"/>
              <a:t> UEFI firmware requires GPT partition tables while legacy BIOS requires MBR, and mixing them causes boot failures. Use </a:t>
            </a:r>
            <a:r>
              <a:rPr lang="en-US" dirty="0" err="1"/>
              <a:t>diskpart</a:t>
            </a:r>
            <a:r>
              <a:rPr lang="en-US" dirty="0"/>
              <a:t> to check partition style and verify the system reserved partition exists and is marked active.</a:t>
            </a:r>
          </a:p>
          <a:p>
            <a:endParaRPr lang="en-US" b="1" dirty="0"/>
          </a:p>
          <a:p>
            <a:r>
              <a:rPr lang="en-US" b="1" dirty="0"/>
              <a:t>Restore from last known good or recent backup if needed:</a:t>
            </a:r>
            <a:r>
              <a:rPr lang="en-US" dirty="0"/>
              <a:t> When BCD rebuild and startup repair fail to restore boot functionality, recovering from Windows Server Backup using bare-metal restore provides a complete system recovery. Regular backup validation ensures restore capability when needed.</a:t>
            </a:r>
          </a:p>
          <a:p>
            <a:endParaRPr lang="en-US" b="1" dirty="0"/>
          </a:p>
          <a:p>
            <a:r>
              <a:rPr lang="en-US" b="1" dirty="0"/>
              <a:t>Adventure Works restores mission-critical DC from bare-metal backup after boot failure:</a:t>
            </a:r>
            <a:r>
              <a:rPr lang="en-US" dirty="0"/>
              <a:t> A domain controller wouldn't boot after failed firmware update, and BCD rebuild attempts failed due to suspected disk corruption. Bare-metal restore from weekly Windows Server Backup image completed in under an hour, restoring full DC functionality.</a:t>
            </a:r>
          </a:p>
          <a:p>
            <a:endParaRPr lang="en-US" b="1" dirty="0"/>
          </a:p>
          <a:p>
            <a:r>
              <a:rPr lang="en-US" b="1" dirty="0"/>
              <a:t>AZ-801 EXAM TIP:</a:t>
            </a:r>
            <a:r>
              <a:rPr lang="en-US" dirty="0"/>
              <a:t> Memorize BCD error codes: 0xc000000d = BCD file missing, 0xc000000e = BCD file corrupted. Exam questions present error codes and ask for the correct </a:t>
            </a:r>
            <a:r>
              <a:rPr lang="en-US" dirty="0" err="1"/>
              <a:t>bootrec</a:t>
            </a:r>
            <a:r>
              <a:rPr lang="en-US" dirty="0"/>
              <a:t> parameter to use.</a:t>
            </a:r>
          </a:p>
          <a:p>
            <a:endParaRPr lang="en-US" dirty="0"/>
          </a:p>
        </p:txBody>
      </p:sp>
      <p:sp>
        <p:nvSpPr>
          <p:cNvPr id="4" name="Slide Number Placeholder 3"/>
          <p:cNvSpPr>
            <a:spLocks noGrp="1"/>
          </p:cNvSpPr>
          <p:nvPr>
            <p:ph type="sldNum" sz="quarter" idx="5"/>
          </p:nvPr>
        </p:nvSpPr>
        <p:spPr/>
        <p:txBody>
          <a:bodyPr/>
          <a:lstStyle/>
          <a:p>
            <a:fld id="{163C8BCB-A8D7-074E-AD53-2B9312150B6F}" type="slidenum">
              <a:rPr lang="en-US" smtClean="0"/>
              <a:t>15</a:t>
            </a:fld>
            <a:endParaRPr lang="en-US"/>
          </a:p>
        </p:txBody>
      </p:sp>
    </p:spTree>
    <p:extLst>
      <p:ext uri="{BB962C8B-B14F-4D97-AF65-F5344CB8AC3E}">
        <p14:creationId xmlns:p14="http://schemas.microsoft.com/office/powerpoint/2010/main" val="121663874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01_Course Title Slide">
    <p:spTree>
      <p:nvGrpSpPr>
        <p:cNvPr id="1" name=""/>
        <p:cNvGrpSpPr/>
        <p:nvPr/>
      </p:nvGrpSpPr>
      <p:grpSpPr>
        <a:xfrm>
          <a:off x="0" y="0"/>
          <a:ext cx="0" cy="0"/>
          <a:chOff x="0" y="0"/>
          <a:chExt cx="0" cy="0"/>
        </a:xfrm>
      </p:grpSpPr>
      <p:pic>
        <p:nvPicPr>
          <p:cNvPr id="5" name="Picture 4" descr="Shape&#10;&#10;Description automatically generated with medium confidence">
            <a:extLst>
              <a:ext uri="{FF2B5EF4-FFF2-40B4-BE49-F238E27FC236}">
                <a16:creationId xmlns:a16="http://schemas.microsoft.com/office/drawing/2014/main" id="{315FA5AA-E7FF-BD49-A92D-7A87578950F6}"/>
              </a:ext>
            </a:extLst>
          </p:cNvPr>
          <p:cNvPicPr>
            <a:picLocks noChangeAspect="1"/>
          </p:cNvPicPr>
          <p:nvPr/>
        </p:nvPicPr>
        <p:blipFill>
          <a:blip r:embed="rId2"/>
          <a:stretch>
            <a:fillRect/>
          </a:stretch>
        </p:blipFill>
        <p:spPr>
          <a:xfrm>
            <a:off x="0" y="0"/>
            <a:ext cx="9144000" cy="5143500"/>
          </a:xfrm>
          <a:prstGeom prst="rect">
            <a:avLst/>
          </a:prstGeom>
          <a:blipFill>
            <a:blip r:embed="rId3"/>
            <a:stretch>
              <a:fillRect/>
            </a:stretch>
          </a:blipFill>
        </p:spPr>
      </p:pic>
      <p:pic>
        <p:nvPicPr>
          <p:cNvPr id="7" name="Picture 6" descr="A blue and white background&#10;&#10;Description automatically generated">
            <a:extLst>
              <a:ext uri="{FF2B5EF4-FFF2-40B4-BE49-F238E27FC236}">
                <a16:creationId xmlns:a16="http://schemas.microsoft.com/office/drawing/2014/main" id="{DCB4EE68-6906-C0D2-628A-07C92F87891F}"/>
              </a:ext>
            </a:extLst>
          </p:cNvPr>
          <p:cNvPicPr>
            <a:picLocks noChangeAspect="1"/>
          </p:cNvPicPr>
          <p:nvPr/>
        </p:nvPicPr>
        <p:blipFill>
          <a:blip r:embed="rId3"/>
          <a:stretch>
            <a:fillRect/>
          </a:stretch>
        </p:blipFill>
        <p:spPr>
          <a:xfrm>
            <a:off x="0" y="0"/>
            <a:ext cx="9144000" cy="5143500"/>
          </a:xfrm>
          <a:prstGeom prst="rect">
            <a:avLst/>
          </a:prstGeom>
        </p:spPr>
      </p:pic>
      <p:sp>
        <p:nvSpPr>
          <p:cNvPr id="3" name="Subtitle 2"/>
          <p:cNvSpPr>
            <a:spLocks noGrp="1"/>
          </p:cNvSpPr>
          <p:nvPr>
            <p:ph type="subTitle" idx="1" hasCustomPrompt="1"/>
          </p:nvPr>
        </p:nvSpPr>
        <p:spPr>
          <a:xfrm>
            <a:off x="1840663" y="1365666"/>
            <a:ext cx="6143485" cy="674899"/>
          </a:xfrm>
        </p:spPr>
        <p:txBody>
          <a:bodyPr>
            <a:normAutofit/>
          </a:bodyPr>
          <a:lstStyle>
            <a:lvl1pPr marL="685800" indent="-630936" algn="l">
              <a:buNone/>
              <a:tabLst>
                <a:tab pos="574675" algn="l"/>
              </a:tabLst>
              <a:defRPr sz="4400" b="0" baseline="0">
                <a:solidFill>
                  <a:srgbClr val="454D4E"/>
                </a:solidFill>
                <a:latin typeface="Segoe UI Light" panose="020B0502040204020203" pitchFamily="34" charset="0"/>
                <a:cs typeface="Segoe UI Light" panose="020B0502040204020203"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Course Title Here:</a:t>
            </a:r>
          </a:p>
        </p:txBody>
      </p:sp>
      <p:sp>
        <p:nvSpPr>
          <p:cNvPr id="12" name="Picture Placeholder 11">
            <a:extLst>
              <a:ext uri="{FF2B5EF4-FFF2-40B4-BE49-F238E27FC236}">
                <a16:creationId xmlns:a16="http://schemas.microsoft.com/office/drawing/2014/main" id="{4DCF20B5-BDCC-4D4B-9EB2-D0FDA548FADC}"/>
              </a:ext>
            </a:extLst>
          </p:cNvPr>
          <p:cNvSpPr>
            <a:spLocks noGrp="1"/>
          </p:cNvSpPr>
          <p:nvPr>
            <p:ph type="pic" sz="quarter" idx="10" hasCustomPrompt="1"/>
          </p:nvPr>
        </p:nvSpPr>
        <p:spPr>
          <a:xfrm>
            <a:off x="2259980" y="3095097"/>
            <a:ext cx="1112885" cy="1168586"/>
          </a:xfrm>
          <a:effectLst>
            <a:outerShdw blurRad="50800" dist="38100" dir="5400000" algn="t" rotWithShape="0">
              <a:prstClr val="black">
                <a:alpha val="40000"/>
              </a:prstClr>
            </a:outerShdw>
          </a:effectLst>
        </p:spPr>
        <p:txBody>
          <a:bodyPr>
            <a:normAutofit/>
          </a:bodyPr>
          <a:lstStyle>
            <a:lvl1pPr marL="0" indent="0">
              <a:buNone/>
              <a:defRPr sz="1200"/>
            </a:lvl1pPr>
          </a:lstStyle>
          <a:p>
            <a:r>
              <a:rPr lang="en-US" dirty="0"/>
              <a:t>Insert </a:t>
            </a:r>
          </a:p>
          <a:p>
            <a:r>
              <a:rPr lang="en-US" dirty="0"/>
              <a:t>Author </a:t>
            </a:r>
          </a:p>
          <a:p>
            <a:r>
              <a:rPr lang="en-US" dirty="0"/>
              <a:t>Headshot </a:t>
            </a:r>
          </a:p>
          <a:p>
            <a:r>
              <a:rPr lang="en-US" dirty="0"/>
              <a:t>Photo</a:t>
            </a:r>
          </a:p>
          <a:p>
            <a:r>
              <a:rPr lang="en-US" dirty="0"/>
              <a:t>Here</a:t>
            </a:r>
          </a:p>
        </p:txBody>
      </p:sp>
      <p:sp>
        <p:nvSpPr>
          <p:cNvPr id="6" name="Text Placeholder 5">
            <a:extLst>
              <a:ext uri="{FF2B5EF4-FFF2-40B4-BE49-F238E27FC236}">
                <a16:creationId xmlns:a16="http://schemas.microsoft.com/office/drawing/2014/main" id="{E069A88D-4483-164E-BD65-F3FA79A5214F}"/>
              </a:ext>
            </a:extLst>
          </p:cNvPr>
          <p:cNvSpPr>
            <a:spLocks noGrp="1"/>
          </p:cNvSpPr>
          <p:nvPr>
            <p:ph type="body" sz="quarter" idx="11" hasCustomPrompt="1"/>
          </p:nvPr>
        </p:nvSpPr>
        <p:spPr>
          <a:xfrm>
            <a:off x="3462819" y="3263590"/>
            <a:ext cx="3802750" cy="384813"/>
          </a:xfrm>
        </p:spPr>
        <p:txBody>
          <a:bodyPr>
            <a:noAutofit/>
          </a:bodyPr>
          <a:lstStyle>
            <a:lvl1pPr marL="0" indent="0">
              <a:buNone/>
              <a:defRPr sz="2000" b="0" i="0" u="none" baseline="0">
                <a:latin typeface="Open Sans" panose="020B0606030504020204" pitchFamily="34" charset="0"/>
              </a:defRPr>
            </a:lvl1pPr>
          </a:lstStyle>
          <a:p>
            <a:pPr algn="l"/>
            <a:r>
              <a:rPr lang="en-US" sz="1600" dirty="0">
                <a:latin typeface="Segoe UI" panose="020B0502040204020203" pitchFamily="34" charset="0"/>
                <a:cs typeface="Segoe UI" panose="020B0502040204020203" pitchFamily="34" charset="0"/>
              </a:rPr>
              <a:t>Author Name</a:t>
            </a:r>
          </a:p>
        </p:txBody>
      </p:sp>
      <p:sp>
        <p:nvSpPr>
          <p:cNvPr id="14" name="Text Placeholder 13">
            <a:extLst>
              <a:ext uri="{FF2B5EF4-FFF2-40B4-BE49-F238E27FC236}">
                <a16:creationId xmlns:a16="http://schemas.microsoft.com/office/drawing/2014/main" id="{4C2A0807-1CDE-5F49-A30A-6B9B299977E1}"/>
              </a:ext>
            </a:extLst>
          </p:cNvPr>
          <p:cNvSpPr>
            <a:spLocks noGrp="1"/>
          </p:cNvSpPr>
          <p:nvPr>
            <p:ph type="body" sz="quarter" idx="12" hasCustomPrompt="1"/>
          </p:nvPr>
        </p:nvSpPr>
        <p:spPr>
          <a:xfrm>
            <a:off x="3462347" y="3648402"/>
            <a:ext cx="2739170" cy="584200"/>
          </a:xfrm>
        </p:spPr>
        <p:txBody>
          <a:bodyPr>
            <a:normAutofit/>
          </a:bodyPr>
          <a:lstStyle>
            <a:lvl1pPr marL="0" indent="0">
              <a:buNone/>
              <a:defRPr sz="1200" baseline="0">
                <a:latin typeface="Open Sans" panose="020B0606030504020204" pitchFamily="34" charset="0"/>
              </a:defRPr>
            </a:lvl1pPr>
          </a:lstStyle>
          <a:p>
            <a:pPr lvl="0"/>
            <a:r>
              <a:rPr lang="en-US" dirty="0"/>
              <a:t>Lower Third</a:t>
            </a:r>
          </a:p>
        </p:txBody>
      </p:sp>
      <p:sp>
        <p:nvSpPr>
          <p:cNvPr id="17" name="TextBox 16">
            <a:extLst>
              <a:ext uri="{FF2B5EF4-FFF2-40B4-BE49-F238E27FC236}">
                <a16:creationId xmlns:a16="http://schemas.microsoft.com/office/drawing/2014/main" id="{68641A57-2545-0CDA-3A11-C1281610CCD7}"/>
              </a:ext>
            </a:extLst>
          </p:cNvPr>
          <p:cNvSpPr txBox="1"/>
          <p:nvPr/>
        </p:nvSpPr>
        <p:spPr>
          <a:xfrm>
            <a:off x="1923165" y="312433"/>
            <a:ext cx="5239240" cy="628091"/>
          </a:xfrm>
          <a:prstGeom prst="rect">
            <a:avLst/>
          </a:prstGeom>
        </p:spPr>
        <p:txBody>
          <a:bodyPr vert="horz" wrap="none" lIns="91440" tIns="45720" rIns="91440" bIns="45720" rtlCol="0">
            <a:normAutofit/>
          </a:bodyPr>
          <a:lstStyle/>
          <a:p>
            <a:pPr algn="l"/>
            <a:r>
              <a:rPr lang="en-US" sz="3000" b="1" i="0" baseline="0" dirty="0">
                <a:solidFill>
                  <a:srgbClr val="454D4E"/>
                </a:solidFill>
                <a:latin typeface="Segoe UI" panose="020B0502040204020203" pitchFamily="34" charset="0"/>
                <a:cs typeface="Segoe UI" panose="020B0502040204020203" pitchFamily="34" charset="0"/>
              </a:rPr>
              <a:t>Introduction</a:t>
            </a:r>
          </a:p>
        </p:txBody>
      </p:sp>
      <p:sp>
        <p:nvSpPr>
          <p:cNvPr id="16" name="Text Placeholder 15">
            <a:extLst>
              <a:ext uri="{FF2B5EF4-FFF2-40B4-BE49-F238E27FC236}">
                <a16:creationId xmlns:a16="http://schemas.microsoft.com/office/drawing/2014/main" id="{D7709AF5-2D39-3318-476A-B7DB868293B3}"/>
              </a:ext>
            </a:extLst>
          </p:cNvPr>
          <p:cNvSpPr>
            <a:spLocks noGrp="1"/>
          </p:cNvSpPr>
          <p:nvPr>
            <p:ph type="body" sz="quarter" idx="13" hasCustomPrompt="1"/>
          </p:nvPr>
        </p:nvSpPr>
        <p:spPr>
          <a:xfrm>
            <a:off x="1840662" y="2040565"/>
            <a:ext cx="6143485" cy="771235"/>
          </a:xfrm>
        </p:spPr>
        <p:txBody>
          <a:bodyPr>
            <a:noAutofit/>
          </a:bodyPr>
          <a:lstStyle>
            <a:lvl1pPr marL="0" indent="0">
              <a:buNone/>
              <a:defRPr sz="3600" b="0" i="0">
                <a:latin typeface="Segoe UI Light" panose="020B0502040204020203" pitchFamily="34" charset="0"/>
                <a:cs typeface="Segoe UI Light" panose="020B0502040204020203" pitchFamily="34" charset="0"/>
              </a:defRPr>
            </a:lvl1pPr>
          </a:lstStyle>
          <a:p>
            <a:pPr lvl="0"/>
            <a:r>
              <a:rPr lang="en-US" dirty="0"/>
              <a:t> Subtitle here</a:t>
            </a:r>
          </a:p>
        </p:txBody>
      </p:sp>
      <p:pic>
        <p:nvPicPr>
          <p:cNvPr id="2" name="Picture 1" descr="Shape&#10;&#10;Description automatically generated with medium confidence">
            <a:extLst>
              <a:ext uri="{FF2B5EF4-FFF2-40B4-BE49-F238E27FC236}">
                <a16:creationId xmlns:a16="http://schemas.microsoft.com/office/drawing/2014/main" id="{9F21EB85-4E6B-81AF-E3DE-25146E89F7C5}"/>
              </a:ext>
            </a:extLst>
          </p:cNvPr>
          <p:cNvPicPr>
            <a:picLocks noChangeAspect="1"/>
          </p:cNvPicPr>
          <p:nvPr userDrawn="1"/>
        </p:nvPicPr>
        <p:blipFill>
          <a:blip r:embed="rId2"/>
          <a:stretch>
            <a:fillRect/>
          </a:stretch>
        </p:blipFill>
        <p:spPr>
          <a:xfrm>
            <a:off x="0" y="0"/>
            <a:ext cx="9144000" cy="5143500"/>
          </a:xfrm>
          <a:prstGeom prst="rect">
            <a:avLst/>
          </a:prstGeom>
          <a:blipFill>
            <a:blip r:embed="rId3"/>
            <a:stretch>
              <a:fillRect/>
            </a:stretch>
          </a:blipFill>
        </p:spPr>
      </p:pic>
      <p:pic>
        <p:nvPicPr>
          <p:cNvPr id="4" name="Picture 3" descr="A blue and white background&#10;&#10;Description automatically generated">
            <a:extLst>
              <a:ext uri="{FF2B5EF4-FFF2-40B4-BE49-F238E27FC236}">
                <a16:creationId xmlns:a16="http://schemas.microsoft.com/office/drawing/2014/main" id="{37032E1F-36A3-E746-345C-BA05CE612103}"/>
              </a:ext>
            </a:extLst>
          </p:cNvPr>
          <p:cNvPicPr>
            <a:picLocks noChangeAspect="1"/>
          </p:cNvPicPr>
          <p:nvPr userDrawn="1"/>
        </p:nvPicPr>
        <p:blipFill>
          <a:blip r:embed="rId3"/>
          <a:stretch>
            <a:fillRect/>
          </a:stretch>
        </p:blipFill>
        <p:spPr>
          <a:xfrm>
            <a:off x="0" y="0"/>
            <a:ext cx="9144000" cy="5143500"/>
          </a:xfrm>
          <a:prstGeom prst="rect">
            <a:avLst/>
          </a:prstGeom>
        </p:spPr>
      </p:pic>
      <p:sp>
        <p:nvSpPr>
          <p:cNvPr id="8" name="TextBox 7">
            <a:extLst>
              <a:ext uri="{FF2B5EF4-FFF2-40B4-BE49-F238E27FC236}">
                <a16:creationId xmlns:a16="http://schemas.microsoft.com/office/drawing/2014/main" id="{F5657EAA-C43A-E155-4654-56E83B180ABB}"/>
              </a:ext>
            </a:extLst>
          </p:cNvPr>
          <p:cNvSpPr txBox="1"/>
          <p:nvPr userDrawn="1"/>
        </p:nvSpPr>
        <p:spPr>
          <a:xfrm>
            <a:off x="1923165" y="312433"/>
            <a:ext cx="5239240" cy="628091"/>
          </a:xfrm>
          <a:prstGeom prst="rect">
            <a:avLst/>
          </a:prstGeom>
        </p:spPr>
        <p:txBody>
          <a:bodyPr vert="horz" wrap="none" lIns="91440" tIns="45720" rIns="91440" bIns="45720" rtlCol="0">
            <a:normAutofit/>
          </a:bodyPr>
          <a:lstStyle/>
          <a:p>
            <a:pPr algn="l"/>
            <a:r>
              <a:rPr lang="en-US" sz="3000" b="1" i="0" baseline="0" dirty="0">
                <a:solidFill>
                  <a:srgbClr val="454D4E"/>
                </a:solidFill>
                <a:latin typeface="Segoe UI" panose="020B0502040204020203" pitchFamily="34" charset="0"/>
                <a:cs typeface="Segoe UI" panose="020B0502040204020203" pitchFamily="34" charset="0"/>
              </a:rPr>
              <a:t>Introduction</a:t>
            </a:r>
          </a:p>
        </p:txBody>
      </p:sp>
    </p:spTree>
    <p:extLst>
      <p:ext uri="{BB962C8B-B14F-4D97-AF65-F5344CB8AC3E}">
        <p14:creationId xmlns:p14="http://schemas.microsoft.com/office/powerpoint/2010/main" val="2644812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02_Course Intro (headshot slide)">
    <p:spTree>
      <p:nvGrpSpPr>
        <p:cNvPr id="1" name=""/>
        <p:cNvGrpSpPr/>
        <p:nvPr/>
      </p:nvGrpSpPr>
      <p:grpSpPr>
        <a:xfrm>
          <a:off x="0" y="0"/>
          <a:ext cx="0" cy="0"/>
          <a:chOff x="0" y="0"/>
          <a:chExt cx="0" cy="0"/>
        </a:xfrm>
      </p:grpSpPr>
      <p:pic>
        <p:nvPicPr>
          <p:cNvPr id="4" name="Picture 3" descr="Course Intro slide for slide-based headshot (when recording on-camera is not an option)">
            <a:extLst>
              <a:ext uri="{FF2B5EF4-FFF2-40B4-BE49-F238E27FC236}">
                <a16:creationId xmlns:a16="http://schemas.microsoft.com/office/drawing/2014/main" id="{9289594B-CEE2-DA79-8D6C-78D7B18EF0B7}"/>
              </a:ext>
            </a:extLst>
          </p:cNvPr>
          <p:cNvPicPr>
            <a:picLocks noChangeAspect="1"/>
          </p:cNvPicPr>
          <p:nvPr/>
        </p:nvPicPr>
        <p:blipFill>
          <a:blip r:embed="rId2"/>
          <a:stretch>
            <a:fillRect/>
          </a:stretch>
        </p:blipFill>
        <p:spPr>
          <a:xfrm>
            <a:off x="0" y="0"/>
            <a:ext cx="9144000" cy="5143500"/>
          </a:xfrm>
          <a:prstGeom prst="rect">
            <a:avLst/>
          </a:prstGeom>
        </p:spPr>
      </p:pic>
      <p:sp>
        <p:nvSpPr>
          <p:cNvPr id="6" name="Picture Placeholder 11">
            <a:extLst>
              <a:ext uri="{FF2B5EF4-FFF2-40B4-BE49-F238E27FC236}">
                <a16:creationId xmlns:a16="http://schemas.microsoft.com/office/drawing/2014/main" id="{F18C1000-CFD1-814F-9DAF-2DC7FBADDD96}"/>
              </a:ext>
            </a:extLst>
          </p:cNvPr>
          <p:cNvSpPr>
            <a:spLocks noGrp="1"/>
          </p:cNvSpPr>
          <p:nvPr>
            <p:ph type="pic" sz="quarter" idx="10"/>
          </p:nvPr>
        </p:nvSpPr>
        <p:spPr>
          <a:xfrm>
            <a:off x="890544" y="664995"/>
            <a:ext cx="3358265" cy="3560747"/>
          </a:xfrm>
          <a:effectLst>
            <a:outerShdw blurRad="50800" dist="38100" dir="5400000" algn="t" rotWithShape="0">
              <a:prstClr val="black">
                <a:alpha val="40000"/>
              </a:prstClr>
            </a:outerShdw>
          </a:effectLst>
        </p:spPr>
        <p:txBody>
          <a:bodyPr>
            <a:normAutofit/>
          </a:bodyPr>
          <a:lstStyle>
            <a:lvl1pPr marL="0" indent="0" algn="ctr">
              <a:buNone/>
              <a:defRPr sz="2800"/>
            </a:lvl1pPr>
          </a:lstStyle>
          <a:p>
            <a:r>
              <a:rPr lang="en-US"/>
              <a:t>Click icon to add picture</a:t>
            </a:r>
            <a:endParaRPr lang="en-US" dirty="0"/>
          </a:p>
        </p:txBody>
      </p:sp>
      <p:sp>
        <p:nvSpPr>
          <p:cNvPr id="3" name="Text Placeholder 2">
            <a:extLst>
              <a:ext uri="{FF2B5EF4-FFF2-40B4-BE49-F238E27FC236}">
                <a16:creationId xmlns:a16="http://schemas.microsoft.com/office/drawing/2014/main" id="{BD4601DF-3D69-3D45-B976-F47622BD405E}"/>
              </a:ext>
            </a:extLst>
          </p:cNvPr>
          <p:cNvSpPr>
            <a:spLocks noGrp="1"/>
          </p:cNvSpPr>
          <p:nvPr>
            <p:ph type="body" sz="quarter" idx="11" hasCustomPrompt="1"/>
          </p:nvPr>
        </p:nvSpPr>
        <p:spPr>
          <a:xfrm>
            <a:off x="4620635" y="382901"/>
            <a:ext cx="3966571" cy="863804"/>
          </a:xfrm>
        </p:spPr>
        <p:txBody>
          <a:bodyPr>
            <a:normAutofit/>
          </a:bodyPr>
          <a:lstStyle>
            <a:lvl1pPr marL="0" indent="0" algn="ctr">
              <a:buNone/>
              <a:defRPr sz="2000" b="0" i="0" kern="800" baseline="0">
                <a:latin typeface="Segoe UI Semilight" panose="020B0402040204020203" pitchFamily="34" charset="0"/>
                <a:cs typeface="Segoe UI Semilight" panose="020B0402040204020203" pitchFamily="34" charset="0"/>
              </a:defRPr>
            </a:lvl1pPr>
          </a:lstStyle>
          <a:p>
            <a:pPr lvl="0"/>
            <a:r>
              <a:rPr lang="en-US" dirty="0"/>
              <a:t>Course Title Goes Here</a:t>
            </a:r>
          </a:p>
        </p:txBody>
      </p:sp>
      <p:sp>
        <p:nvSpPr>
          <p:cNvPr id="9" name="Text Placeholder 2">
            <a:extLst>
              <a:ext uri="{FF2B5EF4-FFF2-40B4-BE49-F238E27FC236}">
                <a16:creationId xmlns:a16="http://schemas.microsoft.com/office/drawing/2014/main" id="{9258BD1F-B284-28B8-2B50-52C6221AECFD}"/>
              </a:ext>
            </a:extLst>
          </p:cNvPr>
          <p:cNvSpPr>
            <a:spLocks noGrp="1"/>
          </p:cNvSpPr>
          <p:nvPr>
            <p:ph type="body" sz="quarter" idx="12" hasCustomPrompt="1"/>
          </p:nvPr>
        </p:nvSpPr>
        <p:spPr>
          <a:xfrm>
            <a:off x="4620634" y="1246704"/>
            <a:ext cx="3966571" cy="2979037"/>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Lesson 1: Title</a:t>
            </a:r>
          </a:p>
          <a:p>
            <a:pPr lvl="0"/>
            <a:endParaRPr lang="en-US" dirty="0"/>
          </a:p>
          <a:p>
            <a:pPr lvl="0"/>
            <a:r>
              <a:rPr lang="en-US" dirty="0"/>
              <a:t>Lesson 2: Title</a:t>
            </a:r>
          </a:p>
          <a:p>
            <a:pPr lvl="0"/>
            <a:endParaRPr lang="en-US" dirty="0"/>
          </a:p>
          <a:p>
            <a:pPr lvl="0"/>
            <a:r>
              <a:rPr lang="en-US" dirty="0"/>
              <a:t>Lesson 3: Title</a:t>
            </a:r>
            <a:br>
              <a:rPr lang="en-US" dirty="0"/>
            </a:br>
            <a:endParaRPr lang="en-US" dirty="0"/>
          </a:p>
          <a:p>
            <a:pPr lvl="0"/>
            <a:r>
              <a:rPr lang="en-US" dirty="0"/>
              <a:t>Lesson 4: Title</a:t>
            </a:r>
          </a:p>
          <a:p>
            <a:pPr lvl="0"/>
            <a:endParaRPr lang="en-US" dirty="0"/>
          </a:p>
          <a:p>
            <a:pPr lvl="0"/>
            <a:r>
              <a:rPr lang="en-US" dirty="0"/>
              <a:t>Lesson 5: Title</a:t>
            </a:r>
          </a:p>
        </p:txBody>
      </p:sp>
      <p:pic>
        <p:nvPicPr>
          <p:cNvPr id="2" name="Picture 1" descr="Course Intro slide for slide-based headshot (when recording on-camera is not an option)">
            <a:extLst>
              <a:ext uri="{FF2B5EF4-FFF2-40B4-BE49-F238E27FC236}">
                <a16:creationId xmlns:a16="http://schemas.microsoft.com/office/drawing/2014/main" id="{08182D27-E2F5-2883-AF50-ABB7E42A41DB}"/>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23853853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03_Lesson Intro (headshot slide)">
    <p:spTree>
      <p:nvGrpSpPr>
        <p:cNvPr id="1" name=""/>
        <p:cNvGrpSpPr/>
        <p:nvPr/>
      </p:nvGrpSpPr>
      <p:grpSpPr>
        <a:xfrm>
          <a:off x="0" y="0"/>
          <a:ext cx="0" cy="0"/>
          <a:chOff x="0" y="0"/>
          <a:chExt cx="0" cy="0"/>
        </a:xfrm>
      </p:grpSpPr>
      <p:pic>
        <p:nvPicPr>
          <p:cNvPr id="4" name="Picture 3" descr="A white background with blue border&#10;&#10;Description automatically generated">
            <a:extLst>
              <a:ext uri="{FF2B5EF4-FFF2-40B4-BE49-F238E27FC236}">
                <a16:creationId xmlns:a16="http://schemas.microsoft.com/office/drawing/2014/main" id="{9289594B-CEE2-DA79-8D6C-78D7B18EF0B7}"/>
              </a:ext>
            </a:extLst>
          </p:cNvPr>
          <p:cNvPicPr>
            <a:picLocks noChangeAspect="1"/>
          </p:cNvPicPr>
          <p:nvPr/>
        </p:nvPicPr>
        <p:blipFill>
          <a:blip r:embed="rId2"/>
          <a:stretch>
            <a:fillRect/>
          </a:stretch>
        </p:blipFill>
        <p:spPr>
          <a:xfrm>
            <a:off x="1409" y="36599"/>
            <a:ext cx="9144000" cy="5143500"/>
          </a:xfrm>
          <a:prstGeom prst="rect">
            <a:avLst/>
          </a:prstGeom>
        </p:spPr>
      </p:pic>
      <p:sp>
        <p:nvSpPr>
          <p:cNvPr id="3" name="Text Placeholder 2">
            <a:extLst>
              <a:ext uri="{FF2B5EF4-FFF2-40B4-BE49-F238E27FC236}">
                <a16:creationId xmlns:a16="http://schemas.microsoft.com/office/drawing/2014/main" id="{BD4601DF-3D69-3D45-B976-F47622BD405E}"/>
              </a:ext>
            </a:extLst>
          </p:cNvPr>
          <p:cNvSpPr>
            <a:spLocks noGrp="1"/>
          </p:cNvSpPr>
          <p:nvPr>
            <p:ph type="body" sz="quarter" idx="11" hasCustomPrompt="1"/>
          </p:nvPr>
        </p:nvSpPr>
        <p:spPr>
          <a:xfrm>
            <a:off x="4620635" y="382901"/>
            <a:ext cx="3966571" cy="728568"/>
          </a:xfrm>
        </p:spPr>
        <p:txBody>
          <a:bodyPr>
            <a:normAutofit/>
          </a:bodyPr>
          <a:lstStyle>
            <a:lvl1pPr marL="0" indent="0">
              <a:buNone/>
              <a:defRPr sz="2000" b="0" i="0" kern="800" baseline="0">
                <a:latin typeface="Segoe UI Semilight" panose="020B0402040204020203" pitchFamily="34" charset="0"/>
                <a:cs typeface="Segoe UI Semilight" panose="020B0402040204020203" pitchFamily="34" charset="0"/>
              </a:defRPr>
            </a:lvl1pPr>
          </a:lstStyle>
          <a:p>
            <a:pPr lvl="0"/>
            <a:r>
              <a:rPr lang="en-US" dirty="0"/>
              <a:t>Lesson Title Goes Here</a:t>
            </a:r>
          </a:p>
        </p:txBody>
      </p:sp>
      <p:sp>
        <p:nvSpPr>
          <p:cNvPr id="9" name="Text Placeholder 2">
            <a:extLst>
              <a:ext uri="{FF2B5EF4-FFF2-40B4-BE49-F238E27FC236}">
                <a16:creationId xmlns:a16="http://schemas.microsoft.com/office/drawing/2014/main" id="{9258BD1F-B284-28B8-2B50-52C6221AECFD}"/>
              </a:ext>
            </a:extLst>
          </p:cNvPr>
          <p:cNvSpPr>
            <a:spLocks noGrp="1"/>
          </p:cNvSpPr>
          <p:nvPr>
            <p:ph type="body" sz="quarter" idx="12" hasCustomPrompt="1"/>
          </p:nvPr>
        </p:nvSpPr>
        <p:spPr>
          <a:xfrm>
            <a:off x="4620634" y="1124147"/>
            <a:ext cx="3966571" cy="728568"/>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 1.1 Sub-lesson Title</a:t>
            </a:r>
          </a:p>
        </p:txBody>
      </p:sp>
      <p:sp>
        <p:nvSpPr>
          <p:cNvPr id="2" name="Text Placeholder 2">
            <a:extLst>
              <a:ext uri="{FF2B5EF4-FFF2-40B4-BE49-F238E27FC236}">
                <a16:creationId xmlns:a16="http://schemas.microsoft.com/office/drawing/2014/main" id="{D7ED1EBB-6BC5-DFD0-E2B6-8349F2148CE8}"/>
              </a:ext>
            </a:extLst>
          </p:cNvPr>
          <p:cNvSpPr>
            <a:spLocks noGrp="1"/>
          </p:cNvSpPr>
          <p:nvPr>
            <p:ph type="body" sz="quarter" idx="15" hasCustomPrompt="1"/>
          </p:nvPr>
        </p:nvSpPr>
        <p:spPr>
          <a:xfrm>
            <a:off x="4619297" y="1869540"/>
            <a:ext cx="3966571" cy="728568"/>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 1.2 Sub-lesson Title</a:t>
            </a:r>
          </a:p>
        </p:txBody>
      </p:sp>
      <p:sp>
        <p:nvSpPr>
          <p:cNvPr id="5" name="Text Placeholder 2">
            <a:extLst>
              <a:ext uri="{FF2B5EF4-FFF2-40B4-BE49-F238E27FC236}">
                <a16:creationId xmlns:a16="http://schemas.microsoft.com/office/drawing/2014/main" id="{5BEAFDF9-6B1A-C0EB-0DEB-8FFA696AC94B}"/>
              </a:ext>
            </a:extLst>
          </p:cNvPr>
          <p:cNvSpPr>
            <a:spLocks noGrp="1"/>
          </p:cNvSpPr>
          <p:nvPr>
            <p:ph type="body" sz="quarter" idx="16" hasCustomPrompt="1"/>
          </p:nvPr>
        </p:nvSpPr>
        <p:spPr>
          <a:xfrm>
            <a:off x="4619298" y="2598108"/>
            <a:ext cx="3966571" cy="728568"/>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 1.3 Sub-lesson Title</a:t>
            </a:r>
          </a:p>
        </p:txBody>
      </p:sp>
      <p:sp>
        <p:nvSpPr>
          <p:cNvPr id="7" name="Picture Placeholder 11">
            <a:extLst>
              <a:ext uri="{FF2B5EF4-FFF2-40B4-BE49-F238E27FC236}">
                <a16:creationId xmlns:a16="http://schemas.microsoft.com/office/drawing/2014/main" id="{41F5051F-7083-3DC3-EC81-E04D81C975E0}"/>
              </a:ext>
            </a:extLst>
          </p:cNvPr>
          <p:cNvSpPr>
            <a:spLocks noGrp="1"/>
          </p:cNvSpPr>
          <p:nvPr>
            <p:ph type="pic" sz="quarter" idx="10"/>
          </p:nvPr>
        </p:nvSpPr>
        <p:spPr>
          <a:xfrm>
            <a:off x="890544" y="664995"/>
            <a:ext cx="3358265" cy="3560747"/>
          </a:xfrm>
          <a:effectLst>
            <a:outerShdw blurRad="50800" dist="38100" dir="5400000" algn="t" rotWithShape="0">
              <a:prstClr val="black">
                <a:alpha val="40000"/>
              </a:prstClr>
            </a:outerShdw>
          </a:effectLst>
        </p:spPr>
        <p:txBody>
          <a:bodyPr>
            <a:normAutofit/>
          </a:bodyPr>
          <a:lstStyle>
            <a:lvl1pPr marL="0" indent="0" algn="ctr">
              <a:buNone/>
              <a:defRPr sz="2800"/>
            </a:lvl1pPr>
          </a:lstStyle>
          <a:p>
            <a:r>
              <a:rPr lang="en-US"/>
              <a:t>Click icon to add picture</a:t>
            </a:r>
            <a:endParaRPr lang="en-US" dirty="0"/>
          </a:p>
        </p:txBody>
      </p:sp>
      <p:pic>
        <p:nvPicPr>
          <p:cNvPr id="6" name="Picture 5" descr="A white background with blue border&#10;&#10;Description automatically generated">
            <a:extLst>
              <a:ext uri="{FF2B5EF4-FFF2-40B4-BE49-F238E27FC236}">
                <a16:creationId xmlns:a16="http://schemas.microsoft.com/office/drawing/2014/main" id="{69F2EE42-E762-6F5F-CC37-7233E5D11727}"/>
              </a:ext>
            </a:extLst>
          </p:cNvPr>
          <p:cNvPicPr>
            <a:picLocks noChangeAspect="1"/>
          </p:cNvPicPr>
          <p:nvPr userDrawn="1"/>
        </p:nvPicPr>
        <p:blipFill>
          <a:blip r:embed="rId2"/>
          <a:stretch>
            <a:fillRect/>
          </a:stretch>
        </p:blipFill>
        <p:spPr>
          <a:xfrm>
            <a:off x="1409" y="36599"/>
            <a:ext cx="9144000" cy="5143500"/>
          </a:xfrm>
          <a:prstGeom prst="rect">
            <a:avLst/>
          </a:prstGeom>
        </p:spPr>
      </p:pic>
    </p:spTree>
    <p:extLst>
      <p:ext uri="{BB962C8B-B14F-4D97-AF65-F5344CB8AC3E}">
        <p14:creationId xmlns:p14="http://schemas.microsoft.com/office/powerpoint/2010/main" val="948486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04_Content Slide (top title bar)">
    <p:spTree>
      <p:nvGrpSpPr>
        <p:cNvPr id="1" name=""/>
        <p:cNvGrpSpPr/>
        <p:nvPr/>
      </p:nvGrpSpPr>
      <p:grpSpPr>
        <a:xfrm>
          <a:off x="0" y="0"/>
          <a:ext cx="0" cy="0"/>
          <a:chOff x="0" y="0"/>
          <a:chExt cx="0" cy="0"/>
        </a:xfrm>
      </p:grpSpPr>
      <p:pic>
        <p:nvPicPr>
          <p:cNvPr id="8" name="Picture 7" descr="A white object with a black border&#10;&#10;Description automatically generated with medium confidence">
            <a:extLst>
              <a:ext uri="{FF2B5EF4-FFF2-40B4-BE49-F238E27FC236}">
                <a16:creationId xmlns:a16="http://schemas.microsoft.com/office/drawing/2014/main" id="{6F592B98-E829-4D75-987C-E10A1777DFDC}"/>
              </a:ext>
            </a:extLst>
          </p:cNvPr>
          <p:cNvPicPr>
            <a:picLocks noChangeAspect="1"/>
          </p:cNvPicPr>
          <p:nvPr/>
        </p:nvPicPr>
        <p:blipFill>
          <a:blip r:embed="rId2"/>
          <a:stretch>
            <a:fillRect/>
          </a:stretch>
        </p:blipFill>
        <p:spPr>
          <a:xfrm>
            <a:off x="0" y="0"/>
            <a:ext cx="9144000" cy="5143500"/>
          </a:xfrm>
          <a:prstGeom prst="rect">
            <a:avLst/>
          </a:prstGeom>
        </p:spPr>
      </p:pic>
      <p:sp>
        <p:nvSpPr>
          <p:cNvPr id="9" name="Title 1">
            <a:extLst>
              <a:ext uri="{FF2B5EF4-FFF2-40B4-BE49-F238E27FC236}">
                <a16:creationId xmlns:a16="http://schemas.microsoft.com/office/drawing/2014/main" id="{7BF004E1-6C6E-A41B-2708-AF445AAF3B69}"/>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bg1"/>
                </a:solidFill>
                <a:latin typeface="Segoe UI" panose="020B0502040204020203" pitchFamily="34" charset="0"/>
                <a:cs typeface="Segoe UI" panose="020B0502040204020203" pitchFamily="34" charset="0"/>
              </a:defRPr>
            </a:lvl1pPr>
          </a:lstStyle>
          <a:p>
            <a:r>
              <a:rPr lang="en-US" dirty="0"/>
              <a:t>Slide Title Goes Here</a:t>
            </a:r>
          </a:p>
        </p:txBody>
      </p:sp>
      <p:sp>
        <p:nvSpPr>
          <p:cNvPr id="10" name="Content Placeholder 2">
            <a:extLst>
              <a:ext uri="{FF2B5EF4-FFF2-40B4-BE49-F238E27FC236}">
                <a16:creationId xmlns:a16="http://schemas.microsoft.com/office/drawing/2014/main" id="{5A0E15C9-D306-B736-F041-3C5729A18DE3}"/>
              </a:ext>
            </a:extLst>
          </p:cNvPr>
          <p:cNvSpPr>
            <a:spLocks noGrp="1"/>
          </p:cNvSpPr>
          <p:nvPr>
            <p:ph idx="1"/>
          </p:nvPr>
        </p:nvSpPr>
        <p:spPr>
          <a:xfrm>
            <a:off x="900501" y="987374"/>
            <a:ext cx="7333862" cy="3655572"/>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Picture 1" descr="A white object with a black border&#10;&#10;Description automatically generated with medium confidence">
            <a:extLst>
              <a:ext uri="{FF2B5EF4-FFF2-40B4-BE49-F238E27FC236}">
                <a16:creationId xmlns:a16="http://schemas.microsoft.com/office/drawing/2014/main" id="{1E03FF75-F906-DFC4-F2DB-E6A0D0C643B9}"/>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30448785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05_Content Slide (box)">
    <p:spTree>
      <p:nvGrpSpPr>
        <p:cNvPr id="1" name=""/>
        <p:cNvGrpSpPr/>
        <p:nvPr/>
      </p:nvGrpSpPr>
      <p:grpSpPr>
        <a:xfrm>
          <a:off x="0" y="0"/>
          <a:ext cx="0" cy="0"/>
          <a:chOff x="0" y="0"/>
          <a:chExt cx="0" cy="0"/>
        </a:xfrm>
      </p:grpSpPr>
      <p:pic>
        <p:nvPicPr>
          <p:cNvPr id="5" name="Picture 4" descr="A white rectangular object with a grey background&#10;&#10;Description automatically generated">
            <a:extLst>
              <a:ext uri="{FF2B5EF4-FFF2-40B4-BE49-F238E27FC236}">
                <a16:creationId xmlns:a16="http://schemas.microsoft.com/office/drawing/2014/main" id="{8F5A7659-558D-5850-50C2-72AB7FD8FCBD}"/>
              </a:ext>
            </a:extLst>
          </p:cNvPr>
          <p:cNvPicPr>
            <a:picLocks noChangeAspect="1"/>
          </p:cNvPicPr>
          <p:nvPr/>
        </p:nvPicPr>
        <p:blipFill>
          <a:blip r:embed="rId2"/>
          <a:stretch>
            <a:fillRect/>
          </a:stretch>
        </p:blipFill>
        <p:spPr>
          <a:xfrm>
            <a:off x="0" y="0"/>
            <a:ext cx="9144000" cy="5143500"/>
          </a:xfrm>
          <a:prstGeom prst="rect">
            <a:avLst/>
          </a:prstGeom>
        </p:spPr>
      </p:pic>
      <p:sp>
        <p:nvSpPr>
          <p:cNvPr id="6" name="Title 1">
            <a:extLst>
              <a:ext uri="{FF2B5EF4-FFF2-40B4-BE49-F238E27FC236}">
                <a16:creationId xmlns:a16="http://schemas.microsoft.com/office/drawing/2014/main" id="{39A3BCAA-490B-BAA5-D814-04214EC50245}"/>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bg1"/>
                </a:solidFill>
                <a:latin typeface="Segoe UI" panose="020B0502040204020203" pitchFamily="34" charset="0"/>
                <a:cs typeface="Segoe UI" panose="020B0502040204020203" pitchFamily="34" charset="0"/>
              </a:defRPr>
            </a:lvl1pPr>
          </a:lstStyle>
          <a:p>
            <a:r>
              <a:rPr lang="en-US" dirty="0"/>
              <a:t>Slide Title Goes Here</a:t>
            </a:r>
          </a:p>
        </p:txBody>
      </p:sp>
      <p:sp>
        <p:nvSpPr>
          <p:cNvPr id="7" name="Content Placeholder 2">
            <a:extLst>
              <a:ext uri="{FF2B5EF4-FFF2-40B4-BE49-F238E27FC236}">
                <a16:creationId xmlns:a16="http://schemas.microsoft.com/office/drawing/2014/main" id="{4043A29F-9950-00FC-54AD-2F3EA9126BD7}"/>
              </a:ext>
            </a:extLst>
          </p:cNvPr>
          <p:cNvSpPr>
            <a:spLocks noGrp="1"/>
          </p:cNvSpPr>
          <p:nvPr>
            <p:ph idx="1"/>
          </p:nvPr>
        </p:nvSpPr>
        <p:spPr>
          <a:xfrm>
            <a:off x="900501" y="987374"/>
            <a:ext cx="7333862" cy="3655572"/>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Picture 1" descr="A white rectangular object with a grey background&#10;&#10;Description automatically generated">
            <a:extLst>
              <a:ext uri="{FF2B5EF4-FFF2-40B4-BE49-F238E27FC236}">
                <a16:creationId xmlns:a16="http://schemas.microsoft.com/office/drawing/2014/main" id="{5E576AAE-EDF3-8574-4732-C4A9E1587DC0}"/>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34630760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06_Content Slide (header and footer)">
    <p:spTree>
      <p:nvGrpSpPr>
        <p:cNvPr id="1" name=""/>
        <p:cNvGrpSpPr/>
        <p:nvPr/>
      </p:nvGrpSpPr>
      <p:grpSpPr>
        <a:xfrm>
          <a:off x="0" y="0"/>
          <a:ext cx="0" cy="0"/>
          <a:chOff x="0" y="0"/>
          <a:chExt cx="0" cy="0"/>
        </a:xfrm>
      </p:grpSpPr>
      <p:pic>
        <p:nvPicPr>
          <p:cNvPr id="4" name="Picture 3" descr="A white and blue logo&#10;&#10;Description automatically generated with medium confidence">
            <a:extLst>
              <a:ext uri="{FF2B5EF4-FFF2-40B4-BE49-F238E27FC236}">
                <a16:creationId xmlns:a16="http://schemas.microsoft.com/office/drawing/2014/main" id="{10F185E1-4992-9D3A-B3E8-45EEBB7E670A}"/>
              </a:ext>
            </a:extLst>
          </p:cNvPr>
          <p:cNvPicPr>
            <a:picLocks noChangeAspect="1"/>
          </p:cNvPicPr>
          <p:nvPr/>
        </p:nvPicPr>
        <p:blipFill>
          <a:blip r:embed="rId2"/>
          <a:stretch>
            <a:fillRect/>
          </a:stretch>
        </p:blipFill>
        <p:spPr>
          <a:xfrm>
            <a:off x="0" y="0"/>
            <a:ext cx="9144000" cy="5143500"/>
          </a:xfrm>
          <a:prstGeom prst="rect">
            <a:avLst/>
          </a:prstGeom>
        </p:spPr>
      </p:pic>
      <p:sp>
        <p:nvSpPr>
          <p:cNvPr id="3" name="Content Placeholder 2"/>
          <p:cNvSpPr>
            <a:spLocks noGrp="1"/>
          </p:cNvSpPr>
          <p:nvPr>
            <p:ph idx="1"/>
          </p:nvPr>
        </p:nvSpPr>
        <p:spPr>
          <a:xfrm>
            <a:off x="900501" y="775629"/>
            <a:ext cx="7333862" cy="3742941"/>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Picture 1" descr="A white and blue logo&#10;&#10;Description automatically generated with medium confidence">
            <a:extLst>
              <a:ext uri="{FF2B5EF4-FFF2-40B4-BE49-F238E27FC236}">
                <a16:creationId xmlns:a16="http://schemas.microsoft.com/office/drawing/2014/main" id="{F92DCD30-BA28-F0D3-0128-BF69D7B726C5}"/>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6042070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07_Content Slide (footer only)">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6ED5F27-70E5-4B4C-988B-9232507CFD00}"/>
              </a:ext>
            </a:extLst>
          </p:cNvPr>
          <p:cNvPicPr>
            <a:picLocks noChangeAspect="1"/>
          </p:cNvPicPr>
          <p:nvPr/>
        </p:nvPicPr>
        <p:blipFill>
          <a:blip r:embed="rId2"/>
          <a:srcRect/>
          <a:stretch/>
        </p:blipFill>
        <p:spPr>
          <a:xfrm>
            <a:off x="0" y="0"/>
            <a:ext cx="9144000" cy="5143500"/>
          </a:xfrm>
          <a:prstGeom prst="rect">
            <a:avLst/>
          </a:prstGeom>
        </p:spPr>
      </p:pic>
      <p:sp>
        <p:nvSpPr>
          <p:cNvPr id="3" name="Content Placeholder 2"/>
          <p:cNvSpPr>
            <a:spLocks noGrp="1"/>
          </p:cNvSpPr>
          <p:nvPr>
            <p:ph idx="1"/>
          </p:nvPr>
        </p:nvSpPr>
        <p:spPr>
          <a:xfrm>
            <a:off x="900501" y="775629"/>
            <a:ext cx="7333862" cy="3742941"/>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itle 1">
            <a:extLst>
              <a:ext uri="{FF2B5EF4-FFF2-40B4-BE49-F238E27FC236}">
                <a16:creationId xmlns:a16="http://schemas.microsoft.com/office/drawing/2014/main" id="{C5FABB46-522D-9531-1393-55BDDBA9800B}"/>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tx1"/>
                </a:solidFill>
                <a:latin typeface="Segoe UI" panose="020B0502040204020203" pitchFamily="34" charset="0"/>
                <a:cs typeface="Segoe UI" panose="020B0502040204020203" pitchFamily="34" charset="0"/>
              </a:defRPr>
            </a:lvl1pPr>
          </a:lstStyle>
          <a:p>
            <a:r>
              <a:rPr lang="en-US" dirty="0"/>
              <a:t>Slide Title Goes Here</a:t>
            </a:r>
          </a:p>
        </p:txBody>
      </p:sp>
      <p:pic>
        <p:nvPicPr>
          <p:cNvPr id="2" name="Picture 1">
            <a:extLst>
              <a:ext uri="{FF2B5EF4-FFF2-40B4-BE49-F238E27FC236}">
                <a16:creationId xmlns:a16="http://schemas.microsoft.com/office/drawing/2014/main" id="{6C88AC8A-674A-76E5-9602-A90DC8B808F4}"/>
              </a:ext>
            </a:extLst>
          </p:cNvPr>
          <p:cNvPicPr>
            <a:picLocks noChangeAspect="1"/>
          </p:cNvPicPr>
          <p:nvPr userDrawn="1"/>
        </p:nvPicPr>
        <p:blipFill>
          <a:blip r:embed="rId2"/>
          <a:srcRect/>
          <a:stretch/>
        </p:blipFill>
        <p:spPr>
          <a:xfrm>
            <a:off x="0" y="0"/>
            <a:ext cx="9144000" cy="5143500"/>
          </a:xfrm>
          <a:prstGeom prst="rect">
            <a:avLst/>
          </a:prstGeom>
        </p:spPr>
      </p:pic>
    </p:spTree>
    <p:extLst>
      <p:ext uri="{BB962C8B-B14F-4D97-AF65-F5344CB8AC3E}">
        <p14:creationId xmlns:p14="http://schemas.microsoft.com/office/powerpoint/2010/main" val="17285661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08_Content Slide (footer only w/ two content boxes)">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2225C24-701B-6B4D-B8C3-DFB49DB8C60B}"/>
              </a:ext>
            </a:extLst>
          </p:cNvPr>
          <p:cNvPicPr>
            <a:picLocks noChangeAspect="1"/>
          </p:cNvPicPr>
          <p:nvPr/>
        </p:nvPicPr>
        <p:blipFill>
          <a:blip r:embed="rId2"/>
          <a:srcRect/>
          <a:stretch/>
        </p:blipFill>
        <p:spPr>
          <a:xfrm>
            <a:off x="0" y="0"/>
            <a:ext cx="9144000" cy="5143500"/>
          </a:xfrm>
          <a:prstGeom prst="rect">
            <a:avLst/>
          </a:prstGeom>
        </p:spPr>
      </p:pic>
      <p:sp>
        <p:nvSpPr>
          <p:cNvPr id="3" name="Content Placeholder 2"/>
          <p:cNvSpPr>
            <a:spLocks noGrp="1"/>
          </p:cNvSpPr>
          <p:nvPr>
            <p:ph sz="half" idx="1"/>
          </p:nvPr>
        </p:nvSpPr>
        <p:spPr>
          <a:xfrm>
            <a:off x="457200" y="946140"/>
            <a:ext cx="4038600" cy="3394472"/>
          </a:xfrm>
        </p:spPr>
        <p:txBody>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57344" y="946356"/>
            <a:ext cx="4038600" cy="3394472"/>
          </a:xfrm>
        </p:spPr>
        <p:txBody>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1">
            <a:extLst>
              <a:ext uri="{FF2B5EF4-FFF2-40B4-BE49-F238E27FC236}">
                <a16:creationId xmlns:a16="http://schemas.microsoft.com/office/drawing/2014/main" id="{1F0EB95E-AB5B-2489-EDB6-8BD32E98EC8B}"/>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tx1"/>
                </a:solidFill>
                <a:latin typeface="Segoe UI" panose="020B0502040204020203" pitchFamily="34" charset="0"/>
                <a:cs typeface="Segoe UI" panose="020B0502040204020203" pitchFamily="34" charset="0"/>
              </a:defRPr>
            </a:lvl1pPr>
          </a:lstStyle>
          <a:p>
            <a:r>
              <a:rPr lang="en-US" dirty="0"/>
              <a:t>Slide Title Goes Here</a:t>
            </a:r>
          </a:p>
        </p:txBody>
      </p:sp>
      <p:pic>
        <p:nvPicPr>
          <p:cNvPr id="2" name="Picture 1">
            <a:extLst>
              <a:ext uri="{FF2B5EF4-FFF2-40B4-BE49-F238E27FC236}">
                <a16:creationId xmlns:a16="http://schemas.microsoft.com/office/drawing/2014/main" id="{56BBD1A7-D040-8AA9-D945-8E9453D4DABF}"/>
              </a:ext>
            </a:extLst>
          </p:cNvPr>
          <p:cNvPicPr>
            <a:picLocks noChangeAspect="1"/>
          </p:cNvPicPr>
          <p:nvPr userDrawn="1"/>
        </p:nvPicPr>
        <p:blipFill>
          <a:blip r:embed="rId2"/>
          <a:srcRect/>
          <a:stretch/>
        </p:blipFill>
        <p:spPr>
          <a:xfrm>
            <a:off x="0" y="0"/>
            <a:ext cx="9144000" cy="5143500"/>
          </a:xfrm>
          <a:prstGeom prst="rect">
            <a:avLst/>
          </a:prstGeom>
        </p:spPr>
      </p:pic>
    </p:spTree>
    <p:extLst>
      <p:ext uri="{BB962C8B-B14F-4D97-AF65-F5344CB8AC3E}">
        <p14:creationId xmlns:p14="http://schemas.microsoft.com/office/powerpoint/2010/main" val="35793167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09_Content Slide (open spac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EB9D5BD-777B-FB47-A928-3A74870851D9}"/>
              </a:ext>
            </a:extLst>
          </p:cNvPr>
          <p:cNvPicPr>
            <a:picLocks noChangeAspect="1"/>
          </p:cNvPicPr>
          <p:nvPr/>
        </p:nvPicPr>
        <p:blipFill>
          <a:blip r:embed="rId2"/>
          <a:srcRect/>
          <a:stretch/>
        </p:blipFill>
        <p:spPr>
          <a:xfrm>
            <a:off x="0" y="9336"/>
            <a:ext cx="9144000" cy="5143500"/>
          </a:xfrm>
          <a:prstGeom prst="rect">
            <a:avLst/>
          </a:prstGeom>
        </p:spPr>
      </p:pic>
      <p:sp>
        <p:nvSpPr>
          <p:cNvPr id="6" name="Title 1">
            <a:extLst>
              <a:ext uri="{FF2B5EF4-FFF2-40B4-BE49-F238E27FC236}">
                <a16:creationId xmlns:a16="http://schemas.microsoft.com/office/drawing/2014/main" id="{715979BF-344D-CDD6-5808-1E3A396E91D7}"/>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tx1"/>
                </a:solidFill>
                <a:latin typeface="Segoe UI" panose="020B0502040204020203" pitchFamily="34" charset="0"/>
                <a:cs typeface="Segoe UI" panose="020B0502040204020203" pitchFamily="34" charset="0"/>
              </a:defRPr>
            </a:lvl1pPr>
          </a:lstStyle>
          <a:p>
            <a:r>
              <a:rPr lang="en-US" dirty="0"/>
              <a:t>Slide Title Goes Here</a:t>
            </a:r>
          </a:p>
        </p:txBody>
      </p:sp>
      <p:sp>
        <p:nvSpPr>
          <p:cNvPr id="9" name="Content Placeholder 2">
            <a:extLst>
              <a:ext uri="{FF2B5EF4-FFF2-40B4-BE49-F238E27FC236}">
                <a16:creationId xmlns:a16="http://schemas.microsoft.com/office/drawing/2014/main" id="{4E038BA8-C749-8779-4A17-7889836633C0}"/>
              </a:ext>
            </a:extLst>
          </p:cNvPr>
          <p:cNvSpPr>
            <a:spLocks noGrp="1"/>
          </p:cNvSpPr>
          <p:nvPr>
            <p:ph idx="1"/>
          </p:nvPr>
        </p:nvSpPr>
        <p:spPr>
          <a:xfrm>
            <a:off x="900501" y="775629"/>
            <a:ext cx="7333862" cy="3742941"/>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Picture 1">
            <a:extLst>
              <a:ext uri="{FF2B5EF4-FFF2-40B4-BE49-F238E27FC236}">
                <a16:creationId xmlns:a16="http://schemas.microsoft.com/office/drawing/2014/main" id="{206A0AD5-CB3F-8169-AF25-456262A7BAD3}"/>
              </a:ext>
            </a:extLst>
          </p:cNvPr>
          <p:cNvPicPr>
            <a:picLocks noChangeAspect="1"/>
          </p:cNvPicPr>
          <p:nvPr userDrawn="1"/>
        </p:nvPicPr>
        <p:blipFill>
          <a:blip r:embed="rId2"/>
          <a:srcRect/>
          <a:stretch/>
        </p:blipFill>
        <p:spPr>
          <a:xfrm>
            <a:off x="0" y="9336"/>
            <a:ext cx="9144000" cy="5143500"/>
          </a:xfrm>
          <a:prstGeom prst="rect">
            <a:avLst/>
          </a:prstGeom>
        </p:spPr>
      </p:pic>
    </p:spTree>
    <p:extLst>
      <p:ext uri="{BB962C8B-B14F-4D97-AF65-F5344CB8AC3E}">
        <p14:creationId xmlns:p14="http://schemas.microsoft.com/office/powerpoint/2010/main" val="18207080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Course Title Slide">
    <p:spTree>
      <p:nvGrpSpPr>
        <p:cNvPr id="1" name=""/>
        <p:cNvGrpSpPr/>
        <p:nvPr/>
      </p:nvGrpSpPr>
      <p:grpSpPr>
        <a:xfrm>
          <a:off x="0" y="0"/>
          <a:ext cx="0" cy="0"/>
          <a:chOff x="0" y="0"/>
          <a:chExt cx="0" cy="0"/>
        </a:xfrm>
      </p:grpSpPr>
      <p:pic>
        <p:nvPicPr>
          <p:cNvPr id="5" name="Picture 4" descr="Shape&#10;&#10;Description automatically generated with medium confidence">
            <a:extLst>
              <a:ext uri="{FF2B5EF4-FFF2-40B4-BE49-F238E27FC236}">
                <a16:creationId xmlns:a16="http://schemas.microsoft.com/office/drawing/2014/main" id="{315FA5AA-E7FF-BD49-A92D-7A87578950F6}"/>
              </a:ext>
            </a:extLst>
          </p:cNvPr>
          <p:cNvPicPr>
            <a:picLocks noChangeAspect="1"/>
          </p:cNvPicPr>
          <p:nvPr userDrawn="1"/>
        </p:nvPicPr>
        <p:blipFill>
          <a:blip r:embed="rId2"/>
          <a:stretch>
            <a:fillRect/>
          </a:stretch>
        </p:blipFill>
        <p:spPr>
          <a:xfrm>
            <a:off x="0" y="0"/>
            <a:ext cx="9144000" cy="5143500"/>
          </a:xfrm>
          <a:prstGeom prst="rect">
            <a:avLst/>
          </a:prstGeom>
          <a:blipFill>
            <a:blip r:embed="rId3"/>
            <a:stretch>
              <a:fillRect/>
            </a:stretch>
          </a:blipFill>
        </p:spPr>
      </p:pic>
      <p:pic>
        <p:nvPicPr>
          <p:cNvPr id="7" name="Picture 6" descr="A blue and white background&#10;&#10;Description automatically generated">
            <a:extLst>
              <a:ext uri="{FF2B5EF4-FFF2-40B4-BE49-F238E27FC236}">
                <a16:creationId xmlns:a16="http://schemas.microsoft.com/office/drawing/2014/main" id="{DCB4EE68-6906-C0D2-628A-07C92F87891F}"/>
              </a:ext>
            </a:extLst>
          </p:cNvPr>
          <p:cNvPicPr>
            <a:picLocks noChangeAspect="1"/>
          </p:cNvPicPr>
          <p:nvPr userDrawn="1"/>
        </p:nvPicPr>
        <p:blipFill>
          <a:blip r:embed="rId3"/>
          <a:stretch>
            <a:fillRect/>
          </a:stretch>
        </p:blipFill>
        <p:spPr>
          <a:xfrm>
            <a:off x="0" y="0"/>
            <a:ext cx="9144000" cy="5143500"/>
          </a:xfrm>
          <a:prstGeom prst="rect">
            <a:avLst/>
          </a:prstGeom>
        </p:spPr>
      </p:pic>
      <p:sp>
        <p:nvSpPr>
          <p:cNvPr id="3" name="Subtitle 2"/>
          <p:cNvSpPr>
            <a:spLocks noGrp="1"/>
          </p:cNvSpPr>
          <p:nvPr>
            <p:ph type="subTitle" idx="1" hasCustomPrompt="1"/>
          </p:nvPr>
        </p:nvSpPr>
        <p:spPr>
          <a:xfrm>
            <a:off x="1840663" y="1365666"/>
            <a:ext cx="6143485" cy="674899"/>
          </a:xfrm>
        </p:spPr>
        <p:txBody>
          <a:bodyPr>
            <a:normAutofit/>
          </a:bodyPr>
          <a:lstStyle>
            <a:lvl1pPr marL="685800" indent="-630936" algn="l">
              <a:buNone/>
              <a:tabLst>
                <a:tab pos="574675" algn="l"/>
              </a:tabLst>
              <a:defRPr sz="4400" b="0" baseline="0">
                <a:solidFill>
                  <a:srgbClr val="454D4E"/>
                </a:solidFill>
                <a:latin typeface="Segoe UI Light" panose="020B0502040204020203" pitchFamily="34" charset="0"/>
                <a:cs typeface="Segoe UI Light" panose="020B0502040204020203"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Course Title Here:</a:t>
            </a:r>
          </a:p>
        </p:txBody>
      </p:sp>
      <p:sp>
        <p:nvSpPr>
          <p:cNvPr id="12" name="Picture Placeholder 11">
            <a:extLst>
              <a:ext uri="{FF2B5EF4-FFF2-40B4-BE49-F238E27FC236}">
                <a16:creationId xmlns:a16="http://schemas.microsoft.com/office/drawing/2014/main" id="{4DCF20B5-BDCC-4D4B-9EB2-D0FDA548FADC}"/>
              </a:ext>
            </a:extLst>
          </p:cNvPr>
          <p:cNvSpPr>
            <a:spLocks noGrp="1"/>
          </p:cNvSpPr>
          <p:nvPr>
            <p:ph type="pic" sz="quarter" idx="10" hasCustomPrompt="1"/>
          </p:nvPr>
        </p:nvSpPr>
        <p:spPr>
          <a:xfrm>
            <a:off x="2259980" y="3095097"/>
            <a:ext cx="1112885" cy="1168586"/>
          </a:xfrm>
          <a:effectLst>
            <a:outerShdw blurRad="50800" dist="38100" dir="5400000" algn="t" rotWithShape="0">
              <a:prstClr val="black">
                <a:alpha val="40000"/>
              </a:prstClr>
            </a:outerShdw>
          </a:effectLst>
        </p:spPr>
        <p:txBody>
          <a:bodyPr>
            <a:normAutofit/>
          </a:bodyPr>
          <a:lstStyle>
            <a:lvl1pPr marL="0" indent="0">
              <a:buNone/>
              <a:defRPr sz="1200"/>
            </a:lvl1pPr>
          </a:lstStyle>
          <a:p>
            <a:r>
              <a:rPr lang="en-US" dirty="0"/>
              <a:t>Insert </a:t>
            </a:r>
          </a:p>
          <a:p>
            <a:r>
              <a:rPr lang="en-US" dirty="0"/>
              <a:t>Author </a:t>
            </a:r>
          </a:p>
          <a:p>
            <a:r>
              <a:rPr lang="en-US" dirty="0"/>
              <a:t>Headshot </a:t>
            </a:r>
          </a:p>
          <a:p>
            <a:r>
              <a:rPr lang="en-US" dirty="0"/>
              <a:t>Photo</a:t>
            </a:r>
          </a:p>
          <a:p>
            <a:r>
              <a:rPr lang="en-US" dirty="0"/>
              <a:t>Here</a:t>
            </a:r>
          </a:p>
        </p:txBody>
      </p:sp>
      <p:sp>
        <p:nvSpPr>
          <p:cNvPr id="6" name="Text Placeholder 5">
            <a:extLst>
              <a:ext uri="{FF2B5EF4-FFF2-40B4-BE49-F238E27FC236}">
                <a16:creationId xmlns:a16="http://schemas.microsoft.com/office/drawing/2014/main" id="{E069A88D-4483-164E-BD65-F3FA79A5214F}"/>
              </a:ext>
            </a:extLst>
          </p:cNvPr>
          <p:cNvSpPr>
            <a:spLocks noGrp="1"/>
          </p:cNvSpPr>
          <p:nvPr>
            <p:ph type="body" sz="quarter" idx="11" hasCustomPrompt="1"/>
          </p:nvPr>
        </p:nvSpPr>
        <p:spPr>
          <a:xfrm>
            <a:off x="3462819" y="3263590"/>
            <a:ext cx="3802750" cy="384813"/>
          </a:xfrm>
        </p:spPr>
        <p:txBody>
          <a:bodyPr>
            <a:noAutofit/>
          </a:bodyPr>
          <a:lstStyle>
            <a:lvl1pPr marL="0" indent="0">
              <a:buNone/>
              <a:defRPr sz="2000" b="0" i="0" u="none" baseline="0">
                <a:latin typeface="Open Sans" panose="020B0606030504020204" pitchFamily="34" charset="0"/>
              </a:defRPr>
            </a:lvl1pPr>
          </a:lstStyle>
          <a:p>
            <a:pPr algn="l"/>
            <a:r>
              <a:rPr lang="en-US" sz="1600" dirty="0">
                <a:latin typeface="Segoe UI" panose="020B0502040204020203" pitchFamily="34" charset="0"/>
                <a:cs typeface="Segoe UI" panose="020B0502040204020203" pitchFamily="34" charset="0"/>
              </a:rPr>
              <a:t>Author Name</a:t>
            </a:r>
          </a:p>
        </p:txBody>
      </p:sp>
      <p:sp>
        <p:nvSpPr>
          <p:cNvPr id="14" name="Text Placeholder 13">
            <a:extLst>
              <a:ext uri="{FF2B5EF4-FFF2-40B4-BE49-F238E27FC236}">
                <a16:creationId xmlns:a16="http://schemas.microsoft.com/office/drawing/2014/main" id="{4C2A0807-1CDE-5F49-A30A-6B9B299977E1}"/>
              </a:ext>
            </a:extLst>
          </p:cNvPr>
          <p:cNvSpPr>
            <a:spLocks noGrp="1"/>
          </p:cNvSpPr>
          <p:nvPr>
            <p:ph type="body" sz="quarter" idx="12" hasCustomPrompt="1"/>
          </p:nvPr>
        </p:nvSpPr>
        <p:spPr>
          <a:xfrm>
            <a:off x="3462347" y="3648402"/>
            <a:ext cx="2739170" cy="584200"/>
          </a:xfrm>
        </p:spPr>
        <p:txBody>
          <a:bodyPr>
            <a:normAutofit/>
          </a:bodyPr>
          <a:lstStyle>
            <a:lvl1pPr marL="0" indent="0">
              <a:buNone/>
              <a:defRPr sz="1200" baseline="0">
                <a:latin typeface="Open Sans" panose="020B0606030504020204" pitchFamily="34" charset="0"/>
              </a:defRPr>
            </a:lvl1pPr>
          </a:lstStyle>
          <a:p>
            <a:pPr lvl="0"/>
            <a:r>
              <a:rPr lang="en-US" dirty="0"/>
              <a:t>Lower Third</a:t>
            </a:r>
          </a:p>
        </p:txBody>
      </p:sp>
      <p:sp>
        <p:nvSpPr>
          <p:cNvPr id="17" name="TextBox 16">
            <a:extLst>
              <a:ext uri="{FF2B5EF4-FFF2-40B4-BE49-F238E27FC236}">
                <a16:creationId xmlns:a16="http://schemas.microsoft.com/office/drawing/2014/main" id="{68641A57-2545-0CDA-3A11-C1281610CCD7}"/>
              </a:ext>
            </a:extLst>
          </p:cNvPr>
          <p:cNvSpPr txBox="1"/>
          <p:nvPr userDrawn="1"/>
        </p:nvSpPr>
        <p:spPr>
          <a:xfrm>
            <a:off x="1923165" y="312433"/>
            <a:ext cx="5239240" cy="628091"/>
          </a:xfrm>
          <a:prstGeom prst="rect">
            <a:avLst/>
          </a:prstGeom>
        </p:spPr>
        <p:txBody>
          <a:bodyPr vert="horz" wrap="none" lIns="91440" tIns="45720" rIns="91440" bIns="45720" rtlCol="0">
            <a:normAutofit/>
          </a:bodyPr>
          <a:lstStyle/>
          <a:p>
            <a:pPr algn="l"/>
            <a:r>
              <a:rPr lang="en-US" sz="3000" b="1" i="0" baseline="0" dirty="0">
                <a:solidFill>
                  <a:srgbClr val="454D4E"/>
                </a:solidFill>
                <a:latin typeface="Segoe UI" panose="020B0502040204020203" pitchFamily="34" charset="0"/>
                <a:cs typeface="Segoe UI" panose="020B0502040204020203" pitchFamily="34" charset="0"/>
              </a:rPr>
              <a:t>Introduction</a:t>
            </a:r>
          </a:p>
        </p:txBody>
      </p:sp>
      <p:sp>
        <p:nvSpPr>
          <p:cNvPr id="16" name="Text Placeholder 15">
            <a:extLst>
              <a:ext uri="{FF2B5EF4-FFF2-40B4-BE49-F238E27FC236}">
                <a16:creationId xmlns:a16="http://schemas.microsoft.com/office/drawing/2014/main" id="{D7709AF5-2D39-3318-476A-B7DB868293B3}"/>
              </a:ext>
            </a:extLst>
          </p:cNvPr>
          <p:cNvSpPr>
            <a:spLocks noGrp="1"/>
          </p:cNvSpPr>
          <p:nvPr>
            <p:ph type="body" sz="quarter" idx="13" hasCustomPrompt="1"/>
          </p:nvPr>
        </p:nvSpPr>
        <p:spPr>
          <a:xfrm>
            <a:off x="1840662" y="2040565"/>
            <a:ext cx="6143485" cy="771235"/>
          </a:xfrm>
        </p:spPr>
        <p:txBody>
          <a:bodyPr>
            <a:noAutofit/>
          </a:bodyPr>
          <a:lstStyle>
            <a:lvl1pPr marL="0" indent="0">
              <a:buNone/>
              <a:defRPr sz="3600" b="0" i="0">
                <a:latin typeface="Segoe UI Light" panose="020B0502040204020203" pitchFamily="34" charset="0"/>
                <a:cs typeface="Segoe UI Light" panose="020B0502040204020203" pitchFamily="34" charset="0"/>
              </a:defRPr>
            </a:lvl1pPr>
          </a:lstStyle>
          <a:p>
            <a:pPr lvl="0"/>
            <a:r>
              <a:rPr lang="en-US" dirty="0"/>
              <a:t> Subtitle here</a:t>
            </a:r>
          </a:p>
        </p:txBody>
      </p:sp>
    </p:spTree>
    <p:extLst>
      <p:ext uri="{BB962C8B-B14F-4D97-AF65-F5344CB8AC3E}">
        <p14:creationId xmlns:p14="http://schemas.microsoft.com/office/powerpoint/2010/main" val="31282576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_Course Intro (headshot slide)">
    <p:spTree>
      <p:nvGrpSpPr>
        <p:cNvPr id="1" name=""/>
        <p:cNvGrpSpPr/>
        <p:nvPr/>
      </p:nvGrpSpPr>
      <p:grpSpPr>
        <a:xfrm>
          <a:off x="0" y="0"/>
          <a:ext cx="0" cy="0"/>
          <a:chOff x="0" y="0"/>
          <a:chExt cx="0" cy="0"/>
        </a:xfrm>
      </p:grpSpPr>
      <p:pic>
        <p:nvPicPr>
          <p:cNvPr id="4" name="Picture 3" descr="Course Intro slide for slide-based headshot (when recording on-camera is not an option)">
            <a:extLst>
              <a:ext uri="{FF2B5EF4-FFF2-40B4-BE49-F238E27FC236}">
                <a16:creationId xmlns:a16="http://schemas.microsoft.com/office/drawing/2014/main" id="{9289594B-CEE2-DA79-8D6C-78D7B18EF0B7}"/>
              </a:ext>
            </a:extLst>
          </p:cNvPr>
          <p:cNvPicPr>
            <a:picLocks noChangeAspect="1"/>
          </p:cNvPicPr>
          <p:nvPr userDrawn="1"/>
        </p:nvPicPr>
        <p:blipFill>
          <a:blip r:embed="rId2"/>
          <a:stretch>
            <a:fillRect/>
          </a:stretch>
        </p:blipFill>
        <p:spPr>
          <a:xfrm>
            <a:off x="0" y="0"/>
            <a:ext cx="9144000" cy="5143500"/>
          </a:xfrm>
          <a:prstGeom prst="rect">
            <a:avLst/>
          </a:prstGeom>
        </p:spPr>
      </p:pic>
      <p:sp>
        <p:nvSpPr>
          <p:cNvPr id="6" name="Picture Placeholder 11">
            <a:extLst>
              <a:ext uri="{FF2B5EF4-FFF2-40B4-BE49-F238E27FC236}">
                <a16:creationId xmlns:a16="http://schemas.microsoft.com/office/drawing/2014/main" id="{F18C1000-CFD1-814F-9DAF-2DC7FBADDD96}"/>
              </a:ext>
            </a:extLst>
          </p:cNvPr>
          <p:cNvSpPr>
            <a:spLocks noGrp="1"/>
          </p:cNvSpPr>
          <p:nvPr>
            <p:ph type="pic" sz="quarter" idx="10"/>
          </p:nvPr>
        </p:nvSpPr>
        <p:spPr>
          <a:xfrm>
            <a:off x="890544" y="664995"/>
            <a:ext cx="3358265" cy="3560747"/>
          </a:xfrm>
          <a:effectLst>
            <a:outerShdw blurRad="50800" dist="38100" dir="5400000" algn="t" rotWithShape="0">
              <a:prstClr val="black">
                <a:alpha val="40000"/>
              </a:prstClr>
            </a:outerShdw>
          </a:effectLst>
        </p:spPr>
        <p:txBody>
          <a:bodyPr>
            <a:normAutofit/>
          </a:bodyPr>
          <a:lstStyle>
            <a:lvl1pPr marL="0" indent="0" algn="ctr">
              <a:buNone/>
              <a:defRPr sz="2800"/>
            </a:lvl1pPr>
          </a:lstStyle>
          <a:p>
            <a:endParaRPr lang="en-US" dirty="0"/>
          </a:p>
          <a:p>
            <a:r>
              <a:rPr lang="en-US" dirty="0"/>
              <a:t>Insert Author </a:t>
            </a:r>
          </a:p>
          <a:p>
            <a:r>
              <a:rPr lang="en-US" dirty="0"/>
              <a:t>Headshot Photo</a:t>
            </a:r>
          </a:p>
          <a:p>
            <a:r>
              <a:rPr lang="en-US" dirty="0"/>
              <a:t>Here</a:t>
            </a:r>
          </a:p>
        </p:txBody>
      </p:sp>
      <p:sp>
        <p:nvSpPr>
          <p:cNvPr id="3" name="Text Placeholder 2">
            <a:extLst>
              <a:ext uri="{FF2B5EF4-FFF2-40B4-BE49-F238E27FC236}">
                <a16:creationId xmlns:a16="http://schemas.microsoft.com/office/drawing/2014/main" id="{BD4601DF-3D69-3D45-B976-F47622BD405E}"/>
              </a:ext>
            </a:extLst>
          </p:cNvPr>
          <p:cNvSpPr>
            <a:spLocks noGrp="1"/>
          </p:cNvSpPr>
          <p:nvPr>
            <p:ph type="body" sz="quarter" idx="11" hasCustomPrompt="1"/>
          </p:nvPr>
        </p:nvSpPr>
        <p:spPr>
          <a:xfrm>
            <a:off x="4620635" y="382901"/>
            <a:ext cx="3966571" cy="863804"/>
          </a:xfrm>
        </p:spPr>
        <p:txBody>
          <a:bodyPr>
            <a:normAutofit/>
          </a:bodyPr>
          <a:lstStyle>
            <a:lvl1pPr marL="0" indent="0" algn="ctr">
              <a:buNone/>
              <a:defRPr sz="2000" b="0" i="0" kern="800" baseline="0">
                <a:latin typeface="Segoe UI Semilight" panose="020B0402040204020203" pitchFamily="34" charset="0"/>
                <a:cs typeface="Segoe UI Semilight" panose="020B0402040204020203" pitchFamily="34" charset="0"/>
              </a:defRPr>
            </a:lvl1pPr>
          </a:lstStyle>
          <a:p>
            <a:pPr lvl="0"/>
            <a:r>
              <a:rPr lang="en-US" dirty="0"/>
              <a:t>Course Title Goes Here</a:t>
            </a:r>
          </a:p>
        </p:txBody>
      </p:sp>
      <p:sp>
        <p:nvSpPr>
          <p:cNvPr id="9" name="Text Placeholder 2">
            <a:extLst>
              <a:ext uri="{FF2B5EF4-FFF2-40B4-BE49-F238E27FC236}">
                <a16:creationId xmlns:a16="http://schemas.microsoft.com/office/drawing/2014/main" id="{9258BD1F-B284-28B8-2B50-52C6221AECFD}"/>
              </a:ext>
            </a:extLst>
          </p:cNvPr>
          <p:cNvSpPr>
            <a:spLocks noGrp="1"/>
          </p:cNvSpPr>
          <p:nvPr>
            <p:ph type="body" sz="quarter" idx="12" hasCustomPrompt="1"/>
          </p:nvPr>
        </p:nvSpPr>
        <p:spPr>
          <a:xfrm>
            <a:off x="4620634" y="1246704"/>
            <a:ext cx="3966571" cy="2979037"/>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Lesson 1: Title</a:t>
            </a:r>
          </a:p>
          <a:p>
            <a:pPr lvl="0"/>
            <a:endParaRPr lang="en-US" dirty="0"/>
          </a:p>
          <a:p>
            <a:pPr lvl="0"/>
            <a:r>
              <a:rPr lang="en-US" dirty="0"/>
              <a:t>Lesson 2: Title</a:t>
            </a:r>
          </a:p>
          <a:p>
            <a:pPr lvl="0"/>
            <a:endParaRPr lang="en-US" dirty="0"/>
          </a:p>
          <a:p>
            <a:pPr lvl="0"/>
            <a:r>
              <a:rPr lang="en-US" dirty="0"/>
              <a:t>Lesson 3: Title</a:t>
            </a:r>
            <a:br>
              <a:rPr lang="en-US" dirty="0"/>
            </a:br>
            <a:endParaRPr lang="en-US" dirty="0"/>
          </a:p>
          <a:p>
            <a:pPr lvl="0"/>
            <a:r>
              <a:rPr lang="en-US" dirty="0"/>
              <a:t>Lesson 4: Title</a:t>
            </a:r>
          </a:p>
          <a:p>
            <a:pPr lvl="0"/>
            <a:endParaRPr lang="en-US" dirty="0"/>
          </a:p>
          <a:p>
            <a:pPr lvl="0"/>
            <a:r>
              <a:rPr lang="en-US" dirty="0"/>
              <a:t>Lesson 5: Title</a:t>
            </a:r>
          </a:p>
        </p:txBody>
      </p:sp>
    </p:spTree>
    <p:extLst>
      <p:ext uri="{BB962C8B-B14F-4D97-AF65-F5344CB8AC3E}">
        <p14:creationId xmlns:p14="http://schemas.microsoft.com/office/powerpoint/2010/main" val="38532289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_Lesson Intro (headshot slide)">
    <p:spTree>
      <p:nvGrpSpPr>
        <p:cNvPr id="1" name=""/>
        <p:cNvGrpSpPr/>
        <p:nvPr/>
      </p:nvGrpSpPr>
      <p:grpSpPr>
        <a:xfrm>
          <a:off x="0" y="0"/>
          <a:ext cx="0" cy="0"/>
          <a:chOff x="0" y="0"/>
          <a:chExt cx="0" cy="0"/>
        </a:xfrm>
      </p:grpSpPr>
      <p:pic>
        <p:nvPicPr>
          <p:cNvPr id="4" name="Picture 3" descr="A white background with blue border&#10;&#10;Description automatically generated">
            <a:extLst>
              <a:ext uri="{FF2B5EF4-FFF2-40B4-BE49-F238E27FC236}">
                <a16:creationId xmlns:a16="http://schemas.microsoft.com/office/drawing/2014/main" id="{9289594B-CEE2-DA79-8D6C-78D7B18EF0B7}"/>
              </a:ext>
            </a:extLst>
          </p:cNvPr>
          <p:cNvPicPr>
            <a:picLocks noChangeAspect="1"/>
          </p:cNvPicPr>
          <p:nvPr userDrawn="1"/>
        </p:nvPicPr>
        <p:blipFill>
          <a:blip r:embed="rId2"/>
          <a:stretch>
            <a:fillRect/>
          </a:stretch>
        </p:blipFill>
        <p:spPr>
          <a:xfrm>
            <a:off x="1409" y="36599"/>
            <a:ext cx="9144000" cy="5143500"/>
          </a:xfrm>
          <a:prstGeom prst="rect">
            <a:avLst/>
          </a:prstGeom>
        </p:spPr>
      </p:pic>
      <p:sp>
        <p:nvSpPr>
          <p:cNvPr id="3" name="Text Placeholder 2">
            <a:extLst>
              <a:ext uri="{FF2B5EF4-FFF2-40B4-BE49-F238E27FC236}">
                <a16:creationId xmlns:a16="http://schemas.microsoft.com/office/drawing/2014/main" id="{BD4601DF-3D69-3D45-B976-F47622BD405E}"/>
              </a:ext>
            </a:extLst>
          </p:cNvPr>
          <p:cNvSpPr>
            <a:spLocks noGrp="1"/>
          </p:cNvSpPr>
          <p:nvPr>
            <p:ph type="body" sz="quarter" idx="11" hasCustomPrompt="1"/>
          </p:nvPr>
        </p:nvSpPr>
        <p:spPr>
          <a:xfrm>
            <a:off x="4620635" y="382901"/>
            <a:ext cx="3966571" cy="728568"/>
          </a:xfrm>
        </p:spPr>
        <p:txBody>
          <a:bodyPr>
            <a:normAutofit/>
          </a:bodyPr>
          <a:lstStyle>
            <a:lvl1pPr marL="0" indent="0">
              <a:buNone/>
              <a:defRPr sz="2000" b="0" i="0" kern="800" baseline="0">
                <a:latin typeface="Segoe UI Semilight" panose="020B0402040204020203" pitchFamily="34" charset="0"/>
                <a:cs typeface="Segoe UI Semilight" panose="020B0402040204020203" pitchFamily="34" charset="0"/>
              </a:defRPr>
            </a:lvl1pPr>
          </a:lstStyle>
          <a:p>
            <a:pPr lvl="0"/>
            <a:r>
              <a:rPr lang="en-US" dirty="0"/>
              <a:t>Lesson Title Goes Here</a:t>
            </a:r>
          </a:p>
        </p:txBody>
      </p:sp>
      <p:sp>
        <p:nvSpPr>
          <p:cNvPr id="9" name="Text Placeholder 2">
            <a:extLst>
              <a:ext uri="{FF2B5EF4-FFF2-40B4-BE49-F238E27FC236}">
                <a16:creationId xmlns:a16="http://schemas.microsoft.com/office/drawing/2014/main" id="{9258BD1F-B284-28B8-2B50-52C6221AECFD}"/>
              </a:ext>
            </a:extLst>
          </p:cNvPr>
          <p:cNvSpPr>
            <a:spLocks noGrp="1"/>
          </p:cNvSpPr>
          <p:nvPr>
            <p:ph type="body" sz="quarter" idx="12" hasCustomPrompt="1"/>
          </p:nvPr>
        </p:nvSpPr>
        <p:spPr>
          <a:xfrm>
            <a:off x="4620634" y="1124147"/>
            <a:ext cx="3966571" cy="728568"/>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 1.1 Sub-lesson Title</a:t>
            </a:r>
          </a:p>
        </p:txBody>
      </p:sp>
      <p:sp>
        <p:nvSpPr>
          <p:cNvPr id="2" name="Text Placeholder 2">
            <a:extLst>
              <a:ext uri="{FF2B5EF4-FFF2-40B4-BE49-F238E27FC236}">
                <a16:creationId xmlns:a16="http://schemas.microsoft.com/office/drawing/2014/main" id="{D7ED1EBB-6BC5-DFD0-E2B6-8349F2148CE8}"/>
              </a:ext>
            </a:extLst>
          </p:cNvPr>
          <p:cNvSpPr>
            <a:spLocks noGrp="1"/>
          </p:cNvSpPr>
          <p:nvPr>
            <p:ph type="body" sz="quarter" idx="15" hasCustomPrompt="1"/>
          </p:nvPr>
        </p:nvSpPr>
        <p:spPr>
          <a:xfrm>
            <a:off x="4619297" y="1869540"/>
            <a:ext cx="3966571" cy="728568"/>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 1.2 Sub-lesson Title</a:t>
            </a:r>
          </a:p>
        </p:txBody>
      </p:sp>
      <p:sp>
        <p:nvSpPr>
          <p:cNvPr id="5" name="Text Placeholder 2">
            <a:extLst>
              <a:ext uri="{FF2B5EF4-FFF2-40B4-BE49-F238E27FC236}">
                <a16:creationId xmlns:a16="http://schemas.microsoft.com/office/drawing/2014/main" id="{5BEAFDF9-6B1A-C0EB-0DEB-8FFA696AC94B}"/>
              </a:ext>
            </a:extLst>
          </p:cNvPr>
          <p:cNvSpPr>
            <a:spLocks noGrp="1"/>
          </p:cNvSpPr>
          <p:nvPr>
            <p:ph type="body" sz="quarter" idx="16" hasCustomPrompt="1"/>
          </p:nvPr>
        </p:nvSpPr>
        <p:spPr>
          <a:xfrm>
            <a:off x="4619298" y="2598108"/>
            <a:ext cx="3966571" cy="728568"/>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 1.3 Sub-lesson Title</a:t>
            </a:r>
          </a:p>
        </p:txBody>
      </p:sp>
      <p:sp>
        <p:nvSpPr>
          <p:cNvPr id="7" name="Picture Placeholder 11">
            <a:extLst>
              <a:ext uri="{FF2B5EF4-FFF2-40B4-BE49-F238E27FC236}">
                <a16:creationId xmlns:a16="http://schemas.microsoft.com/office/drawing/2014/main" id="{41F5051F-7083-3DC3-EC81-E04D81C975E0}"/>
              </a:ext>
            </a:extLst>
          </p:cNvPr>
          <p:cNvSpPr>
            <a:spLocks noGrp="1"/>
          </p:cNvSpPr>
          <p:nvPr>
            <p:ph type="pic" sz="quarter" idx="10"/>
          </p:nvPr>
        </p:nvSpPr>
        <p:spPr>
          <a:xfrm>
            <a:off x="890544" y="664995"/>
            <a:ext cx="3358265" cy="3560747"/>
          </a:xfrm>
          <a:effectLst>
            <a:outerShdw blurRad="50800" dist="38100" dir="5400000" algn="t" rotWithShape="0">
              <a:prstClr val="black">
                <a:alpha val="40000"/>
              </a:prstClr>
            </a:outerShdw>
          </a:effectLst>
        </p:spPr>
        <p:txBody>
          <a:bodyPr>
            <a:normAutofit/>
          </a:bodyPr>
          <a:lstStyle>
            <a:lvl1pPr marL="0" indent="0" algn="ctr">
              <a:buNone/>
              <a:defRPr sz="2800"/>
            </a:lvl1pPr>
          </a:lstStyle>
          <a:p>
            <a:endParaRPr lang="en-US" dirty="0"/>
          </a:p>
          <a:p>
            <a:r>
              <a:rPr lang="en-US" dirty="0"/>
              <a:t>Insert Author </a:t>
            </a:r>
          </a:p>
          <a:p>
            <a:r>
              <a:rPr lang="en-US" dirty="0"/>
              <a:t>Headshot Photo</a:t>
            </a:r>
          </a:p>
          <a:p>
            <a:r>
              <a:rPr lang="en-US" dirty="0"/>
              <a:t>Here</a:t>
            </a:r>
          </a:p>
        </p:txBody>
      </p:sp>
    </p:spTree>
    <p:extLst>
      <p:ext uri="{BB962C8B-B14F-4D97-AF65-F5344CB8AC3E}">
        <p14:creationId xmlns:p14="http://schemas.microsoft.com/office/powerpoint/2010/main" val="4578789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5_Content Slide (top title bar)">
    <p:spTree>
      <p:nvGrpSpPr>
        <p:cNvPr id="1" name=""/>
        <p:cNvGrpSpPr/>
        <p:nvPr/>
      </p:nvGrpSpPr>
      <p:grpSpPr>
        <a:xfrm>
          <a:off x="0" y="0"/>
          <a:ext cx="0" cy="0"/>
          <a:chOff x="0" y="0"/>
          <a:chExt cx="0" cy="0"/>
        </a:xfrm>
      </p:grpSpPr>
      <p:pic>
        <p:nvPicPr>
          <p:cNvPr id="8" name="Picture 7" descr="A white object with a black border&#10;&#10;Description automatically generated with medium confidence">
            <a:extLst>
              <a:ext uri="{FF2B5EF4-FFF2-40B4-BE49-F238E27FC236}">
                <a16:creationId xmlns:a16="http://schemas.microsoft.com/office/drawing/2014/main" id="{6F592B98-E829-4D75-987C-E10A1777DFDC}"/>
              </a:ext>
            </a:extLst>
          </p:cNvPr>
          <p:cNvPicPr>
            <a:picLocks noChangeAspect="1"/>
          </p:cNvPicPr>
          <p:nvPr userDrawn="1"/>
        </p:nvPicPr>
        <p:blipFill>
          <a:blip r:embed="rId2"/>
          <a:stretch>
            <a:fillRect/>
          </a:stretch>
        </p:blipFill>
        <p:spPr>
          <a:xfrm>
            <a:off x="0" y="0"/>
            <a:ext cx="9144000" cy="5143500"/>
          </a:xfrm>
          <a:prstGeom prst="rect">
            <a:avLst/>
          </a:prstGeom>
        </p:spPr>
      </p:pic>
      <p:sp>
        <p:nvSpPr>
          <p:cNvPr id="9" name="Title 1">
            <a:extLst>
              <a:ext uri="{FF2B5EF4-FFF2-40B4-BE49-F238E27FC236}">
                <a16:creationId xmlns:a16="http://schemas.microsoft.com/office/drawing/2014/main" id="{7BF004E1-6C6E-A41B-2708-AF445AAF3B69}"/>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bg1"/>
                </a:solidFill>
                <a:latin typeface="Segoe UI" panose="020B0502040204020203" pitchFamily="34" charset="0"/>
                <a:cs typeface="Segoe UI" panose="020B0502040204020203" pitchFamily="34" charset="0"/>
              </a:defRPr>
            </a:lvl1pPr>
          </a:lstStyle>
          <a:p>
            <a:r>
              <a:rPr lang="en-US" dirty="0"/>
              <a:t>Slide Title Goes Here</a:t>
            </a:r>
          </a:p>
        </p:txBody>
      </p:sp>
      <p:sp>
        <p:nvSpPr>
          <p:cNvPr id="10" name="Content Placeholder 2">
            <a:extLst>
              <a:ext uri="{FF2B5EF4-FFF2-40B4-BE49-F238E27FC236}">
                <a16:creationId xmlns:a16="http://schemas.microsoft.com/office/drawing/2014/main" id="{5A0E15C9-D306-B736-F041-3C5729A18DE3}"/>
              </a:ext>
            </a:extLst>
          </p:cNvPr>
          <p:cNvSpPr>
            <a:spLocks noGrp="1"/>
          </p:cNvSpPr>
          <p:nvPr>
            <p:ph idx="1"/>
          </p:nvPr>
        </p:nvSpPr>
        <p:spPr>
          <a:xfrm>
            <a:off x="900501" y="987374"/>
            <a:ext cx="7333862" cy="3655572"/>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615701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6_Content Slide (box)">
    <p:spTree>
      <p:nvGrpSpPr>
        <p:cNvPr id="1" name=""/>
        <p:cNvGrpSpPr/>
        <p:nvPr/>
      </p:nvGrpSpPr>
      <p:grpSpPr>
        <a:xfrm>
          <a:off x="0" y="0"/>
          <a:ext cx="0" cy="0"/>
          <a:chOff x="0" y="0"/>
          <a:chExt cx="0" cy="0"/>
        </a:xfrm>
      </p:grpSpPr>
      <p:pic>
        <p:nvPicPr>
          <p:cNvPr id="5" name="Picture 4" descr="A white rectangular object with a grey background&#10;&#10;Description automatically generated">
            <a:extLst>
              <a:ext uri="{FF2B5EF4-FFF2-40B4-BE49-F238E27FC236}">
                <a16:creationId xmlns:a16="http://schemas.microsoft.com/office/drawing/2014/main" id="{8F5A7659-558D-5850-50C2-72AB7FD8FCBD}"/>
              </a:ext>
            </a:extLst>
          </p:cNvPr>
          <p:cNvPicPr>
            <a:picLocks noChangeAspect="1"/>
          </p:cNvPicPr>
          <p:nvPr userDrawn="1"/>
        </p:nvPicPr>
        <p:blipFill>
          <a:blip r:embed="rId2"/>
          <a:stretch>
            <a:fillRect/>
          </a:stretch>
        </p:blipFill>
        <p:spPr>
          <a:xfrm>
            <a:off x="0" y="0"/>
            <a:ext cx="9144000" cy="5143500"/>
          </a:xfrm>
          <a:prstGeom prst="rect">
            <a:avLst/>
          </a:prstGeom>
        </p:spPr>
      </p:pic>
      <p:sp>
        <p:nvSpPr>
          <p:cNvPr id="6" name="Title 1">
            <a:extLst>
              <a:ext uri="{FF2B5EF4-FFF2-40B4-BE49-F238E27FC236}">
                <a16:creationId xmlns:a16="http://schemas.microsoft.com/office/drawing/2014/main" id="{39A3BCAA-490B-BAA5-D814-04214EC50245}"/>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bg1"/>
                </a:solidFill>
                <a:latin typeface="Segoe UI" panose="020B0502040204020203" pitchFamily="34" charset="0"/>
                <a:cs typeface="Segoe UI" panose="020B0502040204020203" pitchFamily="34" charset="0"/>
              </a:defRPr>
            </a:lvl1pPr>
          </a:lstStyle>
          <a:p>
            <a:r>
              <a:rPr lang="en-US" dirty="0"/>
              <a:t>Slide Title Goes Here</a:t>
            </a:r>
          </a:p>
        </p:txBody>
      </p:sp>
      <p:sp>
        <p:nvSpPr>
          <p:cNvPr id="7" name="Content Placeholder 2">
            <a:extLst>
              <a:ext uri="{FF2B5EF4-FFF2-40B4-BE49-F238E27FC236}">
                <a16:creationId xmlns:a16="http://schemas.microsoft.com/office/drawing/2014/main" id="{4043A29F-9950-00FC-54AD-2F3EA9126BD7}"/>
              </a:ext>
            </a:extLst>
          </p:cNvPr>
          <p:cNvSpPr>
            <a:spLocks noGrp="1"/>
          </p:cNvSpPr>
          <p:nvPr>
            <p:ph idx="1"/>
          </p:nvPr>
        </p:nvSpPr>
        <p:spPr>
          <a:xfrm>
            <a:off x="900501" y="987374"/>
            <a:ext cx="7333862" cy="3655572"/>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86537603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7_Content Slide (header and footer)">
    <p:spTree>
      <p:nvGrpSpPr>
        <p:cNvPr id="1" name=""/>
        <p:cNvGrpSpPr/>
        <p:nvPr/>
      </p:nvGrpSpPr>
      <p:grpSpPr>
        <a:xfrm>
          <a:off x="0" y="0"/>
          <a:ext cx="0" cy="0"/>
          <a:chOff x="0" y="0"/>
          <a:chExt cx="0" cy="0"/>
        </a:xfrm>
      </p:grpSpPr>
      <p:pic>
        <p:nvPicPr>
          <p:cNvPr id="4" name="Picture 3" descr="A white and blue logo&#10;&#10;Description automatically generated with medium confidence">
            <a:extLst>
              <a:ext uri="{FF2B5EF4-FFF2-40B4-BE49-F238E27FC236}">
                <a16:creationId xmlns:a16="http://schemas.microsoft.com/office/drawing/2014/main" id="{10F185E1-4992-9D3A-B3E8-45EEBB7E670A}"/>
              </a:ext>
            </a:extLst>
          </p:cNvPr>
          <p:cNvPicPr>
            <a:picLocks noChangeAspect="1"/>
          </p:cNvPicPr>
          <p:nvPr userDrawn="1"/>
        </p:nvPicPr>
        <p:blipFill>
          <a:blip r:embed="rId2"/>
          <a:stretch>
            <a:fillRect/>
          </a:stretch>
        </p:blipFill>
        <p:spPr>
          <a:xfrm>
            <a:off x="0" y="0"/>
            <a:ext cx="9144000" cy="5143500"/>
          </a:xfrm>
          <a:prstGeom prst="rect">
            <a:avLst/>
          </a:prstGeom>
        </p:spPr>
      </p:pic>
      <p:sp>
        <p:nvSpPr>
          <p:cNvPr id="3" name="Content Placeholder 2"/>
          <p:cNvSpPr>
            <a:spLocks noGrp="1"/>
          </p:cNvSpPr>
          <p:nvPr>
            <p:ph idx="1"/>
          </p:nvPr>
        </p:nvSpPr>
        <p:spPr>
          <a:xfrm>
            <a:off x="900501" y="775629"/>
            <a:ext cx="7333862" cy="3742941"/>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520485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8_Content Slide (footer only)">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6ED5F27-70E5-4B4C-988B-9232507CFD00}"/>
              </a:ext>
            </a:extLst>
          </p:cNvPr>
          <p:cNvPicPr>
            <a:picLocks noChangeAspect="1"/>
          </p:cNvPicPr>
          <p:nvPr userDrawn="1"/>
        </p:nvPicPr>
        <p:blipFill>
          <a:blip r:embed="rId2"/>
          <a:srcRect/>
          <a:stretch/>
        </p:blipFill>
        <p:spPr>
          <a:xfrm>
            <a:off x="0" y="0"/>
            <a:ext cx="9144000" cy="5143500"/>
          </a:xfrm>
          <a:prstGeom prst="rect">
            <a:avLst/>
          </a:prstGeom>
        </p:spPr>
      </p:pic>
      <p:sp>
        <p:nvSpPr>
          <p:cNvPr id="3" name="Content Placeholder 2"/>
          <p:cNvSpPr>
            <a:spLocks noGrp="1"/>
          </p:cNvSpPr>
          <p:nvPr>
            <p:ph idx="1"/>
          </p:nvPr>
        </p:nvSpPr>
        <p:spPr>
          <a:xfrm>
            <a:off x="900501" y="775629"/>
            <a:ext cx="7333862" cy="3742941"/>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itle 1">
            <a:extLst>
              <a:ext uri="{FF2B5EF4-FFF2-40B4-BE49-F238E27FC236}">
                <a16:creationId xmlns:a16="http://schemas.microsoft.com/office/drawing/2014/main" id="{C5FABB46-522D-9531-1393-55BDDBA9800B}"/>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tx1"/>
                </a:solidFill>
                <a:latin typeface="Segoe UI" panose="020B0502040204020203" pitchFamily="34" charset="0"/>
                <a:cs typeface="Segoe UI" panose="020B0502040204020203" pitchFamily="34" charset="0"/>
              </a:defRPr>
            </a:lvl1pPr>
          </a:lstStyle>
          <a:p>
            <a:r>
              <a:rPr lang="en-US" dirty="0"/>
              <a:t>Slide Title Goes Here</a:t>
            </a:r>
          </a:p>
        </p:txBody>
      </p:sp>
    </p:spTree>
    <p:extLst>
      <p:ext uri="{BB962C8B-B14F-4D97-AF65-F5344CB8AC3E}">
        <p14:creationId xmlns:p14="http://schemas.microsoft.com/office/powerpoint/2010/main" val="248922059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9_Content Slide (footer only w/ two content boxes)">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2225C24-701B-6B4D-B8C3-DFB49DB8C60B}"/>
              </a:ext>
            </a:extLst>
          </p:cNvPr>
          <p:cNvPicPr>
            <a:picLocks noChangeAspect="1"/>
          </p:cNvPicPr>
          <p:nvPr userDrawn="1"/>
        </p:nvPicPr>
        <p:blipFill>
          <a:blip r:embed="rId2"/>
          <a:srcRect/>
          <a:stretch/>
        </p:blipFill>
        <p:spPr>
          <a:xfrm>
            <a:off x="0" y="0"/>
            <a:ext cx="9144000" cy="5143500"/>
          </a:xfrm>
          <a:prstGeom prst="rect">
            <a:avLst/>
          </a:prstGeom>
        </p:spPr>
      </p:pic>
      <p:sp>
        <p:nvSpPr>
          <p:cNvPr id="3" name="Content Placeholder 2"/>
          <p:cNvSpPr>
            <a:spLocks noGrp="1"/>
          </p:cNvSpPr>
          <p:nvPr>
            <p:ph sz="half" idx="1"/>
          </p:nvPr>
        </p:nvSpPr>
        <p:spPr>
          <a:xfrm>
            <a:off x="457200" y="946140"/>
            <a:ext cx="4038600" cy="3394472"/>
          </a:xfrm>
        </p:spPr>
        <p:txBody>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57344" y="946356"/>
            <a:ext cx="4038600" cy="3394472"/>
          </a:xfrm>
        </p:spPr>
        <p:txBody>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itle 1">
            <a:extLst>
              <a:ext uri="{FF2B5EF4-FFF2-40B4-BE49-F238E27FC236}">
                <a16:creationId xmlns:a16="http://schemas.microsoft.com/office/drawing/2014/main" id="{1F0EB95E-AB5B-2489-EDB6-8BD32E98EC8B}"/>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tx1"/>
                </a:solidFill>
                <a:latin typeface="Segoe UI" panose="020B0502040204020203" pitchFamily="34" charset="0"/>
                <a:cs typeface="Segoe UI" panose="020B0502040204020203" pitchFamily="34" charset="0"/>
              </a:defRPr>
            </a:lvl1pPr>
          </a:lstStyle>
          <a:p>
            <a:r>
              <a:rPr lang="en-US" dirty="0"/>
              <a:t>Slide Title Goes Here</a:t>
            </a:r>
          </a:p>
        </p:txBody>
      </p:sp>
    </p:spTree>
    <p:extLst>
      <p:ext uri="{BB962C8B-B14F-4D97-AF65-F5344CB8AC3E}">
        <p14:creationId xmlns:p14="http://schemas.microsoft.com/office/powerpoint/2010/main" val="73401131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0_Content Slide (open spac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EB9D5BD-777B-FB47-A928-3A74870851D9}"/>
              </a:ext>
            </a:extLst>
          </p:cNvPr>
          <p:cNvPicPr>
            <a:picLocks noChangeAspect="1"/>
          </p:cNvPicPr>
          <p:nvPr userDrawn="1"/>
        </p:nvPicPr>
        <p:blipFill>
          <a:blip r:embed="rId2"/>
          <a:srcRect/>
          <a:stretch/>
        </p:blipFill>
        <p:spPr>
          <a:xfrm>
            <a:off x="0" y="9336"/>
            <a:ext cx="9144000" cy="5143500"/>
          </a:xfrm>
          <a:prstGeom prst="rect">
            <a:avLst/>
          </a:prstGeom>
        </p:spPr>
      </p:pic>
      <p:sp>
        <p:nvSpPr>
          <p:cNvPr id="6" name="Title 1">
            <a:extLst>
              <a:ext uri="{FF2B5EF4-FFF2-40B4-BE49-F238E27FC236}">
                <a16:creationId xmlns:a16="http://schemas.microsoft.com/office/drawing/2014/main" id="{715979BF-344D-CDD6-5808-1E3A396E91D7}"/>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tx1"/>
                </a:solidFill>
                <a:latin typeface="Segoe UI" panose="020B0502040204020203" pitchFamily="34" charset="0"/>
                <a:cs typeface="Segoe UI" panose="020B0502040204020203" pitchFamily="34" charset="0"/>
              </a:defRPr>
            </a:lvl1pPr>
          </a:lstStyle>
          <a:p>
            <a:r>
              <a:rPr lang="en-US" dirty="0"/>
              <a:t>Slide Title Goes Here</a:t>
            </a:r>
          </a:p>
        </p:txBody>
      </p:sp>
      <p:sp>
        <p:nvSpPr>
          <p:cNvPr id="9" name="Content Placeholder 2">
            <a:extLst>
              <a:ext uri="{FF2B5EF4-FFF2-40B4-BE49-F238E27FC236}">
                <a16:creationId xmlns:a16="http://schemas.microsoft.com/office/drawing/2014/main" id="{4E038BA8-C749-8779-4A17-7889836633C0}"/>
              </a:ext>
            </a:extLst>
          </p:cNvPr>
          <p:cNvSpPr>
            <a:spLocks noGrp="1"/>
          </p:cNvSpPr>
          <p:nvPr>
            <p:ph idx="1"/>
          </p:nvPr>
        </p:nvSpPr>
        <p:spPr>
          <a:xfrm>
            <a:off x="900501" y="775629"/>
            <a:ext cx="7333862" cy="3742941"/>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036665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20">
            <a:alphaModFix amt="0"/>
          </a:blip>
          <a:srcRect/>
          <a:stretch>
            <a:fillRect/>
          </a:stretch>
        </a:blip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128B0A6C-EF38-9441-ADBF-8FE45FA6C46E}" type="datetimeFigureOut">
              <a:rPr lang="en-US" smtClean="0"/>
              <a:t>Sun, 10/19/2025</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6D032D76-6BE4-154B-A130-37D069E42354}" type="slidenum">
              <a:rPr lang="en-US" smtClean="0"/>
              <a:t>‹#›</a:t>
            </a:fld>
            <a:endParaRPr lang="en-US"/>
          </a:p>
        </p:txBody>
      </p:sp>
      <p:sp>
        <p:nvSpPr>
          <p:cNvPr id="7" name="Title 1"/>
          <p:cNvSpPr txBox="1">
            <a:spLocks/>
          </p:cNvSpPr>
          <p:nvPr/>
        </p:nvSpPr>
        <p:spPr>
          <a:xfrm>
            <a:off x="457200" y="210636"/>
            <a:ext cx="8229600" cy="560552"/>
          </a:xfrm>
          <a:prstGeom prst="rect">
            <a:avLst/>
          </a:prstGeom>
        </p:spPr>
        <p:txBody>
          <a:bodyPr>
            <a:noAutofit/>
          </a:bodyPr>
          <a:lstStyle>
            <a:lvl1pPr algn="l" defTabSz="457200" rtl="0" eaLnBrk="1" latinLnBrk="0" hangingPunct="1">
              <a:spcBef>
                <a:spcPct val="0"/>
              </a:spcBef>
              <a:buNone/>
              <a:defRPr sz="3600" kern="1200">
                <a:solidFill>
                  <a:srgbClr val="FFFFFF"/>
                </a:solidFill>
                <a:latin typeface="+mj-lt"/>
                <a:ea typeface="+mj-ea"/>
                <a:cs typeface="+mj-cs"/>
              </a:defRPr>
            </a:lvl1pPr>
          </a:lstStyle>
          <a:p>
            <a:pPr algn="ctr"/>
            <a:r>
              <a:rPr lang="en-US" dirty="0">
                <a:solidFill>
                  <a:schemeClr val="tx1"/>
                </a:solidFill>
              </a:rPr>
              <a:t>Click to edit Master title style</a:t>
            </a:r>
          </a:p>
        </p:txBody>
      </p:sp>
      <p:sp>
        <p:nvSpPr>
          <p:cNvPr id="2" name="Title 1">
            <a:extLst>
              <a:ext uri="{FF2B5EF4-FFF2-40B4-BE49-F238E27FC236}">
                <a16:creationId xmlns:a16="http://schemas.microsoft.com/office/drawing/2014/main" id="{93EF7376-91BF-E078-2A66-21FFC1EC9B9D}"/>
              </a:ext>
            </a:extLst>
          </p:cNvPr>
          <p:cNvSpPr txBox="1">
            <a:spLocks/>
          </p:cNvSpPr>
          <p:nvPr userDrawn="1"/>
        </p:nvSpPr>
        <p:spPr>
          <a:xfrm>
            <a:off x="457200" y="210636"/>
            <a:ext cx="8229600" cy="560552"/>
          </a:xfrm>
          <a:prstGeom prst="rect">
            <a:avLst/>
          </a:prstGeom>
        </p:spPr>
        <p:txBody>
          <a:bodyPr>
            <a:noAutofit/>
          </a:bodyPr>
          <a:lstStyle>
            <a:lvl1pPr algn="l" defTabSz="457200" rtl="0" eaLnBrk="1" latinLnBrk="0" hangingPunct="1">
              <a:spcBef>
                <a:spcPct val="0"/>
              </a:spcBef>
              <a:buNone/>
              <a:defRPr sz="3600" kern="1200">
                <a:solidFill>
                  <a:srgbClr val="FFFFFF"/>
                </a:solidFill>
                <a:latin typeface="+mj-lt"/>
                <a:ea typeface="+mj-ea"/>
                <a:cs typeface="+mj-cs"/>
              </a:defRPr>
            </a:lvl1pPr>
          </a:lstStyle>
          <a:p>
            <a:pPr algn="ctr"/>
            <a:r>
              <a:rPr lang="en-US" dirty="0">
                <a:solidFill>
                  <a:schemeClr val="tx1"/>
                </a:solidFill>
              </a:rPr>
              <a:t>Click to edit Master title style</a:t>
            </a:r>
          </a:p>
        </p:txBody>
      </p:sp>
    </p:spTree>
    <p:extLst>
      <p:ext uri="{BB962C8B-B14F-4D97-AF65-F5344CB8AC3E}">
        <p14:creationId xmlns:p14="http://schemas.microsoft.com/office/powerpoint/2010/main" val="2798786579"/>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649" r:id="rId10"/>
    <p:sldLayoutId id="2147483659" r:id="rId11"/>
    <p:sldLayoutId id="2147483658" r:id="rId12"/>
    <p:sldLayoutId id="2147483664" r:id="rId13"/>
    <p:sldLayoutId id="2147483662" r:id="rId14"/>
    <p:sldLayoutId id="2147483665" r:id="rId15"/>
    <p:sldLayoutId id="2147483660" r:id="rId16"/>
    <p:sldLayoutId id="2147483661" r:id="rId17"/>
    <p:sldLayoutId id="2147483663" r:id="rId18"/>
  </p:sldLayoutIdLst>
  <p:txStyles>
    <p:titleStyle>
      <a:lvl1pPr algn="l"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9B06A7D5-89E7-EAD9-D088-2A2125602967}"/>
              </a:ext>
            </a:extLst>
          </p:cNvPr>
          <p:cNvPicPr>
            <a:picLocks noChangeAspect="1"/>
          </p:cNvPicPr>
          <p:nvPr/>
        </p:nvPicPr>
        <p:blipFill>
          <a:blip r:embed="rId2"/>
          <a:stretch>
            <a:fillRect/>
          </a:stretch>
        </p:blipFill>
        <p:spPr>
          <a:xfrm>
            <a:off x="1709962" y="265417"/>
            <a:ext cx="3673828" cy="838095"/>
          </a:xfrm>
          <a:prstGeom prst="rect">
            <a:avLst/>
          </a:prstGeom>
        </p:spPr>
      </p:pic>
      <p:sp>
        <p:nvSpPr>
          <p:cNvPr id="7" name="Subtitle 6">
            <a:extLst>
              <a:ext uri="{FF2B5EF4-FFF2-40B4-BE49-F238E27FC236}">
                <a16:creationId xmlns:a16="http://schemas.microsoft.com/office/drawing/2014/main" id="{5E025FF1-FA05-58E9-B110-E456E82B45AC}"/>
              </a:ext>
            </a:extLst>
          </p:cNvPr>
          <p:cNvSpPr>
            <a:spLocks noGrp="1"/>
          </p:cNvSpPr>
          <p:nvPr>
            <p:ph type="subTitle" idx="1"/>
          </p:nvPr>
        </p:nvSpPr>
        <p:spPr>
          <a:xfrm>
            <a:off x="1652594" y="652894"/>
            <a:ext cx="6933141" cy="674899"/>
          </a:xfrm>
        </p:spPr>
        <p:txBody>
          <a:bodyPr>
            <a:noAutofit/>
          </a:bodyPr>
          <a:lstStyle/>
          <a:p>
            <a:r>
              <a:rPr lang="en-US" sz="3600" b="1"/>
              <a:t>Exam AZ-801: Configuring Windows Server Hybrid Advanced Services, 2nd Ed </a:t>
            </a:r>
            <a:endParaRPr lang="en-US" sz="3600" b="1" dirty="0"/>
          </a:p>
        </p:txBody>
      </p:sp>
      <p:sp>
        <p:nvSpPr>
          <p:cNvPr id="9" name="Text Placeholder 8">
            <a:extLst>
              <a:ext uri="{FF2B5EF4-FFF2-40B4-BE49-F238E27FC236}">
                <a16:creationId xmlns:a16="http://schemas.microsoft.com/office/drawing/2014/main" id="{A656C324-4E4C-B0F4-6DC5-3C9DDA851E78}"/>
              </a:ext>
            </a:extLst>
          </p:cNvPr>
          <p:cNvSpPr>
            <a:spLocks noGrp="1"/>
          </p:cNvSpPr>
          <p:nvPr>
            <p:ph type="body" sz="quarter" idx="11"/>
          </p:nvPr>
        </p:nvSpPr>
        <p:spPr/>
        <p:txBody>
          <a:bodyPr/>
          <a:lstStyle/>
          <a:p>
            <a:r>
              <a:rPr lang="en-US" dirty="0"/>
              <a:t>Tim Warner</a:t>
            </a:r>
          </a:p>
        </p:txBody>
      </p:sp>
      <p:sp>
        <p:nvSpPr>
          <p:cNvPr id="10" name="Text Placeholder 9">
            <a:extLst>
              <a:ext uri="{FF2B5EF4-FFF2-40B4-BE49-F238E27FC236}">
                <a16:creationId xmlns:a16="http://schemas.microsoft.com/office/drawing/2014/main" id="{25C667F3-A6DD-AE8F-325F-B5B6FE741D98}"/>
              </a:ext>
            </a:extLst>
          </p:cNvPr>
          <p:cNvSpPr>
            <a:spLocks noGrp="1"/>
          </p:cNvSpPr>
          <p:nvPr>
            <p:ph type="body" sz="quarter" idx="12"/>
          </p:nvPr>
        </p:nvSpPr>
        <p:spPr>
          <a:xfrm>
            <a:off x="3462347" y="3648402"/>
            <a:ext cx="3023362" cy="584200"/>
          </a:xfrm>
        </p:spPr>
        <p:txBody>
          <a:bodyPr/>
          <a:lstStyle/>
          <a:p>
            <a:r>
              <a:rPr lang="en-US" dirty="0"/>
              <a:t>Microsoft Certified Trainer and Microsoft MVP</a:t>
            </a:r>
          </a:p>
        </p:txBody>
      </p:sp>
      <p:pic>
        <p:nvPicPr>
          <p:cNvPr id="5" name="Picture Placeholder 4" descr="A person wearing glasses and a black jacket&#10;&#10;AI-generated content may be incorrect.">
            <a:extLst>
              <a:ext uri="{FF2B5EF4-FFF2-40B4-BE49-F238E27FC236}">
                <a16:creationId xmlns:a16="http://schemas.microsoft.com/office/drawing/2014/main" id="{272C23CC-6DAA-D474-5879-59974AA40D0F}"/>
              </a:ext>
            </a:extLst>
          </p:cNvPr>
          <p:cNvPicPr>
            <a:picLocks noGrp="1" noChangeAspect="1"/>
          </p:cNvPicPr>
          <p:nvPr>
            <p:ph type="pic" sz="quarter" idx="10"/>
          </p:nvPr>
        </p:nvPicPr>
        <p:blipFill>
          <a:blip r:embed="rId3"/>
          <a:srcRect l="2378" r="2378"/>
          <a:stretch>
            <a:fillRect/>
          </a:stretch>
        </p:blipFill>
        <p:spPr>
          <a:xfrm>
            <a:off x="2294356" y="3064110"/>
            <a:ext cx="1112885" cy="1168586"/>
          </a:xfrm>
        </p:spPr>
      </p:pic>
    </p:spTree>
    <p:extLst>
      <p:ext uri="{BB962C8B-B14F-4D97-AF65-F5344CB8AC3E}">
        <p14:creationId xmlns:p14="http://schemas.microsoft.com/office/powerpoint/2010/main" val="36625251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white cloud with icons&#10;&#10;AI-generated content may be incorrect.">
            <a:extLst>
              <a:ext uri="{FF2B5EF4-FFF2-40B4-BE49-F238E27FC236}">
                <a16:creationId xmlns:a16="http://schemas.microsoft.com/office/drawing/2014/main" id="{1FA7CD43-BA80-82DD-E644-E85660A8EAFB}"/>
              </a:ext>
            </a:extLst>
          </p:cNvPr>
          <p:cNvPicPr>
            <a:picLocks noChangeAspect="1"/>
          </p:cNvPicPr>
          <p:nvPr/>
        </p:nvPicPr>
        <p:blipFill>
          <a:blip r:embed="rId3"/>
          <a:stretch>
            <a:fillRect/>
          </a:stretch>
        </p:blipFill>
        <p:spPr>
          <a:xfrm>
            <a:off x="604995" y="741009"/>
            <a:ext cx="3617287" cy="3156082"/>
          </a:xfrm>
          <a:prstGeom prst="rect">
            <a:avLst/>
          </a:prstGeom>
          <a:noFill/>
          <a:effectLst>
            <a:outerShdw blurRad="50800" dist="38100" dir="5400000" algn="t" rotWithShape="0">
              <a:prstClr val="black">
                <a:alpha val="40000"/>
              </a:prstClr>
            </a:outerShdw>
          </a:effectLst>
        </p:spPr>
      </p:pic>
      <p:sp>
        <p:nvSpPr>
          <p:cNvPr id="2" name="Text Placeholder 1">
            <a:extLst>
              <a:ext uri="{FF2B5EF4-FFF2-40B4-BE49-F238E27FC236}">
                <a16:creationId xmlns:a16="http://schemas.microsoft.com/office/drawing/2014/main" id="{2E785BEF-5805-305A-23FF-1BB88D477F88}"/>
              </a:ext>
            </a:extLst>
          </p:cNvPr>
          <p:cNvSpPr>
            <a:spLocks noGrp="1"/>
          </p:cNvSpPr>
          <p:nvPr>
            <p:ph type="body" sz="quarter" idx="11"/>
          </p:nvPr>
        </p:nvSpPr>
        <p:spPr>
          <a:xfrm>
            <a:off x="4620635" y="382901"/>
            <a:ext cx="3966571" cy="863804"/>
          </a:xfrm>
        </p:spPr>
        <p:txBody>
          <a:bodyPr>
            <a:normAutofit/>
          </a:bodyPr>
          <a:lstStyle/>
          <a:p>
            <a:r>
              <a:rPr lang="en-US" dirty="0"/>
              <a:t>Lesson 24: Troubleshoot Core Services</a:t>
            </a:r>
          </a:p>
        </p:txBody>
      </p:sp>
      <p:sp>
        <p:nvSpPr>
          <p:cNvPr id="3" name="Text Placeholder 2">
            <a:extLst>
              <a:ext uri="{FF2B5EF4-FFF2-40B4-BE49-F238E27FC236}">
                <a16:creationId xmlns:a16="http://schemas.microsoft.com/office/drawing/2014/main" id="{E3CDC3F4-DF86-6837-4352-BE6EBD430460}"/>
              </a:ext>
            </a:extLst>
          </p:cNvPr>
          <p:cNvSpPr>
            <a:spLocks noGrp="1"/>
          </p:cNvSpPr>
          <p:nvPr>
            <p:ph type="body" sz="quarter" idx="12"/>
          </p:nvPr>
        </p:nvSpPr>
        <p:spPr>
          <a:xfrm>
            <a:off x="5290686" y="1246704"/>
            <a:ext cx="3516430" cy="2979037"/>
          </a:xfrm>
        </p:spPr>
        <p:txBody>
          <a:bodyPr>
            <a:noAutofit/>
          </a:bodyPr>
          <a:lstStyle/>
          <a:p>
            <a:pPr>
              <a:spcBef>
                <a:spcPts val="200"/>
              </a:spcBef>
              <a:spcAft>
                <a:spcPts val="400"/>
              </a:spcAft>
            </a:pPr>
            <a:r>
              <a:rPr lang="en-US" dirty="0"/>
              <a:t>24.1. Troubleshoot connectivity </a:t>
            </a:r>
          </a:p>
          <a:p>
            <a:pPr>
              <a:spcBef>
                <a:spcPts val="200"/>
              </a:spcBef>
              <a:spcAft>
                <a:spcPts val="400"/>
              </a:spcAft>
            </a:pPr>
            <a:r>
              <a:rPr lang="en-US" dirty="0"/>
              <a:t>24.2. Troubleshoot name resolution </a:t>
            </a:r>
          </a:p>
          <a:p>
            <a:pPr>
              <a:spcBef>
                <a:spcPts val="200"/>
              </a:spcBef>
              <a:spcAft>
                <a:spcPts val="400"/>
              </a:spcAft>
            </a:pPr>
            <a:r>
              <a:rPr lang="en-US" dirty="0"/>
              <a:t>24.3. Troubleshoot Windows Update </a:t>
            </a:r>
          </a:p>
          <a:p>
            <a:pPr>
              <a:spcBef>
                <a:spcPts val="200"/>
              </a:spcBef>
              <a:spcAft>
                <a:spcPts val="400"/>
              </a:spcAft>
            </a:pPr>
            <a:r>
              <a:rPr lang="en-US" dirty="0"/>
              <a:t>24.4. Troubleshoot Time Service </a:t>
            </a:r>
          </a:p>
          <a:p>
            <a:pPr>
              <a:spcBef>
                <a:spcPts val="200"/>
              </a:spcBef>
              <a:spcAft>
                <a:spcPts val="400"/>
              </a:spcAft>
            </a:pPr>
            <a:r>
              <a:rPr lang="en-US" dirty="0"/>
              <a:t>24.5. Troubleshoot deployment failures </a:t>
            </a:r>
          </a:p>
          <a:p>
            <a:pPr>
              <a:spcBef>
                <a:spcPts val="200"/>
              </a:spcBef>
              <a:spcAft>
                <a:spcPts val="400"/>
              </a:spcAft>
            </a:pPr>
            <a:r>
              <a:rPr lang="en-US" dirty="0"/>
              <a:t>24.6. Troubleshoot booting failures </a:t>
            </a:r>
          </a:p>
        </p:txBody>
      </p:sp>
    </p:spTree>
    <p:extLst>
      <p:ext uri="{BB962C8B-B14F-4D97-AF65-F5344CB8AC3E}">
        <p14:creationId xmlns:p14="http://schemas.microsoft.com/office/powerpoint/2010/main" val="25394857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5">
            <a:extLst>
              <a:ext uri="{FF2B5EF4-FFF2-40B4-BE49-F238E27FC236}">
                <a16:creationId xmlns:a16="http://schemas.microsoft.com/office/drawing/2014/main" id="{7CE19171-B11A-F0B2-D185-CC8FB87A16DC}"/>
              </a:ext>
            </a:extLst>
          </p:cNvPr>
          <p:cNvSpPr txBox="1">
            <a:spLocks/>
          </p:cNvSpPr>
          <p:nvPr/>
        </p:nvSpPr>
        <p:spPr>
          <a:xfrm>
            <a:off x="1500187" y="1971242"/>
            <a:ext cx="6143625" cy="771525"/>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sz="3600" dirty="0">
                <a:solidFill>
                  <a:srgbClr val="0978D8"/>
                </a:solidFill>
              </a:rPr>
              <a:t>24.1 Troubleshoot connectivity </a:t>
            </a:r>
          </a:p>
        </p:txBody>
      </p:sp>
    </p:spTree>
    <p:extLst>
      <p:ext uri="{BB962C8B-B14F-4D97-AF65-F5344CB8AC3E}">
        <p14:creationId xmlns:p14="http://schemas.microsoft.com/office/powerpoint/2010/main" val="4866686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E03C8-8D21-7742-BC45-5373CF43F0B8}"/>
              </a:ext>
            </a:extLst>
          </p:cNvPr>
          <p:cNvSpPr>
            <a:spLocks noGrp="1"/>
          </p:cNvSpPr>
          <p:nvPr>
            <p:ph type="title"/>
          </p:nvPr>
        </p:nvSpPr>
        <p:spPr>
          <a:xfrm>
            <a:off x="793342" y="9336"/>
            <a:ext cx="8179208" cy="463628"/>
          </a:xfrm>
        </p:spPr>
        <p:txBody>
          <a:bodyPr/>
          <a:lstStyle/>
          <a:p>
            <a:r>
              <a:rPr lang="en-US"/>
              <a:t>Resolve foundational issues that impact availability</a:t>
            </a:r>
            <a:endParaRPr lang="en-US" dirty="0"/>
          </a:p>
        </p:txBody>
      </p:sp>
      <p:sp>
        <p:nvSpPr>
          <p:cNvPr id="3" name="Content Placeholder 2">
            <a:extLst>
              <a:ext uri="{FF2B5EF4-FFF2-40B4-BE49-F238E27FC236}">
                <a16:creationId xmlns:a16="http://schemas.microsoft.com/office/drawing/2014/main" id="{514D88C4-C6AF-3654-026D-9E5843DEC367}"/>
              </a:ext>
            </a:extLst>
          </p:cNvPr>
          <p:cNvSpPr>
            <a:spLocks noGrp="1"/>
          </p:cNvSpPr>
          <p:nvPr>
            <p:ph idx="1"/>
          </p:nvPr>
        </p:nvSpPr>
        <p:spPr>
          <a:xfrm>
            <a:off x="900501" y="782059"/>
            <a:ext cx="7197363" cy="4310743"/>
          </a:xfrm>
        </p:spPr>
        <p:txBody>
          <a:bodyPr vert="horz" lIns="91440" tIns="45720" rIns="91440" bIns="45720" rtlCol="0" anchor="t">
            <a:noAutofit/>
          </a:bodyPr>
          <a:lstStyle/>
          <a:p>
            <a:r>
              <a:rPr lang="en-US" sz="1800" dirty="0"/>
              <a:t>Core services include networking, name resolution, updates, and time sync</a:t>
            </a:r>
          </a:p>
          <a:p>
            <a:r>
              <a:rPr lang="en-US" sz="1800" dirty="0"/>
              <a:t>Failures in these areas can cascade into authentication and app outages</a:t>
            </a:r>
          </a:p>
          <a:p>
            <a:r>
              <a:rPr lang="en-US" sz="1800" dirty="0"/>
              <a:t>Windows Server includes diagnostic tools and logs for root cause analysis</a:t>
            </a:r>
          </a:p>
          <a:p>
            <a:r>
              <a:rPr lang="en-US" sz="1800" dirty="0"/>
              <a:t>Consistent troubleshooting processes reduce downtime</a:t>
            </a:r>
          </a:p>
          <a:p>
            <a:r>
              <a:rPr lang="en-US" sz="1800" dirty="0"/>
              <a:t>Contoso documents common fixes for first-line responders</a:t>
            </a:r>
          </a:p>
        </p:txBody>
      </p:sp>
    </p:spTree>
    <p:extLst>
      <p:ext uri="{BB962C8B-B14F-4D97-AF65-F5344CB8AC3E}">
        <p14:creationId xmlns:p14="http://schemas.microsoft.com/office/powerpoint/2010/main" val="19924436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E03C8-8D21-7742-BC45-5373CF43F0B8}"/>
              </a:ext>
            </a:extLst>
          </p:cNvPr>
          <p:cNvSpPr>
            <a:spLocks noGrp="1"/>
          </p:cNvSpPr>
          <p:nvPr>
            <p:ph type="title"/>
          </p:nvPr>
        </p:nvSpPr>
        <p:spPr/>
        <p:txBody>
          <a:bodyPr/>
          <a:lstStyle/>
          <a:p>
            <a:r>
              <a:rPr lang="en-US"/>
              <a:t>Diagnose and fix network connectivity issues</a:t>
            </a:r>
            <a:endParaRPr lang="en-US" dirty="0"/>
          </a:p>
        </p:txBody>
      </p:sp>
      <p:sp>
        <p:nvSpPr>
          <p:cNvPr id="3" name="Content Placeholder 2">
            <a:extLst>
              <a:ext uri="{FF2B5EF4-FFF2-40B4-BE49-F238E27FC236}">
                <a16:creationId xmlns:a16="http://schemas.microsoft.com/office/drawing/2014/main" id="{514D88C4-C6AF-3654-026D-9E5843DEC367}"/>
              </a:ext>
            </a:extLst>
          </p:cNvPr>
          <p:cNvSpPr>
            <a:spLocks noGrp="1"/>
          </p:cNvSpPr>
          <p:nvPr>
            <p:ph idx="1"/>
          </p:nvPr>
        </p:nvSpPr>
        <p:spPr>
          <a:xfrm>
            <a:off x="900501" y="782059"/>
            <a:ext cx="7197363" cy="4310743"/>
          </a:xfrm>
        </p:spPr>
        <p:txBody>
          <a:bodyPr vert="horz" lIns="91440" tIns="45720" rIns="91440" bIns="45720" rtlCol="0" anchor="t">
            <a:noAutofit/>
          </a:bodyPr>
          <a:lstStyle/>
          <a:p>
            <a:r>
              <a:rPr lang="en-US" sz="1800" dirty="0"/>
              <a:t>Use ping, </a:t>
            </a:r>
            <a:r>
              <a:rPr lang="en-US" sz="1800" dirty="0" err="1"/>
              <a:t>tracert</a:t>
            </a:r>
            <a:r>
              <a:rPr lang="en-US" sz="1800" dirty="0"/>
              <a:t>, and Test-</a:t>
            </a:r>
            <a:r>
              <a:rPr lang="en-US" sz="1800" dirty="0" err="1"/>
              <a:t>NetConnection</a:t>
            </a:r>
            <a:r>
              <a:rPr lang="en-US" sz="1800" dirty="0"/>
              <a:t> for path testing</a:t>
            </a:r>
          </a:p>
          <a:p>
            <a:r>
              <a:rPr lang="en-US" sz="1800" dirty="0"/>
              <a:t>Check firewall, routing, and VLAN configurations</a:t>
            </a:r>
          </a:p>
          <a:p>
            <a:r>
              <a:rPr lang="en-US" sz="1800" dirty="0"/>
              <a:t>Verify NIC drivers and adapter settings</a:t>
            </a:r>
          </a:p>
          <a:p>
            <a:r>
              <a:rPr lang="en-US" sz="1800" dirty="0"/>
              <a:t>Capture traffic with Wireshark or Message Analyzer</a:t>
            </a:r>
          </a:p>
          <a:p>
            <a:r>
              <a:rPr lang="en-US" sz="1800" dirty="0"/>
              <a:t>Adventure Works resolves branch office drops by tracing misconfigured VLANs</a:t>
            </a:r>
          </a:p>
        </p:txBody>
      </p:sp>
    </p:spTree>
    <p:extLst>
      <p:ext uri="{BB962C8B-B14F-4D97-AF65-F5344CB8AC3E}">
        <p14:creationId xmlns:p14="http://schemas.microsoft.com/office/powerpoint/2010/main" val="17214362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5">
            <a:extLst>
              <a:ext uri="{FF2B5EF4-FFF2-40B4-BE49-F238E27FC236}">
                <a16:creationId xmlns:a16="http://schemas.microsoft.com/office/drawing/2014/main" id="{7CE19171-B11A-F0B2-D185-CC8FB87A16DC}"/>
              </a:ext>
            </a:extLst>
          </p:cNvPr>
          <p:cNvSpPr txBox="1">
            <a:spLocks/>
          </p:cNvSpPr>
          <p:nvPr/>
        </p:nvSpPr>
        <p:spPr>
          <a:xfrm>
            <a:off x="1500187" y="1971242"/>
            <a:ext cx="6143625" cy="771525"/>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sz="3600" dirty="0">
                <a:solidFill>
                  <a:srgbClr val="0978D8"/>
                </a:solidFill>
              </a:rPr>
              <a:t>24.2 Troubleshoot name resolution </a:t>
            </a:r>
          </a:p>
        </p:txBody>
      </p:sp>
    </p:spTree>
    <p:extLst>
      <p:ext uri="{BB962C8B-B14F-4D97-AF65-F5344CB8AC3E}">
        <p14:creationId xmlns:p14="http://schemas.microsoft.com/office/powerpoint/2010/main" val="18290400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E03C8-8D21-7742-BC45-5373CF43F0B8}"/>
              </a:ext>
            </a:extLst>
          </p:cNvPr>
          <p:cNvSpPr>
            <a:spLocks noGrp="1"/>
          </p:cNvSpPr>
          <p:nvPr>
            <p:ph type="title"/>
          </p:nvPr>
        </p:nvSpPr>
        <p:spPr/>
        <p:txBody>
          <a:bodyPr/>
          <a:lstStyle/>
          <a:p>
            <a:r>
              <a:rPr lang="en-US"/>
              <a:t>Resolve DNS and name resolution problems</a:t>
            </a:r>
            <a:endParaRPr lang="en-US" dirty="0"/>
          </a:p>
        </p:txBody>
      </p:sp>
      <p:sp>
        <p:nvSpPr>
          <p:cNvPr id="3" name="Content Placeholder 2">
            <a:extLst>
              <a:ext uri="{FF2B5EF4-FFF2-40B4-BE49-F238E27FC236}">
                <a16:creationId xmlns:a16="http://schemas.microsoft.com/office/drawing/2014/main" id="{514D88C4-C6AF-3654-026D-9E5843DEC367}"/>
              </a:ext>
            </a:extLst>
          </p:cNvPr>
          <p:cNvSpPr>
            <a:spLocks noGrp="1"/>
          </p:cNvSpPr>
          <p:nvPr>
            <p:ph idx="1"/>
          </p:nvPr>
        </p:nvSpPr>
        <p:spPr>
          <a:xfrm>
            <a:off x="900501" y="782059"/>
            <a:ext cx="7197363" cy="4310743"/>
          </a:xfrm>
        </p:spPr>
        <p:txBody>
          <a:bodyPr vert="horz" lIns="91440" tIns="45720" rIns="91440" bIns="45720" rtlCol="0" anchor="t">
            <a:noAutofit/>
          </a:bodyPr>
          <a:lstStyle/>
          <a:p>
            <a:r>
              <a:rPr lang="en-US" sz="1800" dirty="0"/>
              <a:t>Use </a:t>
            </a:r>
            <a:r>
              <a:rPr lang="en-US" sz="1800" dirty="0" err="1"/>
              <a:t>nslookup</a:t>
            </a:r>
            <a:r>
              <a:rPr lang="en-US" sz="1800" dirty="0"/>
              <a:t> and Resolve-DnsName to test queries</a:t>
            </a:r>
          </a:p>
          <a:p>
            <a:r>
              <a:rPr lang="en-US" sz="1800" dirty="0"/>
              <a:t>Check DNS server health and replication status</a:t>
            </a:r>
          </a:p>
          <a:p>
            <a:r>
              <a:rPr lang="en-US" sz="1800" dirty="0"/>
              <a:t>Verify forwarders, root hints, and zone delegation</a:t>
            </a:r>
          </a:p>
          <a:p>
            <a:r>
              <a:rPr lang="en-US" sz="1800" dirty="0"/>
              <a:t>Flush DNS cache to clear stale records</a:t>
            </a:r>
          </a:p>
          <a:p>
            <a:r>
              <a:rPr lang="en-US" sz="1800" dirty="0" err="1"/>
              <a:t>Fabrikam</a:t>
            </a:r>
            <a:r>
              <a:rPr lang="en-US" sz="1800" dirty="0"/>
              <a:t> fixed authentication issues caused by stale DNS SRV records</a:t>
            </a:r>
          </a:p>
        </p:txBody>
      </p:sp>
    </p:spTree>
    <p:extLst>
      <p:ext uri="{BB962C8B-B14F-4D97-AF65-F5344CB8AC3E}">
        <p14:creationId xmlns:p14="http://schemas.microsoft.com/office/powerpoint/2010/main" val="40540434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5">
            <a:extLst>
              <a:ext uri="{FF2B5EF4-FFF2-40B4-BE49-F238E27FC236}">
                <a16:creationId xmlns:a16="http://schemas.microsoft.com/office/drawing/2014/main" id="{7CE19171-B11A-F0B2-D185-CC8FB87A16DC}"/>
              </a:ext>
            </a:extLst>
          </p:cNvPr>
          <p:cNvSpPr txBox="1">
            <a:spLocks/>
          </p:cNvSpPr>
          <p:nvPr/>
        </p:nvSpPr>
        <p:spPr>
          <a:xfrm>
            <a:off x="1500187" y="1971242"/>
            <a:ext cx="6143625" cy="771525"/>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sz="3600" dirty="0">
                <a:solidFill>
                  <a:srgbClr val="0978D8"/>
                </a:solidFill>
              </a:rPr>
              <a:t>24.3 Troubleshoot Windows Update </a:t>
            </a:r>
          </a:p>
        </p:txBody>
      </p:sp>
    </p:spTree>
    <p:extLst>
      <p:ext uri="{BB962C8B-B14F-4D97-AF65-F5344CB8AC3E}">
        <p14:creationId xmlns:p14="http://schemas.microsoft.com/office/powerpoint/2010/main" val="9479079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E03C8-8D21-7742-BC45-5373CF43F0B8}"/>
              </a:ext>
            </a:extLst>
          </p:cNvPr>
          <p:cNvSpPr>
            <a:spLocks noGrp="1"/>
          </p:cNvSpPr>
          <p:nvPr>
            <p:ph type="title"/>
          </p:nvPr>
        </p:nvSpPr>
        <p:spPr/>
        <p:txBody>
          <a:bodyPr/>
          <a:lstStyle/>
          <a:p>
            <a:r>
              <a:rPr lang="en-US"/>
              <a:t>Identify and remediate update failures</a:t>
            </a:r>
            <a:endParaRPr lang="en-US" dirty="0"/>
          </a:p>
        </p:txBody>
      </p:sp>
      <p:sp>
        <p:nvSpPr>
          <p:cNvPr id="3" name="Content Placeholder 2">
            <a:extLst>
              <a:ext uri="{FF2B5EF4-FFF2-40B4-BE49-F238E27FC236}">
                <a16:creationId xmlns:a16="http://schemas.microsoft.com/office/drawing/2014/main" id="{514D88C4-C6AF-3654-026D-9E5843DEC367}"/>
              </a:ext>
            </a:extLst>
          </p:cNvPr>
          <p:cNvSpPr>
            <a:spLocks noGrp="1"/>
          </p:cNvSpPr>
          <p:nvPr>
            <p:ph idx="1"/>
          </p:nvPr>
        </p:nvSpPr>
        <p:spPr>
          <a:xfrm>
            <a:off x="900501" y="782059"/>
            <a:ext cx="7197363" cy="4310743"/>
          </a:xfrm>
        </p:spPr>
        <p:txBody>
          <a:bodyPr vert="horz" lIns="91440" tIns="45720" rIns="91440" bIns="45720" rtlCol="0" anchor="t">
            <a:noAutofit/>
          </a:bodyPr>
          <a:lstStyle/>
          <a:p>
            <a:r>
              <a:rPr lang="en-US" sz="1800" dirty="0"/>
              <a:t>Check WindowsUpdate.log and Event Viewer for error codes</a:t>
            </a:r>
          </a:p>
          <a:p>
            <a:r>
              <a:rPr lang="en-US" sz="1800" dirty="0"/>
              <a:t>Run </a:t>
            </a:r>
            <a:r>
              <a:rPr lang="en-US" sz="1800" dirty="0" err="1"/>
              <a:t>sconfig</a:t>
            </a:r>
            <a:r>
              <a:rPr lang="en-US" sz="1800" dirty="0"/>
              <a:t> or Windows Update troubleshooter for quick fixes</a:t>
            </a:r>
          </a:p>
          <a:p>
            <a:r>
              <a:rPr lang="en-US" sz="1800" dirty="0"/>
              <a:t>Reset Windows Update components with PowerShell scripts</a:t>
            </a:r>
          </a:p>
          <a:p>
            <a:r>
              <a:rPr lang="en-US" sz="1800" dirty="0"/>
              <a:t>Validate servicing stack updates (SSUs) are installed</a:t>
            </a:r>
          </a:p>
          <a:p>
            <a:r>
              <a:rPr lang="en-US" sz="1800" dirty="0"/>
              <a:t>Tailwind Traders resolves patch loops by reapplying latest SSU</a:t>
            </a:r>
          </a:p>
        </p:txBody>
      </p:sp>
    </p:spTree>
    <p:extLst>
      <p:ext uri="{BB962C8B-B14F-4D97-AF65-F5344CB8AC3E}">
        <p14:creationId xmlns:p14="http://schemas.microsoft.com/office/powerpoint/2010/main" val="19715817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5">
            <a:extLst>
              <a:ext uri="{FF2B5EF4-FFF2-40B4-BE49-F238E27FC236}">
                <a16:creationId xmlns:a16="http://schemas.microsoft.com/office/drawing/2014/main" id="{7CE19171-B11A-F0B2-D185-CC8FB87A16DC}"/>
              </a:ext>
            </a:extLst>
          </p:cNvPr>
          <p:cNvSpPr txBox="1">
            <a:spLocks/>
          </p:cNvSpPr>
          <p:nvPr/>
        </p:nvSpPr>
        <p:spPr>
          <a:xfrm>
            <a:off x="1500187" y="1971242"/>
            <a:ext cx="6143625" cy="771525"/>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sz="3600" dirty="0">
                <a:solidFill>
                  <a:srgbClr val="0978D8"/>
                </a:solidFill>
              </a:rPr>
              <a:t>24.4 Troubleshoot Time Service </a:t>
            </a:r>
          </a:p>
        </p:txBody>
      </p:sp>
    </p:spTree>
    <p:extLst>
      <p:ext uri="{BB962C8B-B14F-4D97-AF65-F5344CB8AC3E}">
        <p14:creationId xmlns:p14="http://schemas.microsoft.com/office/powerpoint/2010/main" val="16747279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E03C8-8D21-7742-BC45-5373CF43F0B8}"/>
              </a:ext>
            </a:extLst>
          </p:cNvPr>
          <p:cNvSpPr>
            <a:spLocks noGrp="1"/>
          </p:cNvSpPr>
          <p:nvPr>
            <p:ph type="title"/>
          </p:nvPr>
        </p:nvSpPr>
        <p:spPr>
          <a:xfrm>
            <a:off x="793342" y="9336"/>
            <a:ext cx="8163968" cy="463628"/>
          </a:xfrm>
        </p:spPr>
        <p:txBody>
          <a:bodyPr/>
          <a:lstStyle/>
          <a:p>
            <a:r>
              <a:rPr lang="en-US" sz="2400"/>
              <a:t>Ensure accurate time synchronization across domain</a:t>
            </a:r>
            <a:endParaRPr lang="en-US" sz="2400" dirty="0"/>
          </a:p>
        </p:txBody>
      </p:sp>
      <p:sp>
        <p:nvSpPr>
          <p:cNvPr id="3" name="Content Placeholder 2">
            <a:extLst>
              <a:ext uri="{FF2B5EF4-FFF2-40B4-BE49-F238E27FC236}">
                <a16:creationId xmlns:a16="http://schemas.microsoft.com/office/drawing/2014/main" id="{514D88C4-C6AF-3654-026D-9E5843DEC367}"/>
              </a:ext>
            </a:extLst>
          </p:cNvPr>
          <p:cNvSpPr>
            <a:spLocks noGrp="1"/>
          </p:cNvSpPr>
          <p:nvPr>
            <p:ph idx="1"/>
          </p:nvPr>
        </p:nvSpPr>
        <p:spPr>
          <a:xfrm>
            <a:off x="900501" y="782059"/>
            <a:ext cx="7197363" cy="4310743"/>
          </a:xfrm>
        </p:spPr>
        <p:txBody>
          <a:bodyPr vert="horz" lIns="91440" tIns="45720" rIns="91440" bIns="45720" rtlCol="0" anchor="t">
            <a:noAutofit/>
          </a:bodyPr>
          <a:lstStyle/>
          <a:p>
            <a:r>
              <a:rPr lang="en-US" sz="1800" dirty="0"/>
              <a:t>Run w32tm /query /status to confirm source and offset</a:t>
            </a:r>
          </a:p>
          <a:p>
            <a:r>
              <a:rPr lang="en-US" sz="1800" dirty="0"/>
              <a:t>Verify domain controllers sync with authoritative external source</a:t>
            </a:r>
          </a:p>
          <a:p>
            <a:r>
              <a:rPr lang="en-US" sz="1800" dirty="0"/>
              <a:t>NTP misconfigurations can break Kerberos authentication</a:t>
            </a:r>
          </a:p>
          <a:p>
            <a:r>
              <a:rPr lang="en-US" sz="1800" dirty="0"/>
              <a:t>Check event logs for drift and resync failures</a:t>
            </a:r>
          </a:p>
          <a:p>
            <a:r>
              <a:rPr lang="en-US" sz="1800" dirty="0"/>
              <a:t>Contoso resolves login issues by correcting root PDC NTP source</a:t>
            </a:r>
          </a:p>
        </p:txBody>
      </p:sp>
    </p:spTree>
    <p:extLst>
      <p:ext uri="{BB962C8B-B14F-4D97-AF65-F5344CB8AC3E}">
        <p14:creationId xmlns:p14="http://schemas.microsoft.com/office/powerpoint/2010/main" val="20627153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5">
            <a:extLst>
              <a:ext uri="{FF2B5EF4-FFF2-40B4-BE49-F238E27FC236}">
                <a16:creationId xmlns:a16="http://schemas.microsoft.com/office/drawing/2014/main" id="{7CE19171-B11A-F0B2-D185-CC8FB87A16DC}"/>
              </a:ext>
            </a:extLst>
          </p:cNvPr>
          <p:cNvSpPr txBox="1">
            <a:spLocks/>
          </p:cNvSpPr>
          <p:nvPr/>
        </p:nvSpPr>
        <p:spPr>
          <a:xfrm>
            <a:off x="1500187" y="1971242"/>
            <a:ext cx="6143625" cy="771525"/>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sz="3600" dirty="0">
                <a:solidFill>
                  <a:srgbClr val="0978D8"/>
                </a:solidFill>
              </a:rPr>
              <a:t>24.5 Troubleshoot deployment failures </a:t>
            </a:r>
          </a:p>
        </p:txBody>
      </p:sp>
    </p:spTree>
    <p:extLst>
      <p:ext uri="{BB962C8B-B14F-4D97-AF65-F5344CB8AC3E}">
        <p14:creationId xmlns:p14="http://schemas.microsoft.com/office/powerpoint/2010/main" val="13479266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E03C8-8D21-7742-BC45-5373CF43F0B8}"/>
              </a:ext>
            </a:extLst>
          </p:cNvPr>
          <p:cNvSpPr>
            <a:spLocks noGrp="1"/>
          </p:cNvSpPr>
          <p:nvPr>
            <p:ph type="title"/>
          </p:nvPr>
        </p:nvSpPr>
        <p:spPr/>
        <p:txBody>
          <a:bodyPr/>
          <a:lstStyle/>
          <a:p>
            <a:r>
              <a:rPr lang="en-US"/>
              <a:t>Resolve problems during server deployment</a:t>
            </a:r>
            <a:endParaRPr lang="en-US" dirty="0"/>
          </a:p>
        </p:txBody>
      </p:sp>
      <p:sp>
        <p:nvSpPr>
          <p:cNvPr id="3" name="Content Placeholder 2">
            <a:extLst>
              <a:ext uri="{FF2B5EF4-FFF2-40B4-BE49-F238E27FC236}">
                <a16:creationId xmlns:a16="http://schemas.microsoft.com/office/drawing/2014/main" id="{514D88C4-C6AF-3654-026D-9E5843DEC367}"/>
              </a:ext>
            </a:extLst>
          </p:cNvPr>
          <p:cNvSpPr>
            <a:spLocks noGrp="1"/>
          </p:cNvSpPr>
          <p:nvPr>
            <p:ph idx="1"/>
          </p:nvPr>
        </p:nvSpPr>
        <p:spPr>
          <a:xfrm>
            <a:off x="900501" y="782059"/>
            <a:ext cx="7197363" cy="4310743"/>
          </a:xfrm>
        </p:spPr>
        <p:txBody>
          <a:bodyPr vert="horz" lIns="91440" tIns="45720" rIns="91440" bIns="45720" rtlCol="0" anchor="t">
            <a:noAutofit/>
          </a:bodyPr>
          <a:lstStyle/>
          <a:p>
            <a:r>
              <a:rPr lang="en-US" sz="1800" dirty="0"/>
              <a:t>Review unattend.xml or configuration scripts for syntax errors</a:t>
            </a:r>
          </a:p>
          <a:p>
            <a:r>
              <a:rPr lang="en-US" sz="1800" dirty="0"/>
              <a:t>Check driver availability for supported hardware</a:t>
            </a:r>
          </a:p>
          <a:p>
            <a:r>
              <a:rPr lang="en-US" sz="1800" dirty="0"/>
              <a:t>Confirm required network and storage access during install</a:t>
            </a:r>
          </a:p>
          <a:p>
            <a:r>
              <a:rPr lang="en-US" sz="1800" dirty="0"/>
              <a:t>Use DISM to repair corrupt installation images</a:t>
            </a:r>
          </a:p>
          <a:p>
            <a:r>
              <a:rPr lang="en-US" sz="1800" dirty="0" err="1"/>
              <a:t>Fabrikam</a:t>
            </a:r>
            <a:r>
              <a:rPr lang="en-US" sz="1800" dirty="0"/>
              <a:t> fixes Azure VM deployment errors with updated custom images</a:t>
            </a:r>
          </a:p>
        </p:txBody>
      </p:sp>
    </p:spTree>
    <p:extLst>
      <p:ext uri="{BB962C8B-B14F-4D97-AF65-F5344CB8AC3E}">
        <p14:creationId xmlns:p14="http://schemas.microsoft.com/office/powerpoint/2010/main" val="4499055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5">
            <a:extLst>
              <a:ext uri="{FF2B5EF4-FFF2-40B4-BE49-F238E27FC236}">
                <a16:creationId xmlns:a16="http://schemas.microsoft.com/office/drawing/2014/main" id="{7CE19171-B11A-F0B2-D185-CC8FB87A16DC}"/>
              </a:ext>
            </a:extLst>
          </p:cNvPr>
          <p:cNvSpPr txBox="1">
            <a:spLocks/>
          </p:cNvSpPr>
          <p:nvPr/>
        </p:nvSpPr>
        <p:spPr>
          <a:xfrm>
            <a:off x="1500187" y="1971242"/>
            <a:ext cx="6143625" cy="771525"/>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sz="3600" dirty="0">
                <a:solidFill>
                  <a:srgbClr val="0978D8"/>
                </a:solidFill>
              </a:rPr>
              <a:t>24.6 Troubleshoot booting failures </a:t>
            </a:r>
          </a:p>
        </p:txBody>
      </p:sp>
    </p:spTree>
    <p:extLst>
      <p:ext uri="{BB962C8B-B14F-4D97-AF65-F5344CB8AC3E}">
        <p14:creationId xmlns:p14="http://schemas.microsoft.com/office/powerpoint/2010/main" val="21492978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E03C8-8D21-7742-BC45-5373CF43F0B8}"/>
              </a:ext>
            </a:extLst>
          </p:cNvPr>
          <p:cNvSpPr>
            <a:spLocks noGrp="1"/>
          </p:cNvSpPr>
          <p:nvPr>
            <p:ph type="title"/>
          </p:nvPr>
        </p:nvSpPr>
        <p:spPr/>
        <p:txBody>
          <a:bodyPr/>
          <a:lstStyle/>
          <a:p>
            <a:r>
              <a:rPr lang="en-US"/>
              <a:t>Recover servers that fail to boot</a:t>
            </a:r>
            <a:endParaRPr lang="en-US" dirty="0"/>
          </a:p>
        </p:txBody>
      </p:sp>
      <p:sp>
        <p:nvSpPr>
          <p:cNvPr id="3" name="Content Placeholder 2">
            <a:extLst>
              <a:ext uri="{FF2B5EF4-FFF2-40B4-BE49-F238E27FC236}">
                <a16:creationId xmlns:a16="http://schemas.microsoft.com/office/drawing/2014/main" id="{514D88C4-C6AF-3654-026D-9E5843DEC367}"/>
              </a:ext>
            </a:extLst>
          </p:cNvPr>
          <p:cNvSpPr>
            <a:spLocks noGrp="1"/>
          </p:cNvSpPr>
          <p:nvPr>
            <p:ph idx="1"/>
          </p:nvPr>
        </p:nvSpPr>
        <p:spPr>
          <a:xfrm>
            <a:off x="900501" y="782059"/>
            <a:ext cx="7197363" cy="4310743"/>
          </a:xfrm>
        </p:spPr>
        <p:txBody>
          <a:bodyPr vert="horz" lIns="91440" tIns="45720" rIns="91440" bIns="45720" rtlCol="0" anchor="t">
            <a:noAutofit/>
          </a:bodyPr>
          <a:lstStyle/>
          <a:p>
            <a:r>
              <a:rPr lang="en-US" sz="1800" dirty="0"/>
              <a:t>Use Windows Recovery Environment (WinRE) for startup repair</a:t>
            </a:r>
          </a:p>
          <a:p>
            <a:r>
              <a:rPr lang="en-US" sz="1800" dirty="0"/>
              <a:t>Rebuild Boot Configuration Data (BCD) with </a:t>
            </a:r>
            <a:r>
              <a:rPr lang="en-US" sz="1800" dirty="0" err="1"/>
              <a:t>bootrec</a:t>
            </a:r>
            <a:endParaRPr lang="en-US" sz="1800" dirty="0"/>
          </a:p>
          <a:p>
            <a:r>
              <a:rPr lang="en-US" sz="1800" dirty="0"/>
              <a:t>Verify disk partitions and MBR/GPT configuration</a:t>
            </a:r>
          </a:p>
          <a:p>
            <a:r>
              <a:rPr lang="en-US" sz="1800" dirty="0"/>
              <a:t>Restore from last known good or recent backup </a:t>
            </a:r>
            <a:r>
              <a:rPr lang="en-US" sz="1800"/>
              <a:t>if needed</a:t>
            </a:r>
          </a:p>
          <a:p>
            <a:r>
              <a:rPr lang="en-US" sz="1800"/>
              <a:t>Adventure </a:t>
            </a:r>
            <a:r>
              <a:rPr lang="en-US" sz="1800" dirty="0"/>
              <a:t>Works restores mission-critical DC from bare-metal backup after boot failure</a:t>
            </a:r>
          </a:p>
        </p:txBody>
      </p:sp>
    </p:spTree>
    <p:extLst>
      <p:ext uri="{BB962C8B-B14F-4D97-AF65-F5344CB8AC3E}">
        <p14:creationId xmlns:p14="http://schemas.microsoft.com/office/powerpoint/2010/main" val="4092314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F9E237-BA0D-A6D7-ABE0-D61274209EBE}"/>
              </a:ext>
            </a:extLst>
          </p:cNvPr>
          <p:cNvSpPr>
            <a:spLocks noGrp="1"/>
          </p:cNvSpPr>
          <p:nvPr>
            <p:ph type="title"/>
          </p:nvPr>
        </p:nvSpPr>
        <p:spPr/>
        <p:txBody>
          <a:bodyPr/>
          <a:lstStyle/>
          <a:p>
            <a:r>
              <a:rPr lang="en-US" dirty="0"/>
              <a:t>Diagram title in sentence case</a:t>
            </a:r>
          </a:p>
        </p:txBody>
      </p:sp>
      <p:sp>
        <p:nvSpPr>
          <p:cNvPr id="8" name="Rectangle: Rounded Corners 7">
            <a:extLst>
              <a:ext uri="{FF2B5EF4-FFF2-40B4-BE49-F238E27FC236}">
                <a16:creationId xmlns:a16="http://schemas.microsoft.com/office/drawing/2014/main" id="{1155EB2F-7448-A2AA-7CA9-989CB37A3F86}"/>
              </a:ext>
            </a:extLst>
          </p:cNvPr>
          <p:cNvSpPr/>
          <p:nvPr/>
        </p:nvSpPr>
        <p:spPr>
          <a:xfrm>
            <a:off x="2673037" y="4599417"/>
            <a:ext cx="3797925" cy="463628"/>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latin typeface="Segoe Pro Display" panose="020B0502040504020203" pitchFamily="34" charset="0"/>
                <a:ea typeface="JetBrains Mono" panose="02000009000000000000" pitchFamily="49" charset="0"/>
                <a:cs typeface="Poppins Light" panose="00000400000000000000" pitchFamily="2" charset="0"/>
              </a:rPr>
              <a:t>go.techtrainertim.com/blah</a:t>
            </a:r>
          </a:p>
        </p:txBody>
      </p:sp>
    </p:spTree>
    <p:extLst>
      <p:ext uri="{BB962C8B-B14F-4D97-AF65-F5344CB8AC3E}">
        <p14:creationId xmlns:p14="http://schemas.microsoft.com/office/powerpoint/2010/main" val="4080705565"/>
      </p:ext>
    </p:extLst>
  </p:cSld>
  <p:clrMapOvr>
    <a:masterClrMapping/>
  </p:clrMapOvr>
</p:sld>
</file>

<file path=ppt/theme/theme1.xml><?xml version="1.0" encoding="utf-8"?>
<a:theme xmlns:a="http://schemas.openxmlformats.org/drawingml/2006/main" name="Standard_LiveLessons_2017">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bodyPr vert="horz" lIns="91440" tIns="45720" rIns="91440" bIns="45720" rtlCol="0">
        <a:normAutofit/>
      </a:bodyPr>
      <a:lstStyle>
        <a:defPPr algn="l">
          <a:defRPr sz="1200" b="0" baseline="0" dirty="0" smtClean="0">
            <a:solidFill>
              <a:srgbClr val="454D4E"/>
            </a:solidFill>
            <a:latin typeface="Open Sans" panose="020B0606030504020204" pitchFamily="34" charset="0"/>
          </a:defRPr>
        </a:defPPr>
      </a:lstStyle>
    </a:txDef>
  </a:objectDefaults>
  <a:extraClrSchemeLst/>
  <a:extLst>
    <a:ext uri="{05A4C25C-085E-4340-85A3-A5531E510DB2}">
      <thm15:themeFamily xmlns:thm15="http://schemas.microsoft.com/office/thememl/2012/main" name="Standard_LiveLessons_2016.potm" id="{8C1633E9-E98A-446F-92F4-E3D84D4249FA}" vid="{A44C486B-6B48-42BE-B4AA-FE194AC1400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9EB942DAA29B6641B847DD25AB6364DF" ma:contentTypeVersion="20" ma:contentTypeDescription="Create a new document." ma:contentTypeScope="" ma:versionID="e60464b2502f4f4c6d575a702f4efcf7">
  <xsd:schema xmlns:xsd="http://www.w3.org/2001/XMLSchema" xmlns:xs="http://www.w3.org/2001/XMLSchema" xmlns:p="http://schemas.microsoft.com/office/2006/metadata/properties" xmlns:ns1="http://schemas.microsoft.com/sharepoint/v3" xmlns:ns2="1501a101-02f8-4cb9-8ad4-ac4c2bb50a5e" xmlns:ns3="53af226d-ba0a-4b77-ace2-7e16defb8490" targetNamespace="http://schemas.microsoft.com/office/2006/metadata/properties" ma:root="true" ma:fieldsID="c75e329bb324eb7f1fd76e0ecf7fa1c1" ns1:_="" ns2:_="" ns3:_="">
    <xsd:import namespace="http://schemas.microsoft.com/sharepoint/v3"/>
    <xsd:import namespace="1501a101-02f8-4cb9-8ad4-ac4c2bb50a5e"/>
    <xsd:import namespace="53af226d-ba0a-4b77-ace2-7e16defb849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DateTaken" minOccurs="0"/>
                <xsd:element ref="ns2:MediaServiceObjectDetectorVersions" minOccurs="0"/>
                <xsd:element ref="ns2:MediaServiceSearchProperties" minOccurs="0"/>
                <xsd:element ref="ns2:MediaServiceBillingMetadata"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6" nillable="true" ma:displayName="Unified Compliance Policy Properties" ma:hidden="true" ma:internalName="_ip_UnifiedCompliancePolicyProperties">
      <xsd:simpleType>
        <xsd:restriction base="dms:Note"/>
      </xsd:simpleType>
    </xsd:element>
    <xsd:element name="_ip_UnifiedCompliancePolicyUIAction" ma:index="2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501a101-02f8-4cb9-8ad4-ac4c2bb50a5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46342d94-4a90-4c9b-8c88-cb4c8647e98f" ma:termSetId="09814cd3-568e-fe90-9814-8d621ff8fb84" ma:anchorId="fba54fb3-c3e1-fe81-a776-ca4b69148c4d" ma:open="true" ma:isKeyword="false">
      <xsd:complexType>
        <xsd:sequence>
          <xsd:element ref="pc:Terms" minOccurs="0" maxOccurs="1"/>
        </xsd:sequence>
      </xsd:complexType>
    </xsd:element>
    <xsd:element name="MediaServiceDateTaken" ma:index="22" nillable="true" ma:displayName="MediaServiceDateTaken" ma:hidden="true" ma:indexed="true" ma:internalName="MediaServiceDateTaken" ma:readOnly="true">
      <xsd:simpleType>
        <xsd:restriction base="dms:Text"/>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BillingMetadata" ma:index="25"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3af226d-ba0a-4b77-ace2-7e16defb8490"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1" nillable="true" ma:displayName="Taxonomy Catch All Column" ma:hidden="true" ma:list="{0f1b6984-261b-4571-b7f9-8a6d366cc3e2}" ma:internalName="TaxCatchAll" ma:showField="CatchAllData" ma:web="53af226d-ba0a-4b77-ace2-7e16defb849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1501a101-02f8-4cb9-8ad4-ac4c2bb50a5e">
      <Terms xmlns="http://schemas.microsoft.com/office/infopath/2007/PartnerControls"/>
    </lcf76f155ced4ddcb4097134ff3c332f>
    <TaxCatchAll xmlns="53af226d-ba0a-4b77-ace2-7e16defb8490" xsi:nil="true"/>
    <_ip_UnifiedCompliancePolicyUIAction xmlns="http://schemas.microsoft.com/sharepoint/v3" xsi:nil="true"/>
    <_ip_UnifiedCompliancePolicyProperties xmlns="http://schemas.microsoft.com/sharepoint/v3" xsi:nil="true"/>
  </documentManagement>
</p:properties>
</file>

<file path=customXml/itemProps1.xml><?xml version="1.0" encoding="utf-8"?>
<ds:datastoreItem xmlns:ds="http://schemas.openxmlformats.org/officeDocument/2006/customXml" ds:itemID="{920C99BF-5DBB-4E5E-8232-1660DCDA7D83}">
  <ds:schemaRefs>
    <ds:schemaRef ds:uri="http://schemas.microsoft.com/sharepoint/v3/contenttype/forms"/>
  </ds:schemaRefs>
</ds:datastoreItem>
</file>

<file path=customXml/itemProps2.xml><?xml version="1.0" encoding="utf-8"?>
<ds:datastoreItem xmlns:ds="http://schemas.openxmlformats.org/officeDocument/2006/customXml" ds:itemID="{F0E33C29-389A-4AFF-A5D7-119E8B9E563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1501a101-02f8-4cb9-8ad4-ac4c2bb50a5e"/>
    <ds:schemaRef ds:uri="53af226d-ba0a-4b77-ace2-7e16defb849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7303C75-6DA1-4624-8E1F-10C605E57646}">
  <ds:schemaRefs>
    <ds:schemaRef ds:uri="http://schemas.openxmlformats.org/package/2006/metadata/core-properties"/>
    <ds:schemaRef ds:uri="http://purl.org/dc/elements/1.1/"/>
    <ds:schemaRef ds:uri="http://purl.org/dc/dcmitype/"/>
    <ds:schemaRef ds:uri="http://schemas.microsoft.com/office/2006/metadata/properties"/>
    <ds:schemaRef ds:uri="http://purl.org/dc/terms/"/>
    <ds:schemaRef ds:uri="http://schemas.microsoft.com/office/2006/documentManagement/types"/>
    <ds:schemaRef ds:uri="http://www.w3.org/XML/1998/namespace"/>
    <ds:schemaRef ds:uri="http://schemas.microsoft.com/office/infopath/2007/PartnerControls"/>
    <ds:schemaRef ds:uri="53af226d-ba0a-4b77-ace2-7e16defb8490"/>
    <ds:schemaRef ds:uri="1501a101-02f8-4cb9-8ad4-ac4c2bb50a5e"/>
    <ds:schemaRef ds:uri="http://schemas.microsoft.com/sharepoint/v3"/>
  </ds:schemaRefs>
</ds:datastoreItem>
</file>

<file path=docMetadata/LabelInfo.xml><?xml version="1.0" encoding="utf-8"?>
<clbl:labelList xmlns:clbl="http://schemas.microsoft.com/office/2020/mipLabelMetadata">
  <clbl:label id="{8cc434d7-97d0-47d3-b5c5-14fe0e33e34b}" enabled="0" method="" siteId="{8cc434d7-97d0-47d3-b5c5-14fe0e33e34b}" removed="1"/>
</clbl:labelList>
</file>

<file path=docProps/app.xml><?xml version="1.0" encoding="utf-8"?>
<Properties xmlns="http://schemas.openxmlformats.org/officeDocument/2006/extended-properties" xmlns:vt="http://schemas.openxmlformats.org/officeDocument/2006/docPropsVTypes">
  <Template>Microsoft Press_PowerPoint Template (2023 Re-brand)</Template>
  <TotalTime>34400</TotalTime>
  <Words>2580</Words>
  <Application>Microsoft Office PowerPoint</Application>
  <PresentationFormat>On-screen Show (16:9)</PresentationFormat>
  <Paragraphs>161</Paragraphs>
  <Slides>16</Slides>
  <Notes>8</Notes>
  <HiddenSlides>1</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Arial</vt:lpstr>
      <vt:lpstr>Calibri</vt:lpstr>
      <vt:lpstr>Open Sans</vt:lpstr>
      <vt:lpstr>Segoe Pro Display</vt:lpstr>
      <vt:lpstr>Segoe UI</vt:lpstr>
      <vt:lpstr>Segoe UI Light</vt:lpstr>
      <vt:lpstr>Segoe UI Semilight</vt:lpstr>
      <vt:lpstr>Standard_LiveLessons_2017</vt:lpstr>
      <vt:lpstr>PowerPoint Presentation</vt:lpstr>
      <vt:lpstr>PowerPoint Presentation</vt:lpstr>
      <vt:lpstr>PowerPoint Presentation</vt:lpstr>
      <vt:lpstr>Resolve foundational issues that impact availability</vt:lpstr>
      <vt:lpstr>Diagnose and fix network connectivity issues</vt:lpstr>
      <vt:lpstr>PowerPoint Presentation</vt:lpstr>
      <vt:lpstr>Resolve DNS and name resolution problems</vt:lpstr>
      <vt:lpstr>PowerPoint Presentation</vt:lpstr>
      <vt:lpstr>Identify and remediate update failures</vt:lpstr>
      <vt:lpstr>PowerPoint Presentation</vt:lpstr>
      <vt:lpstr>Ensure accurate time synchronization across domain</vt:lpstr>
      <vt:lpstr>PowerPoint Presentation</vt:lpstr>
      <vt:lpstr>Resolve problems during server deployment</vt:lpstr>
      <vt:lpstr>PowerPoint Presentation</vt:lpstr>
      <vt:lpstr>Recover servers that fail to boot</vt:lpstr>
      <vt:lpstr>Diagram title in sentence case</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Julie Phifer</dc:creator>
  <cp:lastModifiedBy>Tim Warner</cp:lastModifiedBy>
  <cp:revision>104</cp:revision>
  <dcterms:created xsi:type="dcterms:W3CDTF">2015-09-28T19:52:00Z</dcterms:created>
  <dcterms:modified xsi:type="dcterms:W3CDTF">2025-10-19T14:45:07Z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0x0101009EB942DAA29B6641B847DD25AB6364DF</vt:lpwstr>
  </property>
  <property fmtid="{D5CDD505-2E9C-101B-9397-08002B2CF9AE}" pid="3" name="MediaServiceImageTags">
    <vt:lpwstr/>
  </property>
  <property fmtid="{D5CDD505-2E9C-101B-9397-08002B2CF9AE}" pid="4" name="MSIP_Label_d31dd64d-da6b-43d5-9ac5-8dec692131c3_Enabled">
    <vt:lpwstr>true</vt:lpwstr>
  </property>
  <property fmtid="{D5CDD505-2E9C-101B-9397-08002B2CF9AE}" pid="5" name="MSIP_Label_d31dd64d-da6b-43d5-9ac5-8dec692131c3_SetDate">
    <vt:lpwstr>2024-02-18T18:18:25Z</vt:lpwstr>
  </property>
  <property fmtid="{D5CDD505-2E9C-101B-9397-08002B2CF9AE}" pid="6" name="MSIP_Label_d31dd64d-da6b-43d5-9ac5-8dec692131c3_Method">
    <vt:lpwstr>Standard</vt:lpwstr>
  </property>
  <property fmtid="{D5CDD505-2E9C-101B-9397-08002B2CF9AE}" pid="7" name="MSIP_Label_d31dd64d-da6b-43d5-9ac5-8dec692131c3_Name">
    <vt:lpwstr>General</vt:lpwstr>
  </property>
  <property fmtid="{D5CDD505-2E9C-101B-9397-08002B2CF9AE}" pid="8" name="MSIP_Label_d31dd64d-da6b-43d5-9ac5-8dec692131c3_SiteId">
    <vt:lpwstr>db1766ec-5540-4cde-ad8d-b2b59fb2ed8e</vt:lpwstr>
  </property>
  <property fmtid="{D5CDD505-2E9C-101B-9397-08002B2CF9AE}" pid="9" name="MSIP_Label_d31dd64d-da6b-43d5-9ac5-8dec692131c3_ActionId">
    <vt:lpwstr>e519282f-68ee-4290-b67d-67e40ded71bd</vt:lpwstr>
  </property>
  <property fmtid="{D5CDD505-2E9C-101B-9397-08002B2CF9AE}" pid="10" name="MSIP_Label_d31dd64d-da6b-43d5-9ac5-8dec692131c3_ContentBits">
    <vt:lpwstr>0</vt:lpwstr>
  </property>
</Properties>
</file>