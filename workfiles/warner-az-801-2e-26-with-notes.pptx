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96" r:id="rId4"/>
  </p:sldMasterIdLst>
  <p:notesMasterIdLst>
    <p:notesMasterId r:id="rId23"/>
  </p:notesMasterIdLst>
  <p:sldIdLst>
    <p:sldId id="303" r:id="rId5"/>
    <p:sldId id="292" r:id="rId6"/>
    <p:sldId id="293" r:id="rId7"/>
    <p:sldId id="352" r:id="rId8"/>
    <p:sldId id="351" r:id="rId9"/>
    <p:sldId id="343" r:id="rId10"/>
    <p:sldId id="353" r:id="rId11"/>
    <p:sldId id="346" r:id="rId12"/>
    <p:sldId id="354" r:id="rId13"/>
    <p:sldId id="347" r:id="rId14"/>
    <p:sldId id="355" r:id="rId15"/>
    <p:sldId id="349" r:id="rId16"/>
    <p:sldId id="356" r:id="rId17"/>
    <p:sldId id="348" r:id="rId18"/>
    <p:sldId id="357" r:id="rId19"/>
    <p:sldId id="350" r:id="rId20"/>
    <p:sldId id="331" r:id="rId21"/>
    <p:sldId id="342" r:id="rId22"/>
  </p:sldIdLst>
  <p:sldSz cx="9144000" cy="5143500" type="screen16x9"/>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F4CB2919-E75C-EAE0-A7E3-E8766035CAC2}" name="Tim Warner" initials="TW" userId="1d9b2d89684621c1" providerId="Windows Live"/>
  <p188:author id="{955C4A35-E9B6-3146-066A-4404D53655C8}" name="scsjcain84" initials="sc" userId="S::scsjcain84_gmail.com#ext#@pearsoneducationinc.onmicrosoft.com::4399dd98-ee8b-4212-9001-7919755a3260"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Donelson, Sean" initials="DS" lastIdx="8" clrIdx="0">
    <p:extLst>
      <p:ext uri="{19B8F6BF-5375-455C-9EA6-DF929625EA0E}">
        <p15:presenceInfo xmlns:p15="http://schemas.microsoft.com/office/powerpoint/2012/main" userId="S::sean.donelson@pearson.com::3e21d0a5-01a9-4113-9b92-c184675e9234"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005A6F"/>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7A136E5-4CAB-4A90-B29A-647250C39435}" v="49" dt="2025-08-24T16:20:53.053"/>
    <p1510:client id="{F0883EB0-DDB3-4705-BB2C-3A29195F6E92}" v="1" dt="2025-08-26T07:25:58.76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0017" autoAdjust="0"/>
    <p:restoredTop sz="86886" autoAdjust="0"/>
  </p:normalViewPr>
  <p:slideViewPr>
    <p:cSldViewPr snapToGrid="0" snapToObjects="1">
      <p:cViewPr varScale="1">
        <p:scale>
          <a:sx n="127" d="100"/>
          <a:sy n="127" d="100"/>
        </p:scale>
        <p:origin x="92" y="692"/>
      </p:cViewPr>
      <p:guideLst>
        <p:guide orient="horz" pos="1620"/>
        <p:guide pos="2880"/>
      </p:guideLst>
    </p:cSldViewPr>
  </p:slideViewPr>
  <p:outlineViewPr>
    <p:cViewPr>
      <p:scale>
        <a:sx n="33" d="100"/>
        <a:sy n="33" d="100"/>
      </p:scale>
      <p:origin x="0" y="-1756"/>
    </p:cViewPr>
  </p:outlineViewPr>
  <p:notesTextViewPr>
    <p:cViewPr>
      <p:scale>
        <a:sx n="100" d="100"/>
        <a:sy n="100" d="100"/>
      </p:scale>
      <p:origin x="0" y="0"/>
    </p:cViewPr>
  </p:notesTextViewPr>
  <p:sorterViewPr>
    <p:cViewPr>
      <p:scale>
        <a:sx n="150" d="100"/>
        <a:sy n="150" d="100"/>
      </p:scale>
      <p:origin x="0" y="-44"/>
    </p:cViewPr>
  </p:sorterViewPr>
  <p:notesViewPr>
    <p:cSldViewPr snapToGrid="0" snapToObjects="1">
      <p:cViewPr varScale="1">
        <p:scale>
          <a:sx n="150" d="100"/>
          <a:sy n="150" d="100"/>
        </p:scale>
        <p:origin x="5840" y="168"/>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viewProps" Target="viewProp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commentAuthors" Target="commentAuthor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notesMaster" Target="notesMasters/notesMaster1.xml"/><Relationship Id="rId28"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theme" Target="theme/theme1.xml"/><Relationship Id="rId30" Type="http://schemas.microsoft.com/office/2018/10/relationships/authors" Target="author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D34D36D-3512-6D44-83C8-1A4DB417EA2C}" type="datetimeFigureOut">
              <a:rPr lang="en-US" smtClean="0"/>
              <a:t>Fri, 11/7/2025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63C8BCB-A8D7-074E-AD53-2B9312150B6F}" type="slidenum">
              <a:rPr lang="en-US" smtClean="0"/>
              <a:t>‹#›</a:t>
            </a:fld>
            <a:endParaRPr lang="en-US"/>
          </a:p>
        </p:txBody>
      </p:sp>
    </p:spTree>
    <p:extLst>
      <p:ext uri="{BB962C8B-B14F-4D97-AF65-F5344CB8AC3E}">
        <p14:creationId xmlns:p14="http://schemas.microsoft.com/office/powerpoint/2010/main" val="40183483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 credit: Tim + ChatGPT Image Generation</a:t>
            </a:r>
          </a:p>
        </p:txBody>
      </p:sp>
      <p:sp>
        <p:nvSpPr>
          <p:cNvPr id="4" name="Slide Number Placeholder 3"/>
          <p:cNvSpPr>
            <a:spLocks noGrp="1"/>
          </p:cNvSpPr>
          <p:nvPr>
            <p:ph type="sldNum" sz="quarter" idx="5"/>
          </p:nvPr>
        </p:nvSpPr>
        <p:spPr/>
        <p:txBody>
          <a:bodyPr/>
          <a:lstStyle/>
          <a:p>
            <a:fld id="{163C8BCB-A8D7-074E-AD53-2B9312150B6F}" type="slidenum">
              <a:rPr lang="en-US" smtClean="0"/>
              <a:t>2</a:t>
            </a:fld>
            <a:endParaRPr lang="en-US"/>
          </a:p>
        </p:txBody>
      </p:sp>
    </p:spTree>
    <p:extLst>
      <p:ext uri="{BB962C8B-B14F-4D97-AF65-F5344CB8AC3E}">
        <p14:creationId xmlns:p14="http://schemas.microsoft.com/office/powerpoint/2010/main" val="105935887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FRAMER: Let's establish why Active Directory troubleshooting skills are non-negotiable for any Windows Server admin - when AD breaks, everything breaks.
BULLETS:
• Active Directory Domain Services (AD DS) is mission-critical for authentication and authorization - AD isn't just a phone book - it's the security backbone. Every login, every file access, every application authentication flows through AD. When it fails, users can't work, apps can't authenticate, and services grind to a halt. That's why Microsoft dedicates significant AZ-801 exam real estate to AD troubleshooting.
• Failures ripple into logon, app access, and hybrid identity sync - One failed domain controller can cause intermittent authentication failures across the enterprise. Replication lag means password changes work at headquarters but fail at branch offices. Entra Connect sync failures mean cloud apps lose access to on-premises identities. The blast radius is enterprise-wide.
• Troubleshooting requires knowledge of backups, replication, SYSVOL, and Entra Connect - You need a mental model of how AD works: the database (NTDS.dit), the replication topology (sites and site links), the SYSVOL share (GPOs and scripts), and hybrid sync (Entra Connect). Each component has specific tools and recovery procedures you must know cold.
• Clear runbooks shorten recovery time and prevent escalation - Documentation saves careers. When AD fails at 2 AM, you don't want to Google solutions. You want step-by-step runbooks tested in your environment. Document which domain controller holds which FSMO role, backup schedules, and recovery procedures. Time to resolution matters.
• Fabrikam documents repeatable AD recovery steps for Tier 2 admins - Fabrikam created laminated cards for common AD issues: "User locked out repeatedly" (check for cached credentials), "GPO not applying" (gpresult /h, check SYSVOL replication), "Can't join domain" (DNS and secure channel). Their Tier 2 team resolves 80% of AD issues without escalation using these runbooks.
AZ-801 EXAM TIP: The exam tests troubleshooting methodology, not just tools. Always verify basics first: network connectivity (ping), name resolution (nslookup), service status (services.msc), then use specialized tools. If asked about troubleshooting order, it's always: check Event Viewer, run dcdiag, use repadmin, then dive into specific tools like ntdsutil.</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FRAMER: The AD Recycle Bin is your safety net for accidental deletions - but only if you enabled it BEFORE the deletion happened. No time machine here.
BULLETS:
• AD Recycle Bin must be enabled in the forest first - This is a one-way street - once enabled, you can't disable it. Requires Windows Server 2008 R2 forest functional level minimum. Enable with Enable-ADOptionalFeature in PowerShell or through AD Administrative Center. The feature is forest-wide, not per-domain. Many organizations still haven't enabled it - huge mistake.
• Supports recovery of users, groups, and OUs with attributes intact - When you delete an object with Recycle Bin enabled, it becomes a "logically deleted" object for 180 days (by default). All attributes remain intact - passwords, group memberships, even custom attributes. After 180 days, it becomes a "recycled object" (tombstoned) for another 180 days with most attributes stripped.
• Use AD Administrative Center or PowerShell for restore - AD Admin Center provides a nice GUI under the Deleted Objects container. PowerShell gives you more power with Get-ADObject -IncludeDeletedObjects and Restore-ADObject. You can restore entire OU trees with a single command. PowerShell also lets you restore to a different location if needed.
• Restored objects rejoin their original group memberships - This is the killer feature - the object comes back exactly as it was. Group memberships, manager relationships, even Exchange attributes if you're integrated. No need to manually recreate memberships. However, if the groups were also deleted, restore groups first, then users.
• Adventure Works restores accidentally deleted HR OU - Adventure Works junior admin deleted the entire HR OU containing 200 users during a "cleanup." With Recycle Bin enabled, they used Get-ADObject -SearchBase "CN=Deleted Objects,DC=adventure-works,DC=com" -Filter {lastKnownParent -eq "OU=HR,DC=adventure-works,DC=com"} | Restore-ADObject. Five minutes to full recovery, no data loss.
AZ-801 EXAM TIP: Remember the two-stage deletion process: Logically Deleted (180 days, full attributes) then Recycled/Tombstoned (180 days, minimal attributes). The exam often asks what CAN'T be restored: linked attributes to objects in other forests, and objects deleted before Recycle Bin was enabled. If the question mentions "forest functional level 2008," Recycle Bin isn't available - you need 2008 R2 minimum.</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FRAMER: Directory Services Restore Mode is your nuclear option - when the AD database itself is corrupted or you need to perform an authoritative restore to win replication wars.
BULLETS:
• Boot DC into DSRM for offline maintenance - DSRM is Windows Safe Mode for domain controllers. Press F8 during boot (or bcdedit /set safeboot dsrepair). You login with the DSRM password set during DC promotion - hope you remember it! The AD DS service doesn't start, giving you exclusive access to NTDS.dit.
• Run ntdsutil to repair or perform authoritative restore - Ntdsutil is your Swiss Army knife in DSRM. "Activate instance ntds" then "files" then "integrity" checks database health. For authoritative restore: "authoritative restore" then "restore subtree" or "restore object." This marks objects with a higher version number so they win replication conflicts and resurrect across all DCs.
• Restore from Windows Server Backup if database is corrupt - If integrity check fails, restore NTDS.dit from backup. Stop AD DS service (if not in DSRM), restore System State backup which includes NTDS.dit, registry, and SYSVOL. Non-authoritative restore by default - the DC catches up via replication. Authoritative if you need to override newer changes.
• Essential for catastrophic database corruption events - Sometimes the Jet database engine corrupts NTDS.dit beyond repair. Symptoms: LSASS.exe crashes, DS won't start, event ID 1168 (database corruption). Your options: restore from backup, rebuild the DC from scratch, or attempt offline defrag with ntdsutil (rarely works for serious corruption).
• Contoso recovered a failed DC by restoring NTDS.dit from backup - Contoso's RODC in Mumbai had disk corruption affecting NTDS.dit. Booted to DSRM, tried integrity check - failed with "corruption detected." Restored System State from previous night's backup, rebooted normally, forced replication with repadmin /syncall. RODC back online in 90 minutes.
AZ-801 EXAM TIP: Know the difference between authoritative and non-authoritative restore. Non-authoritative: restore from backup, let replication overwrite with newer changes - use for corruption recovery. Authoritative: restore then mark objects with higher USN using ntdsutil - use when you need to resurrect deleted objects across all DCs. The exam loves scenarios where you must choose between them.</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FRAMER: SYSVOL is where Group Policies live and breathe - when SYSVOL replication breaks, GPOs become inconsistent across domain controllers and chaos ensues.
BULLETS:
• SYSVOL replication issues break GPO application - SYSVOL uses either File Replication Service (FRS) for legacy or Distributed File System Replication (DFSR) for modern environments. When replication stops, GPO changes made on one DC don't reach others. Users get different policies depending on which DC they authenticate against. Classic symptom: "GPO works for some users but not others."
• Authoritative vs non-authoritative restore modes available - DFSR uses "D states" for recovery. D2 (non-authoritative) makes this DC pull everything fresh from partners - use when this DC has bad data. D4 (authoritative) makes this DC the source of truth, pushing its SYSVOL to all partners - use when this DC has the good copy. Set DFSR-Options registry key, restart DFSR service.
• Use DFS Replication (DFSR) tools to force synchronization - DFSRDiag.exe is your best friend. "DFSRDiag pollad" forces AD polling for configuration changes. "DFSRDiag syncnow" triggers immediate replication. "DFSRDiag backlog" shows pending file count. Health Report in DFS Management console shows replication status across the domain.
• Backup/restore ensures logon scripts remain available - Always backup SYSVOL with System State. For granular restore, you can copy individual GPOs from backup to SYSVOL\domain\Policies\{GUID}. Don't forget both the folder AND the corresponding AD object (use GPMC backup/restore for safety). Test with gpupdate /force and gpresult /h.
• Fabrikam restores SYSVOL after ransomware damaged GPOs - Fabrikam's ransomware incident encrypted GPO files in SYSVOL on three DCs. They isolated infected DCs, performed D2 non-authoritative restore on damaged DCs to pull clean copies from unaffected DCs, verified with DFSRDiag, then re-applied latest GPO changes from GPMC backups. Two-hour recovery, no permanent data loss.
AZ-801 EXAM TIP: Know your D states! D2 = non-authoritative (this server is wrong, pull from others). D4 = authoritative (this server is right, push to others). The exam often presents "journal wrap" errors - that's when DFSR or FRS can't recover automatically. Solution: D2 restore on the affected DC. If asked about migrating from FRS to DFSR, remember: it's a one-way migration requiring all 2008+ DCs.</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FRAMER: Active Directory replication is the circulatory system of your forest - when it fails, changes don't propagate and your directory becomes split-brain. Time to master repadmin.
BULLETS:
• Tools: repadmin /showrepl, Event Viewer, AD Replication Status Tool - Repadmin /showrepl is your starting point - shows last replication time, failures, and error codes. Event Viewer Directory Service log has the details (look for 1864, 1988, 2042 events). AD Replication Status Tool provides a GUI dashboard if command-line isn't your thing. Run these from an elevated prompt with Domain Admin rights.
• Check site links, replication schedules, and DNS health - Sites and Services defines your replication topology. Verify site link costs, schedules (default 180 minutes), and bridgehead servers. DNS must have SRV records for all DCs: _ldap._tcp.dc._msdcs.domain.com. Use dcdiag /test:dns for comprehensive DNS validation. KCC (Knowledge Consistency Checker) builds the topology - let it work unless you know what you're doing.
• Latency and lingering objects indicate broken replication - If replication latency exceeds tombstone lifetime (180 days default), you get lingering objects - objects deleted on one DC but still alive on another. Event 1864 warns about this. Solution: Enable strict replication consistency, then remove lingering objects with repadmin /removelingeringobjects. Prevent by monitoring with repadmin /showrepl /csv | findstr /i "fail".
• Force replication manually to confirm fixes - After fixing issues, don't wait for scheduled replication. Use repadmin /syncall /AdeP (All partitions, distinguish names, enterprise-wide, push mode). Monitor with repadmin /replsum for summary across all DCs. For single connection: repadmin /replicate DC1 DC2 "DC=domain,DC=com". Always verify both directions - replication is pull, not push.
• Tailwind Traders resolves cross-site sync issues by correcting DNS SRV records - Tailwind's London DC wasn't replicating with New York after network changes. Repadmin showed "RPC server unavailable." DCDiag /test:dns failed - missing SRV records for London DC in NY's DNS. Manually added _ldap and _kerberos SRV records, restarted NetLogon to re-register, forced replication with repadmin /syncall. Replication resumed within 15 minutes.
AZ-801 EXAM TIP: Memorize these error codes! 8524 = DNS lookup failure. 1722 = RPC server unavailable (firewall or DNS). 8453 = Replication access denied. 8606 = Insufficient attributes (schema mismatch). The exam loves "What should you do FIRST?" questions - always check basic connectivity and DNS before diving into advanced troubleshooting.</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FRAMER: Hybrid authentication is where your on-premises AD meets Microsoft Entra ID - when sync breaks, users lose access to Microsoft 365 and Azure resources. Let's fix that.
BULLETS:
• Check Entra Connect sync scheduler and health dashboard - Entra Connect runs scheduled sync every 30 minutes by default. Check with Get-ADSyncScheduler in PowerShell. If suspended, Start-ADSyncSyncCycle -PolicyType Delta kicks off manual sync. The Entra admin center shows sync status under Entra Connect Health. Look for stopped sync, errors, or warnings about password hash sync.
• Verify service account permissions and connectivity - Entra Connect needs specific AD permissions: Read all properties, Write-back for hybrid Exchange, password reset for SSPR. Service account often named MSOL_ or AAD_. Test connectivity with Test-NetConnection to Azure endpoints. Proxy settings in machine.config can break connectivity. Expired credentials are surprisingly common - check in Services.msc.
• Review logs in Synchronization Service Manager - Launch miisclient.exe for deep dive troubleshooting. Operations tab shows each sync cycle with statistics. Connectors tab shows AD and Entra connectors. Metaverse Search finds specific objects. Common errors: "stopped-extension-dll" (corruption), "exported-change-not-reimported" (permissions), "insufficient-privileges" (service account). Export errors often mean Entra-side issues.
• Confirm password hash or pass-through auth config - Password Hash Sync (PHS) synchronizes password hashes every 2 minutes. Pass-Through Auth (PTA) proxies authentication requests in real-time. Check which is enabled in Entra Connect configuration. PHS shows in PowerShell: Get-ADSyncAADPasswordSyncConfiguration. PTA agents visible in Entra portal under Authentication methods. Both can be enabled simultaneously for redundancy.
• Contoso resolves failed sync by repairing Entra Connect connectors - Contoso's sync stopped after AD schema extension. Error: "stopped-extension-dll-exception" in Sync Service Manager. Solution: Ran Entra Connect configuration wizard, selected "Customize synchronization options," refreshed directory schema, rebuilt connector space. Used Start-ADSyncSyncCycle -PolicyType Initial for full sync. 500,000 objects re-synced in 6 hours.
AZ-801 EXAM TIP: Know the three authentication methods: Password Hash Sync (hashes synced to cloud), Pass-Through Authentication (real-time auth proxy), and Federation (ADFS/SAML). The exam tests failover scenarios: PHS is backup for PTA and Federation. If asked about "seamless SSO," that's Kerberos-based and works with both PHS and PTA. Staging mode server can't do password sync - it's read-only.</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FRAMER: Sometimes it's not replication or sync - it's core AD services that are broken. Let's systematically diagnose and fix fundamental Active Directory failures.
BULLETS:
• Ensure domain controllers are online and reachable - Start basic: Can you ping the DC? Can you resolve its DNS name? Is port 389 (LDAP) and 445 (SMB) open? Use Test-NetConnection DC01 -Port 389. Check if AD DS service is running - sometimes it's that simple. For remote DCs, verify site-to-site VPN or ExpressRoute connectivity.
• Check netlogon and kerberos services - NetLogon service maintains secure channel between computers and DCs. If stopped, no domain logins work. Kerberos Key Distribution Center (KDC) service handles ticket-granting tickets. Both must run on every DC. Check with Get-Service NetLogon, KDC. Event logs show Kerberos errors as 4771 (pre-auth failed) or 4768 (TGT request).
• Review DC health with dcdiag and Event Viewer - DCDiag is your comprehensive health check. Run dcdiag /v for verbose output. Critical tests: Services (are they running?), Replications (is it working?), Advertising (can clients find it?), FSMOCheck (are roles responding?). Event Viewer Directory Service log shows errors. Event 2022 means you're out of RIDs - critical!
• Confirm FSMO roles are online and accessible - Five FSMO roles must be online: Schema Master, Domain Naming Master (forest-wide), PDC Emulator, RID Master, Infrastructure Master (domain-wide). Use netdom query fsmo to list holders. If a FSMO holder is dead, seize the role with ntdsutil (last resort - seized DC can never come back online). PDC Emulator is most critical - handles password changes and time sync.
• Adventure Works resolves logon failures by seizing FSMO role - Adventure Works PDC Emulator crashed hard - motherboard failure. Users couldn't change passwords, account lockouts increased, time sync drifted. Attempted graceful transfer failed (DC was dead). Used ntdsutil to seize PDC Emulator role to backup DC: "roles" → "connections" → "connect to server DC02" → "quit" → "seize pdc" → confirmed. Immediate resolution of authentication issues.
AZ-801 EXAM TIP: Know which FSMO roles can be seized safely vs those requiring caution. PDC Emulator and Infrastructure Master can be seized and re-seized without permanent damage. RID Master seizure means the original must never return. Schema Master and Domain Naming Master seizure should only happen if you're certain the original is permanently gone. The exam loves "which role should you seize first?" - it's always PDC Emulator.</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FRAMER: Let's dive deeper into Microsoft Entra Connect specifically - beyond basic sync issues into the architectural components that make hybrid identity work.
BULLETS:
• Monitor sync status in Microsoft Entra admin portal - The Entra admin center is your dashboard. Check Entra ID Connect section for last sync time (should be within 30 minutes), sync errors, and object counts. Health Agent provides performance data and alerts. Directory Extensions shows custom attributes synced. Export errors indicate Entra-side problems like duplicate proxy addresses.
• Validate connector health for AD forests - Each AD forest needs a connector in Entra Connect. Check connectors in Synchronization Service Manager. Run Profile shows statistics - imports, exports, errors. Connector Space shows staged objects before sync to metaverse. Common issue: connector account password expired or insufficient permissions after AD changes. Re-run configuration wizard to refresh.
• Re-run configuration wizard after schema or forest changes - Any AD schema change, new domain, or forest trust requires Entra Connect refresh. Launch AzureADConnect.exe, choose "Customize synchronization options," refresh directory schema. This rebuilds connector spaces and rules. For new domains, add under "Connect your directories." Always run full import/sync cycle after configuration changes.
• Use staging mode for safe configuration testing - Staging mode server imports and synchronizes but doesn't export to Entra ID. Perfect for testing upgrades, configuration changes, or disaster recovery preparation. Enable in configuration wizard under "Configure staging mode." To promote staging server to active: disable staging mode, ensure only ONE server exports. Prevents accidental duplicate sync servers.
• Fabrikam stabilizes sync after adding new child domains - Fabrikam added ASIA.FABRIKAM.COM child domain but users weren't syncing. Issue: Entra Connect didn't know about new domain. Solution: Configuration wizard → "Connect your directories" → added child domain with Enterprise Admin credentials → refreshed schema → full import/sync cycle. New filtering rules created automatically for child domain OUs. 10,000 new users appeared in Entra within 2 hours.
AZ-801 EXAM TIP: Understand the sync pipeline: AD Connector Space → Synchronization Rules → Metaverse → Entra Connector Space → Export to Entra. The exam tests filtering: domain-based (whole domains), OU-based (specific OUs), and attribute-based (custom rules). Remember: group-based filtering is deprecated. If asked about sync precedence, lower numbers win (default rules are 100+). Custom rules should be 99 or lower.</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FRAMER: Let's wrap up with your go-to resources and a systematic troubleshooting methodology for Active Directory issues.
The shortened URL go.techtrainertim.com/blah should point to:
- AD Recycle Bin step-by-step guide and PowerShell scripts
- DSRM and ntdsutil comprehensive command reference
- SYSVOL D2/D4 recovery procedures for DFSR
- Repadmin command cheat sheet with common scenarios
- Microsoft Entra Connect troubleshooting flowchart
- DCDiag and NetDiag interpretation guide
Remember the troubleshooting hierarchy:
1. Check the basics - connectivity, DNS, services
2. Review Event Logs - Directory Service, DFS Replication, Applications
3. Run diagnostic tools - dcdiag, repadmin, Entra Connect Health
4. Investigate specific component - SYSVOL, database, replication topology
5. Execute recovery procedure - restore, repair, or rebuild
For the AZ-801 exam, master these concepts:
- AD Recycle Bin two-stage deletion (logical → tombstone)
- DSRM authoritative vs non-authoritative restore
- DFSR D2 (non-authoritative) vs D4 (authoritative) modes
- Replication troubleshooting with repadmin and error codes
- FSMO role seizure order and implications
- Entra Connect sync pipeline and staging mode
Critical PowerShell cmdlets to memorize:
- Enable-ADOptionalFeature (Recycle Bin)
- Restore-ADObject (recover deletions)
- Get-ADSyncScheduler (check sync status)
- Start-ADSyncSyncCycle (force sync)
- Repadmin /syncall (force replication)
- Netdom query fsmo (list FSMO holders)
Know these Event IDs cold:
- 1864: Replication latency exceeded
- 2042: Tombstone lifetime exceeded  
- 4771: Kerberos pre-authentication failed
- 2022: Out of RIDs
- 1988: Lingering object detected</a:t>
            </a: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01_Course Title Slide">
    <p:spTree>
      <p:nvGrpSpPr>
        <p:cNvPr id="1" name=""/>
        <p:cNvGrpSpPr/>
        <p:nvPr/>
      </p:nvGrpSpPr>
      <p:grpSpPr>
        <a:xfrm>
          <a:off x="0" y="0"/>
          <a:ext cx="0" cy="0"/>
          <a:chOff x="0" y="0"/>
          <a:chExt cx="0" cy="0"/>
        </a:xfrm>
      </p:grpSpPr>
      <p:pic>
        <p:nvPicPr>
          <p:cNvPr id="5" name="Picture 4" descr="Shape&#10;&#10;Description automatically generated with medium confidence">
            <a:extLst>
              <a:ext uri="{FF2B5EF4-FFF2-40B4-BE49-F238E27FC236}">
                <a16:creationId xmlns:a16="http://schemas.microsoft.com/office/drawing/2014/main" id="{315FA5AA-E7FF-BD49-A92D-7A87578950F6}"/>
              </a:ext>
            </a:extLst>
          </p:cNvPr>
          <p:cNvPicPr>
            <a:picLocks noChangeAspect="1"/>
          </p:cNvPicPr>
          <p:nvPr/>
        </p:nvPicPr>
        <p:blipFill>
          <a:blip r:embed="rId2"/>
          <a:stretch>
            <a:fillRect/>
          </a:stretch>
        </p:blipFill>
        <p:spPr>
          <a:xfrm>
            <a:off x="0" y="0"/>
            <a:ext cx="9144000" cy="5143500"/>
          </a:xfrm>
          <a:prstGeom prst="rect">
            <a:avLst/>
          </a:prstGeom>
          <a:blipFill>
            <a:blip r:embed="rId3"/>
            <a:stretch>
              <a:fillRect/>
            </a:stretch>
          </a:blipFill>
        </p:spPr>
      </p:pic>
      <p:pic>
        <p:nvPicPr>
          <p:cNvPr id="7" name="Picture 6" descr="A blue and white background&#10;&#10;Description automatically generated">
            <a:extLst>
              <a:ext uri="{FF2B5EF4-FFF2-40B4-BE49-F238E27FC236}">
                <a16:creationId xmlns:a16="http://schemas.microsoft.com/office/drawing/2014/main" id="{DCB4EE68-6906-C0D2-628A-07C92F87891F}"/>
              </a:ext>
            </a:extLst>
          </p:cNvPr>
          <p:cNvPicPr>
            <a:picLocks noChangeAspect="1"/>
          </p:cNvPicPr>
          <p:nvPr/>
        </p:nvPicPr>
        <p:blipFill>
          <a:blip r:embed="rId3"/>
          <a:stretch>
            <a:fillRect/>
          </a:stretch>
        </p:blipFill>
        <p:spPr>
          <a:xfrm>
            <a:off x="0" y="0"/>
            <a:ext cx="9144000" cy="5143500"/>
          </a:xfrm>
          <a:prstGeom prst="rect">
            <a:avLst/>
          </a:prstGeom>
        </p:spPr>
      </p:pic>
      <p:sp>
        <p:nvSpPr>
          <p:cNvPr id="3" name="Subtitle 2"/>
          <p:cNvSpPr>
            <a:spLocks noGrp="1"/>
          </p:cNvSpPr>
          <p:nvPr>
            <p:ph type="subTitle" idx="1" hasCustomPrompt="1"/>
          </p:nvPr>
        </p:nvSpPr>
        <p:spPr>
          <a:xfrm>
            <a:off x="1840663" y="1365666"/>
            <a:ext cx="6143485" cy="674899"/>
          </a:xfrm>
        </p:spPr>
        <p:txBody>
          <a:bodyPr>
            <a:normAutofit/>
          </a:bodyPr>
          <a:lstStyle>
            <a:lvl1pPr marL="685800" indent="-630936" algn="l">
              <a:buNone/>
              <a:tabLst>
                <a:tab pos="574675" algn="l"/>
              </a:tabLst>
              <a:defRPr sz="4400" b="0" baseline="0">
                <a:solidFill>
                  <a:srgbClr val="454D4E"/>
                </a:solidFill>
                <a:latin typeface="Segoe UI Light" panose="020B0502040204020203" pitchFamily="34" charset="0"/>
                <a:cs typeface="Segoe UI Light" panose="020B0502040204020203"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Course Title Here:</a:t>
            </a:r>
          </a:p>
        </p:txBody>
      </p:sp>
      <p:sp>
        <p:nvSpPr>
          <p:cNvPr id="12" name="Picture Placeholder 11">
            <a:extLst>
              <a:ext uri="{FF2B5EF4-FFF2-40B4-BE49-F238E27FC236}">
                <a16:creationId xmlns:a16="http://schemas.microsoft.com/office/drawing/2014/main" id="{4DCF20B5-BDCC-4D4B-9EB2-D0FDA548FADC}"/>
              </a:ext>
            </a:extLst>
          </p:cNvPr>
          <p:cNvSpPr>
            <a:spLocks noGrp="1"/>
          </p:cNvSpPr>
          <p:nvPr>
            <p:ph type="pic" sz="quarter" idx="10" hasCustomPrompt="1"/>
          </p:nvPr>
        </p:nvSpPr>
        <p:spPr>
          <a:xfrm>
            <a:off x="2259980" y="3095097"/>
            <a:ext cx="1112885" cy="1168586"/>
          </a:xfrm>
          <a:effectLst>
            <a:outerShdw blurRad="50800" dist="38100" dir="5400000" algn="t" rotWithShape="0">
              <a:prstClr val="black">
                <a:alpha val="40000"/>
              </a:prstClr>
            </a:outerShdw>
          </a:effectLst>
        </p:spPr>
        <p:txBody>
          <a:bodyPr>
            <a:normAutofit/>
          </a:bodyPr>
          <a:lstStyle>
            <a:lvl1pPr marL="0" indent="0">
              <a:buNone/>
              <a:defRPr sz="1200"/>
            </a:lvl1pPr>
          </a:lstStyle>
          <a:p>
            <a:r>
              <a:rPr lang="en-US" dirty="0"/>
              <a:t>Insert </a:t>
            </a:r>
          </a:p>
          <a:p>
            <a:r>
              <a:rPr lang="en-US" dirty="0"/>
              <a:t>Author </a:t>
            </a:r>
          </a:p>
          <a:p>
            <a:r>
              <a:rPr lang="en-US" dirty="0"/>
              <a:t>Headshot </a:t>
            </a:r>
          </a:p>
          <a:p>
            <a:r>
              <a:rPr lang="en-US" dirty="0"/>
              <a:t>Photo</a:t>
            </a:r>
          </a:p>
          <a:p>
            <a:r>
              <a:rPr lang="en-US" dirty="0"/>
              <a:t>Here</a:t>
            </a:r>
          </a:p>
        </p:txBody>
      </p:sp>
      <p:sp>
        <p:nvSpPr>
          <p:cNvPr id="6" name="Text Placeholder 5">
            <a:extLst>
              <a:ext uri="{FF2B5EF4-FFF2-40B4-BE49-F238E27FC236}">
                <a16:creationId xmlns:a16="http://schemas.microsoft.com/office/drawing/2014/main" id="{E069A88D-4483-164E-BD65-F3FA79A5214F}"/>
              </a:ext>
            </a:extLst>
          </p:cNvPr>
          <p:cNvSpPr>
            <a:spLocks noGrp="1"/>
          </p:cNvSpPr>
          <p:nvPr>
            <p:ph type="body" sz="quarter" idx="11" hasCustomPrompt="1"/>
          </p:nvPr>
        </p:nvSpPr>
        <p:spPr>
          <a:xfrm>
            <a:off x="3462819" y="3263590"/>
            <a:ext cx="3802750" cy="384813"/>
          </a:xfrm>
        </p:spPr>
        <p:txBody>
          <a:bodyPr>
            <a:noAutofit/>
          </a:bodyPr>
          <a:lstStyle>
            <a:lvl1pPr marL="0" indent="0">
              <a:buNone/>
              <a:defRPr sz="2000" b="0" i="0" u="none" baseline="0">
                <a:latin typeface="Open Sans" panose="020B0606030504020204" pitchFamily="34" charset="0"/>
              </a:defRPr>
            </a:lvl1pPr>
          </a:lstStyle>
          <a:p>
            <a:pPr algn="l"/>
            <a:r>
              <a:rPr lang="en-US" sz="1600" dirty="0">
                <a:latin typeface="Segoe UI" panose="020B0502040204020203" pitchFamily="34" charset="0"/>
                <a:cs typeface="Segoe UI" panose="020B0502040204020203" pitchFamily="34" charset="0"/>
              </a:rPr>
              <a:t>Author Name</a:t>
            </a:r>
          </a:p>
        </p:txBody>
      </p:sp>
      <p:sp>
        <p:nvSpPr>
          <p:cNvPr id="14" name="Text Placeholder 13">
            <a:extLst>
              <a:ext uri="{FF2B5EF4-FFF2-40B4-BE49-F238E27FC236}">
                <a16:creationId xmlns:a16="http://schemas.microsoft.com/office/drawing/2014/main" id="{4C2A0807-1CDE-5F49-A30A-6B9B299977E1}"/>
              </a:ext>
            </a:extLst>
          </p:cNvPr>
          <p:cNvSpPr>
            <a:spLocks noGrp="1"/>
          </p:cNvSpPr>
          <p:nvPr>
            <p:ph type="body" sz="quarter" idx="12" hasCustomPrompt="1"/>
          </p:nvPr>
        </p:nvSpPr>
        <p:spPr>
          <a:xfrm>
            <a:off x="3462347" y="3648402"/>
            <a:ext cx="2739170" cy="584200"/>
          </a:xfrm>
        </p:spPr>
        <p:txBody>
          <a:bodyPr>
            <a:normAutofit/>
          </a:bodyPr>
          <a:lstStyle>
            <a:lvl1pPr marL="0" indent="0">
              <a:buNone/>
              <a:defRPr sz="1200" baseline="0">
                <a:latin typeface="Open Sans" panose="020B0606030504020204" pitchFamily="34" charset="0"/>
              </a:defRPr>
            </a:lvl1pPr>
          </a:lstStyle>
          <a:p>
            <a:pPr lvl="0"/>
            <a:r>
              <a:rPr lang="en-US" dirty="0"/>
              <a:t>Lower Third</a:t>
            </a:r>
          </a:p>
        </p:txBody>
      </p:sp>
      <p:sp>
        <p:nvSpPr>
          <p:cNvPr id="17" name="TextBox 16">
            <a:extLst>
              <a:ext uri="{FF2B5EF4-FFF2-40B4-BE49-F238E27FC236}">
                <a16:creationId xmlns:a16="http://schemas.microsoft.com/office/drawing/2014/main" id="{68641A57-2545-0CDA-3A11-C1281610CCD7}"/>
              </a:ext>
            </a:extLst>
          </p:cNvPr>
          <p:cNvSpPr txBox="1"/>
          <p:nvPr/>
        </p:nvSpPr>
        <p:spPr>
          <a:xfrm>
            <a:off x="1923165" y="312433"/>
            <a:ext cx="5239240" cy="628091"/>
          </a:xfrm>
          <a:prstGeom prst="rect">
            <a:avLst/>
          </a:prstGeom>
        </p:spPr>
        <p:txBody>
          <a:bodyPr vert="horz" wrap="none" lIns="91440" tIns="45720" rIns="91440" bIns="45720" rtlCol="0">
            <a:normAutofit/>
          </a:bodyPr>
          <a:lstStyle/>
          <a:p>
            <a:pPr algn="l"/>
            <a:r>
              <a:rPr lang="en-US" sz="3000" b="1" i="0" baseline="0" dirty="0">
                <a:solidFill>
                  <a:srgbClr val="454D4E"/>
                </a:solidFill>
                <a:latin typeface="Segoe UI" panose="020B0502040204020203" pitchFamily="34" charset="0"/>
                <a:cs typeface="Segoe UI" panose="020B0502040204020203" pitchFamily="34" charset="0"/>
              </a:rPr>
              <a:t>Introduction</a:t>
            </a:r>
          </a:p>
        </p:txBody>
      </p:sp>
      <p:sp>
        <p:nvSpPr>
          <p:cNvPr id="16" name="Text Placeholder 15">
            <a:extLst>
              <a:ext uri="{FF2B5EF4-FFF2-40B4-BE49-F238E27FC236}">
                <a16:creationId xmlns:a16="http://schemas.microsoft.com/office/drawing/2014/main" id="{D7709AF5-2D39-3318-476A-B7DB868293B3}"/>
              </a:ext>
            </a:extLst>
          </p:cNvPr>
          <p:cNvSpPr>
            <a:spLocks noGrp="1"/>
          </p:cNvSpPr>
          <p:nvPr>
            <p:ph type="body" sz="quarter" idx="13" hasCustomPrompt="1"/>
          </p:nvPr>
        </p:nvSpPr>
        <p:spPr>
          <a:xfrm>
            <a:off x="1840662" y="2040565"/>
            <a:ext cx="6143485" cy="771235"/>
          </a:xfrm>
        </p:spPr>
        <p:txBody>
          <a:bodyPr>
            <a:noAutofit/>
          </a:bodyPr>
          <a:lstStyle>
            <a:lvl1pPr marL="0" indent="0">
              <a:buNone/>
              <a:defRPr sz="3600" b="0" i="0">
                <a:latin typeface="Segoe UI Light" panose="020B0502040204020203" pitchFamily="34" charset="0"/>
                <a:cs typeface="Segoe UI Light" panose="020B0502040204020203" pitchFamily="34" charset="0"/>
              </a:defRPr>
            </a:lvl1pPr>
          </a:lstStyle>
          <a:p>
            <a:pPr lvl="0"/>
            <a:r>
              <a:rPr lang="en-US" dirty="0"/>
              <a:t> Subtitle here</a:t>
            </a:r>
          </a:p>
        </p:txBody>
      </p:sp>
      <p:pic>
        <p:nvPicPr>
          <p:cNvPr id="2" name="Picture 1" descr="Shape&#10;&#10;Description automatically generated with medium confidence">
            <a:extLst>
              <a:ext uri="{FF2B5EF4-FFF2-40B4-BE49-F238E27FC236}">
                <a16:creationId xmlns:a16="http://schemas.microsoft.com/office/drawing/2014/main" id="{9F21EB85-4E6B-81AF-E3DE-25146E89F7C5}"/>
              </a:ext>
            </a:extLst>
          </p:cNvPr>
          <p:cNvPicPr>
            <a:picLocks noChangeAspect="1"/>
          </p:cNvPicPr>
          <p:nvPr userDrawn="1"/>
        </p:nvPicPr>
        <p:blipFill>
          <a:blip r:embed="rId2"/>
          <a:stretch>
            <a:fillRect/>
          </a:stretch>
        </p:blipFill>
        <p:spPr>
          <a:xfrm>
            <a:off x="0" y="0"/>
            <a:ext cx="9144000" cy="5143500"/>
          </a:xfrm>
          <a:prstGeom prst="rect">
            <a:avLst/>
          </a:prstGeom>
          <a:blipFill>
            <a:blip r:embed="rId3"/>
            <a:stretch>
              <a:fillRect/>
            </a:stretch>
          </a:blipFill>
        </p:spPr>
      </p:pic>
      <p:pic>
        <p:nvPicPr>
          <p:cNvPr id="4" name="Picture 3" descr="A blue and white background&#10;&#10;Description automatically generated">
            <a:extLst>
              <a:ext uri="{FF2B5EF4-FFF2-40B4-BE49-F238E27FC236}">
                <a16:creationId xmlns:a16="http://schemas.microsoft.com/office/drawing/2014/main" id="{37032E1F-36A3-E746-345C-BA05CE612103}"/>
              </a:ext>
            </a:extLst>
          </p:cNvPr>
          <p:cNvPicPr>
            <a:picLocks noChangeAspect="1"/>
          </p:cNvPicPr>
          <p:nvPr userDrawn="1"/>
        </p:nvPicPr>
        <p:blipFill>
          <a:blip r:embed="rId3"/>
          <a:stretch>
            <a:fillRect/>
          </a:stretch>
        </p:blipFill>
        <p:spPr>
          <a:xfrm>
            <a:off x="0" y="0"/>
            <a:ext cx="9144000" cy="5143500"/>
          </a:xfrm>
          <a:prstGeom prst="rect">
            <a:avLst/>
          </a:prstGeom>
        </p:spPr>
      </p:pic>
      <p:sp>
        <p:nvSpPr>
          <p:cNvPr id="8" name="TextBox 7">
            <a:extLst>
              <a:ext uri="{FF2B5EF4-FFF2-40B4-BE49-F238E27FC236}">
                <a16:creationId xmlns:a16="http://schemas.microsoft.com/office/drawing/2014/main" id="{F5657EAA-C43A-E155-4654-56E83B180ABB}"/>
              </a:ext>
            </a:extLst>
          </p:cNvPr>
          <p:cNvSpPr txBox="1"/>
          <p:nvPr userDrawn="1"/>
        </p:nvSpPr>
        <p:spPr>
          <a:xfrm>
            <a:off x="1923165" y="312433"/>
            <a:ext cx="5239240" cy="628091"/>
          </a:xfrm>
          <a:prstGeom prst="rect">
            <a:avLst/>
          </a:prstGeom>
        </p:spPr>
        <p:txBody>
          <a:bodyPr vert="horz" wrap="none" lIns="91440" tIns="45720" rIns="91440" bIns="45720" rtlCol="0">
            <a:normAutofit/>
          </a:bodyPr>
          <a:lstStyle/>
          <a:p>
            <a:pPr algn="l"/>
            <a:r>
              <a:rPr lang="en-US" sz="3000" b="1" i="0" baseline="0" dirty="0">
                <a:solidFill>
                  <a:srgbClr val="454D4E"/>
                </a:solidFill>
                <a:latin typeface="Segoe UI" panose="020B0502040204020203" pitchFamily="34" charset="0"/>
                <a:cs typeface="Segoe UI" panose="020B0502040204020203" pitchFamily="34" charset="0"/>
              </a:rPr>
              <a:t>Introduction</a:t>
            </a:r>
          </a:p>
        </p:txBody>
      </p:sp>
    </p:spTree>
    <p:extLst>
      <p:ext uri="{BB962C8B-B14F-4D97-AF65-F5344CB8AC3E}">
        <p14:creationId xmlns:p14="http://schemas.microsoft.com/office/powerpoint/2010/main" val="26448129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02_Course Intro (headshot slide)">
    <p:spTree>
      <p:nvGrpSpPr>
        <p:cNvPr id="1" name=""/>
        <p:cNvGrpSpPr/>
        <p:nvPr/>
      </p:nvGrpSpPr>
      <p:grpSpPr>
        <a:xfrm>
          <a:off x="0" y="0"/>
          <a:ext cx="0" cy="0"/>
          <a:chOff x="0" y="0"/>
          <a:chExt cx="0" cy="0"/>
        </a:xfrm>
      </p:grpSpPr>
      <p:pic>
        <p:nvPicPr>
          <p:cNvPr id="4" name="Picture 3" descr="Course Intro slide for slide-based headshot (when recording on-camera is not an option)">
            <a:extLst>
              <a:ext uri="{FF2B5EF4-FFF2-40B4-BE49-F238E27FC236}">
                <a16:creationId xmlns:a16="http://schemas.microsoft.com/office/drawing/2014/main" id="{9289594B-CEE2-DA79-8D6C-78D7B18EF0B7}"/>
              </a:ext>
            </a:extLst>
          </p:cNvPr>
          <p:cNvPicPr>
            <a:picLocks noChangeAspect="1"/>
          </p:cNvPicPr>
          <p:nvPr/>
        </p:nvPicPr>
        <p:blipFill>
          <a:blip r:embed="rId2"/>
          <a:stretch>
            <a:fillRect/>
          </a:stretch>
        </p:blipFill>
        <p:spPr>
          <a:xfrm>
            <a:off x="0" y="0"/>
            <a:ext cx="9144000" cy="5143500"/>
          </a:xfrm>
          <a:prstGeom prst="rect">
            <a:avLst/>
          </a:prstGeom>
        </p:spPr>
      </p:pic>
      <p:sp>
        <p:nvSpPr>
          <p:cNvPr id="6" name="Picture Placeholder 11">
            <a:extLst>
              <a:ext uri="{FF2B5EF4-FFF2-40B4-BE49-F238E27FC236}">
                <a16:creationId xmlns:a16="http://schemas.microsoft.com/office/drawing/2014/main" id="{F18C1000-CFD1-814F-9DAF-2DC7FBADDD96}"/>
              </a:ext>
            </a:extLst>
          </p:cNvPr>
          <p:cNvSpPr>
            <a:spLocks noGrp="1"/>
          </p:cNvSpPr>
          <p:nvPr>
            <p:ph type="pic" sz="quarter" idx="10"/>
          </p:nvPr>
        </p:nvSpPr>
        <p:spPr>
          <a:xfrm>
            <a:off x="890544" y="664995"/>
            <a:ext cx="3358265" cy="3560747"/>
          </a:xfrm>
          <a:effectLst>
            <a:outerShdw blurRad="50800" dist="38100" dir="5400000" algn="t" rotWithShape="0">
              <a:prstClr val="black">
                <a:alpha val="40000"/>
              </a:prstClr>
            </a:outerShdw>
          </a:effectLst>
        </p:spPr>
        <p:txBody>
          <a:bodyPr>
            <a:normAutofit/>
          </a:bodyPr>
          <a:lstStyle>
            <a:lvl1pPr marL="0" indent="0" algn="ctr">
              <a:buNone/>
              <a:defRPr sz="2800"/>
            </a:lvl1pPr>
          </a:lstStyle>
          <a:p>
            <a:r>
              <a:rPr lang="en-US"/>
              <a:t>Click icon to add picture</a:t>
            </a:r>
            <a:endParaRPr lang="en-US" dirty="0"/>
          </a:p>
        </p:txBody>
      </p:sp>
      <p:sp>
        <p:nvSpPr>
          <p:cNvPr id="3" name="Text Placeholder 2">
            <a:extLst>
              <a:ext uri="{FF2B5EF4-FFF2-40B4-BE49-F238E27FC236}">
                <a16:creationId xmlns:a16="http://schemas.microsoft.com/office/drawing/2014/main" id="{BD4601DF-3D69-3D45-B976-F47622BD405E}"/>
              </a:ext>
            </a:extLst>
          </p:cNvPr>
          <p:cNvSpPr>
            <a:spLocks noGrp="1"/>
          </p:cNvSpPr>
          <p:nvPr>
            <p:ph type="body" sz="quarter" idx="11" hasCustomPrompt="1"/>
          </p:nvPr>
        </p:nvSpPr>
        <p:spPr>
          <a:xfrm>
            <a:off x="4620635" y="382901"/>
            <a:ext cx="3966571" cy="863804"/>
          </a:xfrm>
        </p:spPr>
        <p:txBody>
          <a:bodyPr>
            <a:normAutofit/>
          </a:bodyPr>
          <a:lstStyle>
            <a:lvl1pPr marL="0" indent="0" algn="ctr">
              <a:buNone/>
              <a:defRPr sz="2000" b="0" i="0" kern="800" baseline="0">
                <a:latin typeface="Segoe UI Semilight" panose="020B0402040204020203" pitchFamily="34" charset="0"/>
                <a:cs typeface="Segoe UI Semilight" panose="020B0402040204020203" pitchFamily="34" charset="0"/>
              </a:defRPr>
            </a:lvl1pPr>
          </a:lstStyle>
          <a:p>
            <a:pPr lvl="0"/>
            <a:r>
              <a:rPr lang="en-US" dirty="0"/>
              <a:t>Course Title Goes Here</a:t>
            </a:r>
          </a:p>
        </p:txBody>
      </p:sp>
      <p:sp>
        <p:nvSpPr>
          <p:cNvPr id="9" name="Text Placeholder 2">
            <a:extLst>
              <a:ext uri="{FF2B5EF4-FFF2-40B4-BE49-F238E27FC236}">
                <a16:creationId xmlns:a16="http://schemas.microsoft.com/office/drawing/2014/main" id="{9258BD1F-B284-28B8-2B50-52C6221AECFD}"/>
              </a:ext>
            </a:extLst>
          </p:cNvPr>
          <p:cNvSpPr>
            <a:spLocks noGrp="1"/>
          </p:cNvSpPr>
          <p:nvPr>
            <p:ph type="body" sz="quarter" idx="12" hasCustomPrompt="1"/>
          </p:nvPr>
        </p:nvSpPr>
        <p:spPr>
          <a:xfrm>
            <a:off x="4620634" y="1246704"/>
            <a:ext cx="3966571" cy="2979037"/>
          </a:xfrm>
        </p:spPr>
        <p:txBody>
          <a:bodyPr>
            <a:normAutofit/>
          </a:bodyPr>
          <a:lstStyle>
            <a:lvl1pPr marL="0" indent="0">
              <a:buNone/>
              <a:defRPr sz="1600" b="0" i="0" kern="800" baseline="0">
                <a:latin typeface="Segoe UI Semilight" panose="020B0402040204020203" pitchFamily="34" charset="0"/>
                <a:cs typeface="Segoe UI Semilight" panose="020B0402040204020203" pitchFamily="34" charset="0"/>
              </a:defRPr>
            </a:lvl1pPr>
          </a:lstStyle>
          <a:p>
            <a:pPr lvl="0"/>
            <a:r>
              <a:rPr lang="en-US" dirty="0"/>
              <a:t>Lesson 1: Title</a:t>
            </a:r>
          </a:p>
          <a:p>
            <a:pPr lvl="0"/>
            <a:endParaRPr lang="en-US" dirty="0"/>
          </a:p>
          <a:p>
            <a:pPr lvl="0"/>
            <a:r>
              <a:rPr lang="en-US" dirty="0"/>
              <a:t>Lesson 2: Title</a:t>
            </a:r>
          </a:p>
          <a:p>
            <a:pPr lvl="0"/>
            <a:endParaRPr lang="en-US" dirty="0"/>
          </a:p>
          <a:p>
            <a:pPr lvl="0"/>
            <a:r>
              <a:rPr lang="en-US" dirty="0"/>
              <a:t>Lesson 3: Title</a:t>
            </a:r>
            <a:br>
              <a:rPr lang="en-US" dirty="0"/>
            </a:br>
            <a:endParaRPr lang="en-US" dirty="0"/>
          </a:p>
          <a:p>
            <a:pPr lvl="0"/>
            <a:r>
              <a:rPr lang="en-US" dirty="0"/>
              <a:t>Lesson 4: Title</a:t>
            </a:r>
          </a:p>
          <a:p>
            <a:pPr lvl="0"/>
            <a:endParaRPr lang="en-US" dirty="0"/>
          </a:p>
          <a:p>
            <a:pPr lvl="0"/>
            <a:r>
              <a:rPr lang="en-US" dirty="0"/>
              <a:t>Lesson 5: Title</a:t>
            </a:r>
          </a:p>
        </p:txBody>
      </p:sp>
      <p:pic>
        <p:nvPicPr>
          <p:cNvPr id="2" name="Picture 1" descr="Course Intro slide for slide-based headshot (when recording on-camera is not an option)">
            <a:extLst>
              <a:ext uri="{FF2B5EF4-FFF2-40B4-BE49-F238E27FC236}">
                <a16:creationId xmlns:a16="http://schemas.microsoft.com/office/drawing/2014/main" id="{08182D27-E2F5-2883-AF50-ABB7E42A41DB}"/>
              </a:ext>
            </a:extLst>
          </p:cNvPr>
          <p:cNvPicPr>
            <a:picLocks noChangeAspect="1"/>
          </p:cNvPicPr>
          <p:nvPr userDrawn="1"/>
        </p:nvPicPr>
        <p:blipFill>
          <a:blip r:embed="rId2"/>
          <a:stretch>
            <a:fillRect/>
          </a:stretch>
        </p:blipFill>
        <p:spPr>
          <a:xfrm>
            <a:off x="0" y="0"/>
            <a:ext cx="9144000" cy="5143500"/>
          </a:xfrm>
          <a:prstGeom prst="rect">
            <a:avLst/>
          </a:prstGeom>
        </p:spPr>
      </p:pic>
    </p:spTree>
    <p:extLst>
      <p:ext uri="{BB962C8B-B14F-4D97-AF65-F5344CB8AC3E}">
        <p14:creationId xmlns:p14="http://schemas.microsoft.com/office/powerpoint/2010/main" val="23853853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03_Lesson Intro (headshot slide)">
    <p:spTree>
      <p:nvGrpSpPr>
        <p:cNvPr id="1" name=""/>
        <p:cNvGrpSpPr/>
        <p:nvPr/>
      </p:nvGrpSpPr>
      <p:grpSpPr>
        <a:xfrm>
          <a:off x="0" y="0"/>
          <a:ext cx="0" cy="0"/>
          <a:chOff x="0" y="0"/>
          <a:chExt cx="0" cy="0"/>
        </a:xfrm>
      </p:grpSpPr>
      <p:pic>
        <p:nvPicPr>
          <p:cNvPr id="4" name="Picture 3" descr="A white background with blue border&#10;&#10;Description automatically generated">
            <a:extLst>
              <a:ext uri="{FF2B5EF4-FFF2-40B4-BE49-F238E27FC236}">
                <a16:creationId xmlns:a16="http://schemas.microsoft.com/office/drawing/2014/main" id="{9289594B-CEE2-DA79-8D6C-78D7B18EF0B7}"/>
              </a:ext>
            </a:extLst>
          </p:cNvPr>
          <p:cNvPicPr>
            <a:picLocks noChangeAspect="1"/>
          </p:cNvPicPr>
          <p:nvPr/>
        </p:nvPicPr>
        <p:blipFill>
          <a:blip r:embed="rId2"/>
          <a:stretch>
            <a:fillRect/>
          </a:stretch>
        </p:blipFill>
        <p:spPr>
          <a:xfrm>
            <a:off x="1409" y="36599"/>
            <a:ext cx="9144000" cy="5143500"/>
          </a:xfrm>
          <a:prstGeom prst="rect">
            <a:avLst/>
          </a:prstGeom>
        </p:spPr>
      </p:pic>
      <p:sp>
        <p:nvSpPr>
          <p:cNvPr id="3" name="Text Placeholder 2">
            <a:extLst>
              <a:ext uri="{FF2B5EF4-FFF2-40B4-BE49-F238E27FC236}">
                <a16:creationId xmlns:a16="http://schemas.microsoft.com/office/drawing/2014/main" id="{BD4601DF-3D69-3D45-B976-F47622BD405E}"/>
              </a:ext>
            </a:extLst>
          </p:cNvPr>
          <p:cNvSpPr>
            <a:spLocks noGrp="1"/>
          </p:cNvSpPr>
          <p:nvPr>
            <p:ph type="body" sz="quarter" idx="11" hasCustomPrompt="1"/>
          </p:nvPr>
        </p:nvSpPr>
        <p:spPr>
          <a:xfrm>
            <a:off x="4620635" y="382901"/>
            <a:ext cx="3966571" cy="728568"/>
          </a:xfrm>
        </p:spPr>
        <p:txBody>
          <a:bodyPr>
            <a:normAutofit/>
          </a:bodyPr>
          <a:lstStyle>
            <a:lvl1pPr marL="0" indent="0">
              <a:buNone/>
              <a:defRPr sz="2000" b="0" i="0" kern="800" baseline="0">
                <a:latin typeface="Segoe UI Semilight" panose="020B0402040204020203" pitchFamily="34" charset="0"/>
                <a:cs typeface="Segoe UI Semilight" panose="020B0402040204020203" pitchFamily="34" charset="0"/>
              </a:defRPr>
            </a:lvl1pPr>
          </a:lstStyle>
          <a:p>
            <a:pPr lvl="0"/>
            <a:r>
              <a:rPr lang="en-US" dirty="0"/>
              <a:t>Lesson Title Goes Here</a:t>
            </a:r>
          </a:p>
        </p:txBody>
      </p:sp>
      <p:sp>
        <p:nvSpPr>
          <p:cNvPr id="9" name="Text Placeholder 2">
            <a:extLst>
              <a:ext uri="{FF2B5EF4-FFF2-40B4-BE49-F238E27FC236}">
                <a16:creationId xmlns:a16="http://schemas.microsoft.com/office/drawing/2014/main" id="{9258BD1F-B284-28B8-2B50-52C6221AECFD}"/>
              </a:ext>
            </a:extLst>
          </p:cNvPr>
          <p:cNvSpPr>
            <a:spLocks noGrp="1"/>
          </p:cNvSpPr>
          <p:nvPr>
            <p:ph type="body" sz="quarter" idx="12" hasCustomPrompt="1"/>
          </p:nvPr>
        </p:nvSpPr>
        <p:spPr>
          <a:xfrm>
            <a:off x="4620634" y="1124147"/>
            <a:ext cx="3966571" cy="728568"/>
          </a:xfrm>
        </p:spPr>
        <p:txBody>
          <a:bodyPr>
            <a:normAutofit/>
          </a:bodyPr>
          <a:lstStyle>
            <a:lvl1pPr marL="0" indent="0">
              <a:buNone/>
              <a:defRPr sz="1600" b="0" i="0" kern="800" baseline="0">
                <a:latin typeface="Segoe UI Semilight" panose="020B0402040204020203" pitchFamily="34" charset="0"/>
                <a:cs typeface="Segoe UI Semilight" panose="020B0402040204020203" pitchFamily="34" charset="0"/>
              </a:defRPr>
            </a:lvl1pPr>
          </a:lstStyle>
          <a:p>
            <a:pPr lvl="0"/>
            <a:r>
              <a:rPr lang="en-US" dirty="0"/>
              <a:t>• 1.1 Sub-lesson Title</a:t>
            </a:r>
          </a:p>
        </p:txBody>
      </p:sp>
      <p:sp>
        <p:nvSpPr>
          <p:cNvPr id="2" name="Text Placeholder 2">
            <a:extLst>
              <a:ext uri="{FF2B5EF4-FFF2-40B4-BE49-F238E27FC236}">
                <a16:creationId xmlns:a16="http://schemas.microsoft.com/office/drawing/2014/main" id="{D7ED1EBB-6BC5-DFD0-E2B6-8349F2148CE8}"/>
              </a:ext>
            </a:extLst>
          </p:cNvPr>
          <p:cNvSpPr>
            <a:spLocks noGrp="1"/>
          </p:cNvSpPr>
          <p:nvPr>
            <p:ph type="body" sz="quarter" idx="15" hasCustomPrompt="1"/>
          </p:nvPr>
        </p:nvSpPr>
        <p:spPr>
          <a:xfrm>
            <a:off x="4619297" y="1869540"/>
            <a:ext cx="3966571" cy="728568"/>
          </a:xfrm>
        </p:spPr>
        <p:txBody>
          <a:bodyPr>
            <a:normAutofit/>
          </a:bodyPr>
          <a:lstStyle>
            <a:lvl1pPr marL="0" indent="0">
              <a:buNone/>
              <a:defRPr sz="1600" b="0" i="0" kern="800" baseline="0">
                <a:latin typeface="Segoe UI Semilight" panose="020B0402040204020203" pitchFamily="34" charset="0"/>
                <a:cs typeface="Segoe UI Semilight" panose="020B0402040204020203" pitchFamily="34" charset="0"/>
              </a:defRPr>
            </a:lvl1pPr>
          </a:lstStyle>
          <a:p>
            <a:pPr lvl="0"/>
            <a:r>
              <a:rPr lang="en-US" dirty="0"/>
              <a:t>• 1.2 Sub-lesson Title</a:t>
            </a:r>
          </a:p>
        </p:txBody>
      </p:sp>
      <p:sp>
        <p:nvSpPr>
          <p:cNvPr id="5" name="Text Placeholder 2">
            <a:extLst>
              <a:ext uri="{FF2B5EF4-FFF2-40B4-BE49-F238E27FC236}">
                <a16:creationId xmlns:a16="http://schemas.microsoft.com/office/drawing/2014/main" id="{5BEAFDF9-6B1A-C0EB-0DEB-8FFA696AC94B}"/>
              </a:ext>
            </a:extLst>
          </p:cNvPr>
          <p:cNvSpPr>
            <a:spLocks noGrp="1"/>
          </p:cNvSpPr>
          <p:nvPr>
            <p:ph type="body" sz="quarter" idx="16" hasCustomPrompt="1"/>
          </p:nvPr>
        </p:nvSpPr>
        <p:spPr>
          <a:xfrm>
            <a:off x="4619298" y="2598108"/>
            <a:ext cx="3966571" cy="728568"/>
          </a:xfrm>
        </p:spPr>
        <p:txBody>
          <a:bodyPr>
            <a:normAutofit/>
          </a:bodyPr>
          <a:lstStyle>
            <a:lvl1pPr marL="0" indent="0">
              <a:buNone/>
              <a:defRPr sz="1600" b="0" i="0" kern="800" baseline="0">
                <a:latin typeface="Segoe UI Semilight" panose="020B0402040204020203" pitchFamily="34" charset="0"/>
                <a:cs typeface="Segoe UI Semilight" panose="020B0402040204020203" pitchFamily="34" charset="0"/>
              </a:defRPr>
            </a:lvl1pPr>
          </a:lstStyle>
          <a:p>
            <a:pPr lvl="0"/>
            <a:r>
              <a:rPr lang="en-US" dirty="0"/>
              <a:t>• 1.3 Sub-lesson Title</a:t>
            </a:r>
          </a:p>
        </p:txBody>
      </p:sp>
      <p:sp>
        <p:nvSpPr>
          <p:cNvPr id="7" name="Picture Placeholder 11">
            <a:extLst>
              <a:ext uri="{FF2B5EF4-FFF2-40B4-BE49-F238E27FC236}">
                <a16:creationId xmlns:a16="http://schemas.microsoft.com/office/drawing/2014/main" id="{41F5051F-7083-3DC3-EC81-E04D81C975E0}"/>
              </a:ext>
            </a:extLst>
          </p:cNvPr>
          <p:cNvSpPr>
            <a:spLocks noGrp="1"/>
          </p:cNvSpPr>
          <p:nvPr>
            <p:ph type="pic" sz="quarter" idx="10"/>
          </p:nvPr>
        </p:nvSpPr>
        <p:spPr>
          <a:xfrm>
            <a:off x="890544" y="664995"/>
            <a:ext cx="3358265" cy="3560747"/>
          </a:xfrm>
          <a:effectLst>
            <a:outerShdw blurRad="50800" dist="38100" dir="5400000" algn="t" rotWithShape="0">
              <a:prstClr val="black">
                <a:alpha val="40000"/>
              </a:prstClr>
            </a:outerShdw>
          </a:effectLst>
        </p:spPr>
        <p:txBody>
          <a:bodyPr>
            <a:normAutofit/>
          </a:bodyPr>
          <a:lstStyle>
            <a:lvl1pPr marL="0" indent="0" algn="ctr">
              <a:buNone/>
              <a:defRPr sz="2800"/>
            </a:lvl1pPr>
          </a:lstStyle>
          <a:p>
            <a:r>
              <a:rPr lang="en-US"/>
              <a:t>Click icon to add picture</a:t>
            </a:r>
            <a:endParaRPr lang="en-US" dirty="0"/>
          </a:p>
        </p:txBody>
      </p:sp>
      <p:pic>
        <p:nvPicPr>
          <p:cNvPr id="6" name="Picture 5" descr="A white background with blue border&#10;&#10;Description automatically generated">
            <a:extLst>
              <a:ext uri="{FF2B5EF4-FFF2-40B4-BE49-F238E27FC236}">
                <a16:creationId xmlns:a16="http://schemas.microsoft.com/office/drawing/2014/main" id="{69F2EE42-E762-6F5F-CC37-7233E5D11727}"/>
              </a:ext>
            </a:extLst>
          </p:cNvPr>
          <p:cNvPicPr>
            <a:picLocks noChangeAspect="1"/>
          </p:cNvPicPr>
          <p:nvPr userDrawn="1"/>
        </p:nvPicPr>
        <p:blipFill>
          <a:blip r:embed="rId2"/>
          <a:stretch>
            <a:fillRect/>
          </a:stretch>
        </p:blipFill>
        <p:spPr>
          <a:xfrm>
            <a:off x="1409" y="36599"/>
            <a:ext cx="9144000" cy="5143500"/>
          </a:xfrm>
          <a:prstGeom prst="rect">
            <a:avLst/>
          </a:prstGeom>
        </p:spPr>
      </p:pic>
    </p:spTree>
    <p:extLst>
      <p:ext uri="{BB962C8B-B14F-4D97-AF65-F5344CB8AC3E}">
        <p14:creationId xmlns:p14="http://schemas.microsoft.com/office/powerpoint/2010/main" val="9484862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04_Content Slide (top title bar)">
    <p:spTree>
      <p:nvGrpSpPr>
        <p:cNvPr id="1" name=""/>
        <p:cNvGrpSpPr/>
        <p:nvPr/>
      </p:nvGrpSpPr>
      <p:grpSpPr>
        <a:xfrm>
          <a:off x="0" y="0"/>
          <a:ext cx="0" cy="0"/>
          <a:chOff x="0" y="0"/>
          <a:chExt cx="0" cy="0"/>
        </a:xfrm>
      </p:grpSpPr>
      <p:pic>
        <p:nvPicPr>
          <p:cNvPr id="8" name="Picture 7" descr="A white object with a black border&#10;&#10;Description automatically generated with medium confidence">
            <a:extLst>
              <a:ext uri="{FF2B5EF4-FFF2-40B4-BE49-F238E27FC236}">
                <a16:creationId xmlns:a16="http://schemas.microsoft.com/office/drawing/2014/main" id="{6F592B98-E829-4D75-987C-E10A1777DFDC}"/>
              </a:ext>
            </a:extLst>
          </p:cNvPr>
          <p:cNvPicPr>
            <a:picLocks noChangeAspect="1"/>
          </p:cNvPicPr>
          <p:nvPr/>
        </p:nvPicPr>
        <p:blipFill>
          <a:blip r:embed="rId2"/>
          <a:stretch>
            <a:fillRect/>
          </a:stretch>
        </p:blipFill>
        <p:spPr>
          <a:xfrm>
            <a:off x="0" y="0"/>
            <a:ext cx="9144000" cy="5143500"/>
          </a:xfrm>
          <a:prstGeom prst="rect">
            <a:avLst/>
          </a:prstGeom>
        </p:spPr>
      </p:pic>
      <p:sp>
        <p:nvSpPr>
          <p:cNvPr id="9" name="Title 1">
            <a:extLst>
              <a:ext uri="{FF2B5EF4-FFF2-40B4-BE49-F238E27FC236}">
                <a16:creationId xmlns:a16="http://schemas.microsoft.com/office/drawing/2014/main" id="{7BF004E1-6C6E-A41B-2708-AF445AAF3B69}"/>
              </a:ext>
            </a:extLst>
          </p:cNvPr>
          <p:cNvSpPr>
            <a:spLocks noGrp="1"/>
          </p:cNvSpPr>
          <p:nvPr>
            <p:ph type="title" hasCustomPrompt="1"/>
          </p:nvPr>
        </p:nvSpPr>
        <p:spPr>
          <a:xfrm>
            <a:off x="793342" y="9336"/>
            <a:ext cx="7548179" cy="463628"/>
          </a:xfrm>
          <a:prstGeom prst="rect">
            <a:avLst/>
          </a:prstGeom>
        </p:spPr>
        <p:txBody>
          <a:bodyPr>
            <a:noAutofit/>
          </a:bodyPr>
          <a:lstStyle>
            <a:lvl1pPr algn="l">
              <a:defRPr sz="2800" baseline="0">
                <a:solidFill>
                  <a:schemeClr val="bg1"/>
                </a:solidFill>
                <a:latin typeface="Segoe UI" panose="020B0502040204020203" pitchFamily="34" charset="0"/>
                <a:cs typeface="Segoe UI" panose="020B0502040204020203" pitchFamily="34" charset="0"/>
              </a:defRPr>
            </a:lvl1pPr>
          </a:lstStyle>
          <a:p>
            <a:r>
              <a:rPr lang="en-US" dirty="0"/>
              <a:t>Slide Title Goes Here</a:t>
            </a:r>
          </a:p>
        </p:txBody>
      </p:sp>
      <p:sp>
        <p:nvSpPr>
          <p:cNvPr id="10" name="Content Placeholder 2">
            <a:extLst>
              <a:ext uri="{FF2B5EF4-FFF2-40B4-BE49-F238E27FC236}">
                <a16:creationId xmlns:a16="http://schemas.microsoft.com/office/drawing/2014/main" id="{5A0E15C9-D306-B736-F041-3C5729A18DE3}"/>
              </a:ext>
            </a:extLst>
          </p:cNvPr>
          <p:cNvSpPr>
            <a:spLocks noGrp="1"/>
          </p:cNvSpPr>
          <p:nvPr>
            <p:ph idx="1"/>
          </p:nvPr>
        </p:nvSpPr>
        <p:spPr>
          <a:xfrm>
            <a:off x="900501" y="987374"/>
            <a:ext cx="7333862" cy="3655572"/>
          </a:xfrm>
        </p:spPr>
        <p:txBody>
          <a:bodyPr>
            <a:noAutofit/>
          </a:bodyPr>
          <a:lstStyle>
            <a:lvl1pPr>
              <a:defRPr sz="2200" baseline="0">
                <a:latin typeface="Open Sans" panose="020B0606030504020204" pitchFamily="34" charset="0"/>
              </a:defRPr>
            </a:lvl1pPr>
            <a:lvl2pPr>
              <a:defRPr sz="2000" baseline="0">
                <a:latin typeface="Open Sans" panose="020B0606030504020204" pitchFamily="34" charset="0"/>
              </a:defRPr>
            </a:lvl2pPr>
            <a:lvl3pPr>
              <a:defRPr sz="1800" baseline="0">
                <a:latin typeface="Open Sans" panose="020B0606030504020204" pitchFamily="34" charset="0"/>
              </a:defRPr>
            </a:lvl3pPr>
            <a:lvl4pPr>
              <a:defRPr sz="1800" baseline="0">
                <a:latin typeface="Open Sans" panose="020B0606030504020204" pitchFamily="34" charset="0"/>
              </a:defRPr>
            </a:lvl4pPr>
            <a:lvl5pPr>
              <a:defRPr sz="1800" baseline="0">
                <a:latin typeface="Open Sans" panose="020B0606030504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2" name="Picture 1" descr="A white object with a black border&#10;&#10;Description automatically generated with medium confidence">
            <a:extLst>
              <a:ext uri="{FF2B5EF4-FFF2-40B4-BE49-F238E27FC236}">
                <a16:creationId xmlns:a16="http://schemas.microsoft.com/office/drawing/2014/main" id="{1E03FF75-F906-DFC4-F2DB-E6A0D0C643B9}"/>
              </a:ext>
            </a:extLst>
          </p:cNvPr>
          <p:cNvPicPr>
            <a:picLocks noChangeAspect="1"/>
          </p:cNvPicPr>
          <p:nvPr userDrawn="1"/>
        </p:nvPicPr>
        <p:blipFill>
          <a:blip r:embed="rId2"/>
          <a:stretch>
            <a:fillRect/>
          </a:stretch>
        </p:blipFill>
        <p:spPr>
          <a:xfrm>
            <a:off x="0" y="0"/>
            <a:ext cx="9144000" cy="5143500"/>
          </a:xfrm>
          <a:prstGeom prst="rect">
            <a:avLst/>
          </a:prstGeom>
        </p:spPr>
      </p:pic>
    </p:spTree>
    <p:extLst>
      <p:ext uri="{BB962C8B-B14F-4D97-AF65-F5344CB8AC3E}">
        <p14:creationId xmlns:p14="http://schemas.microsoft.com/office/powerpoint/2010/main" val="304487859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05_Content Slide (box)">
    <p:spTree>
      <p:nvGrpSpPr>
        <p:cNvPr id="1" name=""/>
        <p:cNvGrpSpPr/>
        <p:nvPr/>
      </p:nvGrpSpPr>
      <p:grpSpPr>
        <a:xfrm>
          <a:off x="0" y="0"/>
          <a:ext cx="0" cy="0"/>
          <a:chOff x="0" y="0"/>
          <a:chExt cx="0" cy="0"/>
        </a:xfrm>
      </p:grpSpPr>
      <p:pic>
        <p:nvPicPr>
          <p:cNvPr id="5" name="Picture 4" descr="A white rectangular object with a grey background&#10;&#10;Description automatically generated">
            <a:extLst>
              <a:ext uri="{FF2B5EF4-FFF2-40B4-BE49-F238E27FC236}">
                <a16:creationId xmlns:a16="http://schemas.microsoft.com/office/drawing/2014/main" id="{8F5A7659-558D-5850-50C2-72AB7FD8FCBD}"/>
              </a:ext>
            </a:extLst>
          </p:cNvPr>
          <p:cNvPicPr>
            <a:picLocks noChangeAspect="1"/>
          </p:cNvPicPr>
          <p:nvPr/>
        </p:nvPicPr>
        <p:blipFill>
          <a:blip r:embed="rId2"/>
          <a:stretch>
            <a:fillRect/>
          </a:stretch>
        </p:blipFill>
        <p:spPr>
          <a:xfrm>
            <a:off x="0" y="0"/>
            <a:ext cx="9144000" cy="5143500"/>
          </a:xfrm>
          <a:prstGeom prst="rect">
            <a:avLst/>
          </a:prstGeom>
        </p:spPr>
      </p:pic>
      <p:sp>
        <p:nvSpPr>
          <p:cNvPr id="6" name="Title 1">
            <a:extLst>
              <a:ext uri="{FF2B5EF4-FFF2-40B4-BE49-F238E27FC236}">
                <a16:creationId xmlns:a16="http://schemas.microsoft.com/office/drawing/2014/main" id="{39A3BCAA-490B-BAA5-D814-04214EC50245}"/>
              </a:ext>
            </a:extLst>
          </p:cNvPr>
          <p:cNvSpPr>
            <a:spLocks noGrp="1"/>
          </p:cNvSpPr>
          <p:nvPr>
            <p:ph type="title" hasCustomPrompt="1"/>
          </p:nvPr>
        </p:nvSpPr>
        <p:spPr>
          <a:xfrm>
            <a:off x="793342" y="9336"/>
            <a:ext cx="7548179" cy="463628"/>
          </a:xfrm>
          <a:prstGeom prst="rect">
            <a:avLst/>
          </a:prstGeom>
        </p:spPr>
        <p:txBody>
          <a:bodyPr>
            <a:noAutofit/>
          </a:bodyPr>
          <a:lstStyle>
            <a:lvl1pPr algn="l">
              <a:defRPr sz="2800" baseline="0">
                <a:solidFill>
                  <a:schemeClr val="bg1"/>
                </a:solidFill>
                <a:latin typeface="Segoe UI" panose="020B0502040204020203" pitchFamily="34" charset="0"/>
                <a:cs typeface="Segoe UI" panose="020B0502040204020203" pitchFamily="34" charset="0"/>
              </a:defRPr>
            </a:lvl1pPr>
          </a:lstStyle>
          <a:p>
            <a:r>
              <a:rPr lang="en-US" dirty="0"/>
              <a:t>Slide Title Goes Here</a:t>
            </a:r>
          </a:p>
        </p:txBody>
      </p:sp>
      <p:sp>
        <p:nvSpPr>
          <p:cNvPr id="7" name="Content Placeholder 2">
            <a:extLst>
              <a:ext uri="{FF2B5EF4-FFF2-40B4-BE49-F238E27FC236}">
                <a16:creationId xmlns:a16="http://schemas.microsoft.com/office/drawing/2014/main" id="{4043A29F-9950-00FC-54AD-2F3EA9126BD7}"/>
              </a:ext>
            </a:extLst>
          </p:cNvPr>
          <p:cNvSpPr>
            <a:spLocks noGrp="1"/>
          </p:cNvSpPr>
          <p:nvPr>
            <p:ph idx="1"/>
          </p:nvPr>
        </p:nvSpPr>
        <p:spPr>
          <a:xfrm>
            <a:off x="900501" y="987374"/>
            <a:ext cx="7333862" cy="3655572"/>
          </a:xfrm>
        </p:spPr>
        <p:txBody>
          <a:bodyPr>
            <a:noAutofit/>
          </a:bodyPr>
          <a:lstStyle>
            <a:lvl1pPr>
              <a:defRPr sz="2200" baseline="0">
                <a:latin typeface="Open Sans" panose="020B0606030504020204" pitchFamily="34" charset="0"/>
              </a:defRPr>
            </a:lvl1pPr>
            <a:lvl2pPr>
              <a:defRPr sz="2000" baseline="0">
                <a:latin typeface="Open Sans" panose="020B0606030504020204" pitchFamily="34" charset="0"/>
              </a:defRPr>
            </a:lvl2pPr>
            <a:lvl3pPr>
              <a:defRPr sz="1800" baseline="0">
                <a:latin typeface="Open Sans" panose="020B0606030504020204" pitchFamily="34" charset="0"/>
              </a:defRPr>
            </a:lvl3pPr>
            <a:lvl4pPr>
              <a:defRPr sz="1800" baseline="0">
                <a:latin typeface="Open Sans" panose="020B0606030504020204" pitchFamily="34" charset="0"/>
              </a:defRPr>
            </a:lvl4pPr>
            <a:lvl5pPr>
              <a:defRPr sz="1800" baseline="0">
                <a:latin typeface="Open Sans" panose="020B0606030504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2" name="Picture 1" descr="A white rectangular object with a grey background&#10;&#10;Description automatically generated">
            <a:extLst>
              <a:ext uri="{FF2B5EF4-FFF2-40B4-BE49-F238E27FC236}">
                <a16:creationId xmlns:a16="http://schemas.microsoft.com/office/drawing/2014/main" id="{5E576AAE-EDF3-8574-4732-C4A9E1587DC0}"/>
              </a:ext>
            </a:extLst>
          </p:cNvPr>
          <p:cNvPicPr>
            <a:picLocks noChangeAspect="1"/>
          </p:cNvPicPr>
          <p:nvPr userDrawn="1"/>
        </p:nvPicPr>
        <p:blipFill>
          <a:blip r:embed="rId2"/>
          <a:stretch>
            <a:fillRect/>
          </a:stretch>
        </p:blipFill>
        <p:spPr>
          <a:xfrm>
            <a:off x="0" y="0"/>
            <a:ext cx="9144000" cy="5143500"/>
          </a:xfrm>
          <a:prstGeom prst="rect">
            <a:avLst/>
          </a:prstGeom>
        </p:spPr>
      </p:pic>
    </p:spTree>
    <p:extLst>
      <p:ext uri="{BB962C8B-B14F-4D97-AF65-F5344CB8AC3E}">
        <p14:creationId xmlns:p14="http://schemas.microsoft.com/office/powerpoint/2010/main" val="34630760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06_Content Slide (header and footer)">
    <p:spTree>
      <p:nvGrpSpPr>
        <p:cNvPr id="1" name=""/>
        <p:cNvGrpSpPr/>
        <p:nvPr/>
      </p:nvGrpSpPr>
      <p:grpSpPr>
        <a:xfrm>
          <a:off x="0" y="0"/>
          <a:ext cx="0" cy="0"/>
          <a:chOff x="0" y="0"/>
          <a:chExt cx="0" cy="0"/>
        </a:xfrm>
      </p:grpSpPr>
      <p:pic>
        <p:nvPicPr>
          <p:cNvPr id="4" name="Picture 3" descr="A white and blue logo&#10;&#10;Description automatically generated with medium confidence">
            <a:extLst>
              <a:ext uri="{FF2B5EF4-FFF2-40B4-BE49-F238E27FC236}">
                <a16:creationId xmlns:a16="http://schemas.microsoft.com/office/drawing/2014/main" id="{10F185E1-4992-9D3A-B3E8-45EEBB7E670A}"/>
              </a:ext>
            </a:extLst>
          </p:cNvPr>
          <p:cNvPicPr>
            <a:picLocks noChangeAspect="1"/>
          </p:cNvPicPr>
          <p:nvPr/>
        </p:nvPicPr>
        <p:blipFill>
          <a:blip r:embed="rId2"/>
          <a:stretch>
            <a:fillRect/>
          </a:stretch>
        </p:blipFill>
        <p:spPr>
          <a:xfrm>
            <a:off x="0" y="0"/>
            <a:ext cx="9144000" cy="5143500"/>
          </a:xfrm>
          <a:prstGeom prst="rect">
            <a:avLst/>
          </a:prstGeom>
        </p:spPr>
      </p:pic>
      <p:sp>
        <p:nvSpPr>
          <p:cNvPr id="3" name="Content Placeholder 2"/>
          <p:cNvSpPr>
            <a:spLocks noGrp="1"/>
          </p:cNvSpPr>
          <p:nvPr>
            <p:ph idx="1"/>
          </p:nvPr>
        </p:nvSpPr>
        <p:spPr>
          <a:xfrm>
            <a:off x="900501" y="775629"/>
            <a:ext cx="7333862" cy="3742941"/>
          </a:xfrm>
        </p:spPr>
        <p:txBody>
          <a:bodyPr>
            <a:noAutofit/>
          </a:bodyPr>
          <a:lstStyle>
            <a:lvl1pPr>
              <a:defRPr sz="2200" baseline="0">
                <a:latin typeface="Open Sans" panose="020B0606030504020204" pitchFamily="34" charset="0"/>
              </a:defRPr>
            </a:lvl1pPr>
            <a:lvl2pPr>
              <a:defRPr sz="2000" baseline="0">
                <a:latin typeface="Open Sans" panose="020B0606030504020204" pitchFamily="34" charset="0"/>
              </a:defRPr>
            </a:lvl2pPr>
            <a:lvl3pPr>
              <a:defRPr sz="1800" baseline="0">
                <a:latin typeface="Open Sans" panose="020B0606030504020204" pitchFamily="34" charset="0"/>
              </a:defRPr>
            </a:lvl3pPr>
            <a:lvl4pPr>
              <a:defRPr sz="1800" baseline="0">
                <a:latin typeface="Open Sans" panose="020B0606030504020204" pitchFamily="34" charset="0"/>
              </a:defRPr>
            </a:lvl4pPr>
            <a:lvl5pPr>
              <a:defRPr sz="1800" baseline="0">
                <a:latin typeface="Open Sans" panose="020B0606030504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2" name="Picture 1" descr="A white and blue logo&#10;&#10;Description automatically generated with medium confidence">
            <a:extLst>
              <a:ext uri="{FF2B5EF4-FFF2-40B4-BE49-F238E27FC236}">
                <a16:creationId xmlns:a16="http://schemas.microsoft.com/office/drawing/2014/main" id="{F92DCD30-BA28-F0D3-0128-BF69D7B726C5}"/>
              </a:ext>
            </a:extLst>
          </p:cNvPr>
          <p:cNvPicPr>
            <a:picLocks noChangeAspect="1"/>
          </p:cNvPicPr>
          <p:nvPr userDrawn="1"/>
        </p:nvPicPr>
        <p:blipFill>
          <a:blip r:embed="rId2"/>
          <a:stretch>
            <a:fillRect/>
          </a:stretch>
        </p:blipFill>
        <p:spPr>
          <a:xfrm>
            <a:off x="0" y="0"/>
            <a:ext cx="9144000" cy="5143500"/>
          </a:xfrm>
          <a:prstGeom prst="rect">
            <a:avLst/>
          </a:prstGeom>
        </p:spPr>
      </p:pic>
    </p:spTree>
    <p:extLst>
      <p:ext uri="{BB962C8B-B14F-4D97-AF65-F5344CB8AC3E}">
        <p14:creationId xmlns:p14="http://schemas.microsoft.com/office/powerpoint/2010/main" val="6042070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07_Content Slide (footer only)">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96ED5F27-70E5-4B4C-988B-9232507CFD00}"/>
              </a:ext>
            </a:extLst>
          </p:cNvPr>
          <p:cNvPicPr>
            <a:picLocks noChangeAspect="1"/>
          </p:cNvPicPr>
          <p:nvPr/>
        </p:nvPicPr>
        <p:blipFill>
          <a:blip r:embed="rId2"/>
          <a:srcRect/>
          <a:stretch/>
        </p:blipFill>
        <p:spPr>
          <a:xfrm>
            <a:off x="0" y="0"/>
            <a:ext cx="9144000" cy="5143500"/>
          </a:xfrm>
          <a:prstGeom prst="rect">
            <a:avLst/>
          </a:prstGeom>
        </p:spPr>
      </p:pic>
      <p:sp>
        <p:nvSpPr>
          <p:cNvPr id="3" name="Content Placeholder 2"/>
          <p:cNvSpPr>
            <a:spLocks noGrp="1"/>
          </p:cNvSpPr>
          <p:nvPr>
            <p:ph idx="1"/>
          </p:nvPr>
        </p:nvSpPr>
        <p:spPr>
          <a:xfrm>
            <a:off x="900501" y="775629"/>
            <a:ext cx="7333862" cy="3742941"/>
          </a:xfrm>
        </p:spPr>
        <p:txBody>
          <a:bodyPr>
            <a:noAutofit/>
          </a:bodyPr>
          <a:lstStyle>
            <a:lvl1pPr>
              <a:defRPr sz="2200" baseline="0">
                <a:latin typeface="Open Sans" panose="020B0606030504020204" pitchFamily="34" charset="0"/>
              </a:defRPr>
            </a:lvl1pPr>
            <a:lvl2pPr>
              <a:defRPr sz="2000" baseline="0">
                <a:latin typeface="Open Sans" panose="020B0606030504020204" pitchFamily="34" charset="0"/>
              </a:defRPr>
            </a:lvl2pPr>
            <a:lvl3pPr>
              <a:defRPr sz="1800" baseline="0">
                <a:latin typeface="Open Sans" panose="020B0606030504020204" pitchFamily="34" charset="0"/>
              </a:defRPr>
            </a:lvl3pPr>
            <a:lvl4pPr>
              <a:defRPr sz="1800" baseline="0">
                <a:latin typeface="Open Sans" panose="020B0606030504020204" pitchFamily="34" charset="0"/>
              </a:defRPr>
            </a:lvl4pPr>
            <a:lvl5pPr>
              <a:defRPr sz="1800" baseline="0">
                <a:latin typeface="Open Sans" panose="020B0606030504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itle 1">
            <a:extLst>
              <a:ext uri="{FF2B5EF4-FFF2-40B4-BE49-F238E27FC236}">
                <a16:creationId xmlns:a16="http://schemas.microsoft.com/office/drawing/2014/main" id="{C5FABB46-522D-9531-1393-55BDDBA9800B}"/>
              </a:ext>
            </a:extLst>
          </p:cNvPr>
          <p:cNvSpPr>
            <a:spLocks noGrp="1"/>
          </p:cNvSpPr>
          <p:nvPr>
            <p:ph type="title" hasCustomPrompt="1"/>
          </p:nvPr>
        </p:nvSpPr>
        <p:spPr>
          <a:xfrm>
            <a:off x="793342" y="9336"/>
            <a:ext cx="7548179" cy="463628"/>
          </a:xfrm>
          <a:prstGeom prst="rect">
            <a:avLst/>
          </a:prstGeom>
        </p:spPr>
        <p:txBody>
          <a:bodyPr>
            <a:noAutofit/>
          </a:bodyPr>
          <a:lstStyle>
            <a:lvl1pPr algn="l">
              <a:defRPr sz="2800" baseline="0">
                <a:solidFill>
                  <a:schemeClr val="tx1"/>
                </a:solidFill>
                <a:latin typeface="Segoe UI" panose="020B0502040204020203" pitchFamily="34" charset="0"/>
                <a:cs typeface="Segoe UI" panose="020B0502040204020203" pitchFamily="34" charset="0"/>
              </a:defRPr>
            </a:lvl1pPr>
          </a:lstStyle>
          <a:p>
            <a:r>
              <a:rPr lang="en-US" dirty="0"/>
              <a:t>Slide Title Goes Here</a:t>
            </a:r>
          </a:p>
        </p:txBody>
      </p:sp>
      <p:pic>
        <p:nvPicPr>
          <p:cNvPr id="2" name="Picture 1">
            <a:extLst>
              <a:ext uri="{FF2B5EF4-FFF2-40B4-BE49-F238E27FC236}">
                <a16:creationId xmlns:a16="http://schemas.microsoft.com/office/drawing/2014/main" id="{6C88AC8A-674A-76E5-9602-A90DC8B808F4}"/>
              </a:ext>
            </a:extLst>
          </p:cNvPr>
          <p:cNvPicPr>
            <a:picLocks noChangeAspect="1"/>
          </p:cNvPicPr>
          <p:nvPr userDrawn="1"/>
        </p:nvPicPr>
        <p:blipFill>
          <a:blip r:embed="rId2"/>
          <a:srcRect/>
          <a:stretch/>
        </p:blipFill>
        <p:spPr>
          <a:xfrm>
            <a:off x="0" y="0"/>
            <a:ext cx="9144000" cy="5143500"/>
          </a:xfrm>
          <a:prstGeom prst="rect">
            <a:avLst/>
          </a:prstGeom>
        </p:spPr>
      </p:pic>
    </p:spTree>
    <p:extLst>
      <p:ext uri="{BB962C8B-B14F-4D97-AF65-F5344CB8AC3E}">
        <p14:creationId xmlns:p14="http://schemas.microsoft.com/office/powerpoint/2010/main" val="17285661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08_Content Slide (footer only w/ two content boxes)">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D2225C24-701B-6B4D-B8C3-DFB49DB8C60B}"/>
              </a:ext>
            </a:extLst>
          </p:cNvPr>
          <p:cNvPicPr>
            <a:picLocks noChangeAspect="1"/>
          </p:cNvPicPr>
          <p:nvPr/>
        </p:nvPicPr>
        <p:blipFill>
          <a:blip r:embed="rId2"/>
          <a:srcRect/>
          <a:stretch/>
        </p:blipFill>
        <p:spPr>
          <a:xfrm>
            <a:off x="0" y="0"/>
            <a:ext cx="9144000" cy="5143500"/>
          </a:xfrm>
          <a:prstGeom prst="rect">
            <a:avLst/>
          </a:prstGeom>
        </p:spPr>
      </p:pic>
      <p:sp>
        <p:nvSpPr>
          <p:cNvPr id="3" name="Content Placeholder 2"/>
          <p:cNvSpPr>
            <a:spLocks noGrp="1"/>
          </p:cNvSpPr>
          <p:nvPr>
            <p:ph sz="half" idx="1"/>
          </p:nvPr>
        </p:nvSpPr>
        <p:spPr>
          <a:xfrm>
            <a:off x="457200" y="946140"/>
            <a:ext cx="4038600" cy="3394472"/>
          </a:xfrm>
        </p:spPr>
        <p:txBody>
          <a:bodyPr/>
          <a:lstStyle>
            <a:lvl1pPr>
              <a:defRPr sz="2200" baseline="0">
                <a:latin typeface="Open Sans" panose="020B0606030504020204" pitchFamily="34" charset="0"/>
              </a:defRPr>
            </a:lvl1pPr>
            <a:lvl2pPr>
              <a:defRPr sz="2000" baseline="0">
                <a:latin typeface="Open Sans" panose="020B0606030504020204" pitchFamily="34" charset="0"/>
              </a:defRPr>
            </a:lvl2pPr>
            <a:lvl3pPr>
              <a:defRPr sz="1800" baseline="0">
                <a:latin typeface="Open Sans" panose="020B0606030504020204" pitchFamily="34" charset="0"/>
              </a:defRPr>
            </a:lvl3pPr>
            <a:lvl4pPr>
              <a:defRPr sz="1800" baseline="0">
                <a:latin typeface="Open Sans" panose="020B0606030504020204" pitchFamily="34" charset="0"/>
              </a:defRPr>
            </a:lvl4pPr>
            <a:lvl5pPr>
              <a:defRPr sz="1800" baseline="0">
                <a:latin typeface="Open Sans" panose="020B0606030504020204" pitchFamily="34" charset="0"/>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57344" y="946356"/>
            <a:ext cx="4038600" cy="3394472"/>
          </a:xfrm>
        </p:spPr>
        <p:txBody>
          <a:bodyPr/>
          <a:lstStyle>
            <a:lvl1pPr>
              <a:defRPr sz="2200" baseline="0">
                <a:latin typeface="Open Sans" panose="020B0606030504020204" pitchFamily="34" charset="0"/>
              </a:defRPr>
            </a:lvl1pPr>
            <a:lvl2pPr>
              <a:defRPr sz="2000" baseline="0">
                <a:latin typeface="Open Sans" panose="020B0606030504020204" pitchFamily="34" charset="0"/>
              </a:defRPr>
            </a:lvl2pPr>
            <a:lvl3pPr>
              <a:defRPr sz="1800" baseline="0">
                <a:latin typeface="Open Sans" panose="020B0606030504020204" pitchFamily="34" charset="0"/>
              </a:defRPr>
            </a:lvl3pPr>
            <a:lvl4pPr>
              <a:defRPr sz="1800" baseline="0">
                <a:latin typeface="Open Sans" panose="020B0606030504020204" pitchFamily="34" charset="0"/>
              </a:defRPr>
            </a:lvl4pPr>
            <a:lvl5pPr>
              <a:defRPr sz="1800" baseline="0">
                <a:latin typeface="Open Sans" panose="020B0606030504020204" pitchFamily="34" charset="0"/>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itle 1">
            <a:extLst>
              <a:ext uri="{FF2B5EF4-FFF2-40B4-BE49-F238E27FC236}">
                <a16:creationId xmlns:a16="http://schemas.microsoft.com/office/drawing/2014/main" id="{1F0EB95E-AB5B-2489-EDB6-8BD32E98EC8B}"/>
              </a:ext>
            </a:extLst>
          </p:cNvPr>
          <p:cNvSpPr>
            <a:spLocks noGrp="1"/>
          </p:cNvSpPr>
          <p:nvPr>
            <p:ph type="title" hasCustomPrompt="1"/>
          </p:nvPr>
        </p:nvSpPr>
        <p:spPr>
          <a:xfrm>
            <a:off x="793342" y="9336"/>
            <a:ext cx="7548179" cy="463628"/>
          </a:xfrm>
          <a:prstGeom prst="rect">
            <a:avLst/>
          </a:prstGeom>
        </p:spPr>
        <p:txBody>
          <a:bodyPr>
            <a:noAutofit/>
          </a:bodyPr>
          <a:lstStyle>
            <a:lvl1pPr algn="l">
              <a:defRPr sz="2800" baseline="0">
                <a:solidFill>
                  <a:schemeClr val="tx1"/>
                </a:solidFill>
                <a:latin typeface="Segoe UI" panose="020B0502040204020203" pitchFamily="34" charset="0"/>
                <a:cs typeface="Segoe UI" panose="020B0502040204020203" pitchFamily="34" charset="0"/>
              </a:defRPr>
            </a:lvl1pPr>
          </a:lstStyle>
          <a:p>
            <a:r>
              <a:rPr lang="en-US" dirty="0"/>
              <a:t>Slide Title Goes Here</a:t>
            </a:r>
          </a:p>
        </p:txBody>
      </p:sp>
      <p:pic>
        <p:nvPicPr>
          <p:cNvPr id="2" name="Picture 1">
            <a:extLst>
              <a:ext uri="{FF2B5EF4-FFF2-40B4-BE49-F238E27FC236}">
                <a16:creationId xmlns:a16="http://schemas.microsoft.com/office/drawing/2014/main" id="{56BBD1A7-D040-8AA9-D945-8E9453D4DABF}"/>
              </a:ext>
            </a:extLst>
          </p:cNvPr>
          <p:cNvPicPr>
            <a:picLocks noChangeAspect="1"/>
          </p:cNvPicPr>
          <p:nvPr userDrawn="1"/>
        </p:nvPicPr>
        <p:blipFill>
          <a:blip r:embed="rId2"/>
          <a:srcRect/>
          <a:stretch/>
        </p:blipFill>
        <p:spPr>
          <a:xfrm>
            <a:off x="0" y="0"/>
            <a:ext cx="9144000" cy="5143500"/>
          </a:xfrm>
          <a:prstGeom prst="rect">
            <a:avLst/>
          </a:prstGeom>
        </p:spPr>
      </p:pic>
    </p:spTree>
    <p:extLst>
      <p:ext uri="{BB962C8B-B14F-4D97-AF65-F5344CB8AC3E}">
        <p14:creationId xmlns:p14="http://schemas.microsoft.com/office/powerpoint/2010/main" val="357931673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09_Content Slide (open space)">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FEB9D5BD-777B-FB47-A928-3A74870851D9}"/>
              </a:ext>
            </a:extLst>
          </p:cNvPr>
          <p:cNvPicPr>
            <a:picLocks noChangeAspect="1"/>
          </p:cNvPicPr>
          <p:nvPr/>
        </p:nvPicPr>
        <p:blipFill>
          <a:blip r:embed="rId2"/>
          <a:srcRect/>
          <a:stretch/>
        </p:blipFill>
        <p:spPr>
          <a:xfrm>
            <a:off x="0" y="9336"/>
            <a:ext cx="9144000" cy="5143500"/>
          </a:xfrm>
          <a:prstGeom prst="rect">
            <a:avLst/>
          </a:prstGeom>
        </p:spPr>
      </p:pic>
      <p:sp>
        <p:nvSpPr>
          <p:cNvPr id="6" name="Title 1">
            <a:extLst>
              <a:ext uri="{FF2B5EF4-FFF2-40B4-BE49-F238E27FC236}">
                <a16:creationId xmlns:a16="http://schemas.microsoft.com/office/drawing/2014/main" id="{715979BF-344D-CDD6-5808-1E3A396E91D7}"/>
              </a:ext>
            </a:extLst>
          </p:cNvPr>
          <p:cNvSpPr>
            <a:spLocks noGrp="1"/>
          </p:cNvSpPr>
          <p:nvPr>
            <p:ph type="title" hasCustomPrompt="1"/>
          </p:nvPr>
        </p:nvSpPr>
        <p:spPr>
          <a:xfrm>
            <a:off x="793342" y="9336"/>
            <a:ext cx="7548179" cy="463628"/>
          </a:xfrm>
          <a:prstGeom prst="rect">
            <a:avLst/>
          </a:prstGeom>
        </p:spPr>
        <p:txBody>
          <a:bodyPr>
            <a:noAutofit/>
          </a:bodyPr>
          <a:lstStyle>
            <a:lvl1pPr algn="l">
              <a:defRPr sz="2800" baseline="0">
                <a:solidFill>
                  <a:schemeClr val="tx1"/>
                </a:solidFill>
                <a:latin typeface="Segoe UI" panose="020B0502040204020203" pitchFamily="34" charset="0"/>
                <a:cs typeface="Segoe UI" panose="020B0502040204020203" pitchFamily="34" charset="0"/>
              </a:defRPr>
            </a:lvl1pPr>
          </a:lstStyle>
          <a:p>
            <a:r>
              <a:rPr lang="en-US" dirty="0"/>
              <a:t>Slide Title Goes Here</a:t>
            </a:r>
          </a:p>
        </p:txBody>
      </p:sp>
      <p:sp>
        <p:nvSpPr>
          <p:cNvPr id="9" name="Content Placeholder 2">
            <a:extLst>
              <a:ext uri="{FF2B5EF4-FFF2-40B4-BE49-F238E27FC236}">
                <a16:creationId xmlns:a16="http://schemas.microsoft.com/office/drawing/2014/main" id="{4E038BA8-C749-8779-4A17-7889836633C0}"/>
              </a:ext>
            </a:extLst>
          </p:cNvPr>
          <p:cNvSpPr>
            <a:spLocks noGrp="1"/>
          </p:cNvSpPr>
          <p:nvPr>
            <p:ph idx="1"/>
          </p:nvPr>
        </p:nvSpPr>
        <p:spPr>
          <a:xfrm>
            <a:off x="900501" y="775629"/>
            <a:ext cx="7333862" cy="3742941"/>
          </a:xfrm>
        </p:spPr>
        <p:txBody>
          <a:bodyPr>
            <a:noAutofit/>
          </a:bodyPr>
          <a:lstStyle>
            <a:lvl1pPr>
              <a:defRPr sz="2200" baseline="0">
                <a:latin typeface="Open Sans" panose="020B0606030504020204" pitchFamily="34" charset="0"/>
              </a:defRPr>
            </a:lvl1pPr>
            <a:lvl2pPr>
              <a:defRPr sz="2000" baseline="0">
                <a:latin typeface="Open Sans" panose="020B0606030504020204" pitchFamily="34" charset="0"/>
              </a:defRPr>
            </a:lvl2pPr>
            <a:lvl3pPr>
              <a:defRPr sz="1800" baseline="0">
                <a:latin typeface="Open Sans" panose="020B0606030504020204" pitchFamily="34" charset="0"/>
              </a:defRPr>
            </a:lvl3pPr>
            <a:lvl4pPr>
              <a:defRPr sz="1800" baseline="0">
                <a:latin typeface="Open Sans" panose="020B0606030504020204" pitchFamily="34" charset="0"/>
              </a:defRPr>
            </a:lvl4pPr>
            <a:lvl5pPr>
              <a:defRPr sz="1800" baseline="0">
                <a:latin typeface="Open Sans" panose="020B0606030504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2" name="Picture 1">
            <a:extLst>
              <a:ext uri="{FF2B5EF4-FFF2-40B4-BE49-F238E27FC236}">
                <a16:creationId xmlns:a16="http://schemas.microsoft.com/office/drawing/2014/main" id="{206A0AD5-CB3F-8169-AF25-456262A7BAD3}"/>
              </a:ext>
            </a:extLst>
          </p:cNvPr>
          <p:cNvPicPr>
            <a:picLocks noChangeAspect="1"/>
          </p:cNvPicPr>
          <p:nvPr userDrawn="1"/>
        </p:nvPicPr>
        <p:blipFill>
          <a:blip r:embed="rId2"/>
          <a:srcRect/>
          <a:stretch/>
        </p:blipFill>
        <p:spPr>
          <a:xfrm>
            <a:off x="0" y="9336"/>
            <a:ext cx="9144000" cy="5143500"/>
          </a:xfrm>
          <a:prstGeom prst="rect">
            <a:avLst/>
          </a:prstGeom>
        </p:spPr>
      </p:pic>
    </p:spTree>
    <p:extLst>
      <p:ext uri="{BB962C8B-B14F-4D97-AF65-F5344CB8AC3E}">
        <p14:creationId xmlns:p14="http://schemas.microsoft.com/office/powerpoint/2010/main" val="182070809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2_Course Title Slide">
    <p:spTree>
      <p:nvGrpSpPr>
        <p:cNvPr id="1" name=""/>
        <p:cNvGrpSpPr/>
        <p:nvPr/>
      </p:nvGrpSpPr>
      <p:grpSpPr>
        <a:xfrm>
          <a:off x="0" y="0"/>
          <a:ext cx="0" cy="0"/>
          <a:chOff x="0" y="0"/>
          <a:chExt cx="0" cy="0"/>
        </a:xfrm>
      </p:grpSpPr>
      <p:pic>
        <p:nvPicPr>
          <p:cNvPr id="5" name="Picture 4" descr="Shape&#10;&#10;Description automatically generated with medium confidence">
            <a:extLst>
              <a:ext uri="{FF2B5EF4-FFF2-40B4-BE49-F238E27FC236}">
                <a16:creationId xmlns:a16="http://schemas.microsoft.com/office/drawing/2014/main" id="{315FA5AA-E7FF-BD49-A92D-7A87578950F6}"/>
              </a:ext>
            </a:extLst>
          </p:cNvPr>
          <p:cNvPicPr>
            <a:picLocks noChangeAspect="1"/>
          </p:cNvPicPr>
          <p:nvPr userDrawn="1"/>
        </p:nvPicPr>
        <p:blipFill>
          <a:blip r:embed="rId2"/>
          <a:stretch>
            <a:fillRect/>
          </a:stretch>
        </p:blipFill>
        <p:spPr>
          <a:xfrm>
            <a:off x="0" y="0"/>
            <a:ext cx="9144000" cy="5143500"/>
          </a:xfrm>
          <a:prstGeom prst="rect">
            <a:avLst/>
          </a:prstGeom>
          <a:blipFill>
            <a:blip r:embed="rId3"/>
            <a:stretch>
              <a:fillRect/>
            </a:stretch>
          </a:blipFill>
        </p:spPr>
      </p:pic>
      <p:pic>
        <p:nvPicPr>
          <p:cNvPr id="7" name="Picture 6" descr="A blue and white background&#10;&#10;Description automatically generated">
            <a:extLst>
              <a:ext uri="{FF2B5EF4-FFF2-40B4-BE49-F238E27FC236}">
                <a16:creationId xmlns:a16="http://schemas.microsoft.com/office/drawing/2014/main" id="{DCB4EE68-6906-C0D2-628A-07C92F87891F}"/>
              </a:ext>
            </a:extLst>
          </p:cNvPr>
          <p:cNvPicPr>
            <a:picLocks noChangeAspect="1"/>
          </p:cNvPicPr>
          <p:nvPr userDrawn="1"/>
        </p:nvPicPr>
        <p:blipFill>
          <a:blip r:embed="rId3"/>
          <a:stretch>
            <a:fillRect/>
          </a:stretch>
        </p:blipFill>
        <p:spPr>
          <a:xfrm>
            <a:off x="0" y="0"/>
            <a:ext cx="9144000" cy="5143500"/>
          </a:xfrm>
          <a:prstGeom prst="rect">
            <a:avLst/>
          </a:prstGeom>
        </p:spPr>
      </p:pic>
      <p:sp>
        <p:nvSpPr>
          <p:cNvPr id="3" name="Subtitle 2"/>
          <p:cNvSpPr>
            <a:spLocks noGrp="1"/>
          </p:cNvSpPr>
          <p:nvPr>
            <p:ph type="subTitle" idx="1" hasCustomPrompt="1"/>
          </p:nvPr>
        </p:nvSpPr>
        <p:spPr>
          <a:xfrm>
            <a:off x="1840663" y="1365666"/>
            <a:ext cx="6143485" cy="674899"/>
          </a:xfrm>
        </p:spPr>
        <p:txBody>
          <a:bodyPr>
            <a:normAutofit/>
          </a:bodyPr>
          <a:lstStyle>
            <a:lvl1pPr marL="685800" indent="-630936" algn="l">
              <a:buNone/>
              <a:tabLst>
                <a:tab pos="574675" algn="l"/>
              </a:tabLst>
              <a:defRPr sz="4400" b="0" baseline="0">
                <a:solidFill>
                  <a:srgbClr val="454D4E"/>
                </a:solidFill>
                <a:latin typeface="Segoe UI Light" panose="020B0502040204020203" pitchFamily="34" charset="0"/>
                <a:cs typeface="Segoe UI Light" panose="020B0502040204020203"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Course Title Here:</a:t>
            </a:r>
          </a:p>
        </p:txBody>
      </p:sp>
      <p:sp>
        <p:nvSpPr>
          <p:cNvPr id="12" name="Picture Placeholder 11">
            <a:extLst>
              <a:ext uri="{FF2B5EF4-FFF2-40B4-BE49-F238E27FC236}">
                <a16:creationId xmlns:a16="http://schemas.microsoft.com/office/drawing/2014/main" id="{4DCF20B5-BDCC-4D4B-9EB2-D0FDA548FADC}"/>
              </a:ext>
            </a:extLst>
          </p:cNvPr>
          <p:cNvSpPr>
            <a:spLocks noGrp="1"/>
          </p:cNvSpPr>
          <p:nvPr>
            <p:ph type="pic" sz="quarter" idx="10" hasCustomPrompt="1"/>
          </p:nvPr>
        </p:nvSpPr>
        <p:spPr>
          <a:xfrm>
            <a:off x="2259980" y="3095097"/>
            <a:ext cx="1112885" cy="1168586"/>
          </a:xfrm>
          <a:effectLst>
            <a:outerShdw blurRad="50800" dist="38100" dir="5400000" algn="t" rotWithShape="0">
              <a:prstClr val="black">
                <a:alpha val="40000"/>
              </a:prstClr>
            </a:outerShdw>
          </a:effectLst>
        </p:spPr>
        <p:txBody>
          <a:bodyPr>
            <a:normAutofit/>
          </a:bodyPr>
          <a:lstStyle>
            <a:lvl1pPr marL="0" indent="0">
              <a:buNone/>
              <a:defRPr sz="1200"/>
            </a:lvl1pPr>
          </a:lstStyle>
          <a:p>
            <a:r>
              <a:rPr lang="en-US" dirty="0"/>
              <a:t>Insert </a:t>
            </a:r>
          </a:p>
          <a:p>
            <a:r>
              <a:rPr lang="en-US" dirty="0"/>
              <a:t>Author </a:t>
            </a:r>
          </a:p>
          <a:p>
            <a:r>
              <a:rPr lang="en-US" dirty="0"/>
              <a:t>Headshot </a:t>
            </a:r>
          </a:p>
          <a:p>
            <a:r>
              <a:rPr lang="en-US" dirty="0"/>
              <a:t>Photo</a:t>
            </a:r>
          </a:p>
          <a:p>
            <a:r>
              <a:rPr lang="en-US" dirty="0"/>
              <a:t>Here</a:t>
            </a:r>
          </a:p>
        </p:txBody>
      </p:sp>
      <p:sp>
        <p:nvSpPr>
          <p:cNvPr id="6" name="Text Placeholder 5">
            <a:extLst>
              <a:ext uri="{FF2B5EF4-FFF2-40B4-BE49-F238E27FC236}">
                <a16:creationId xmlns:a16="http://schemas.microsoft.com/office/drawing/2014/main" id="{E069A88D-4483-164E-BD65-F3FA79A5214F}"/>
              </a:ext>
            </a:extLst>
          </p:cNvPr>
          <p:cNvSpPr>
            <a:spLocks noGrp="1"/>
          </p:cNvSpPr>
          <p:nvPr>
            <p:ph type="body" sz="quarter" idx="11" hasCustomPrompt="1"/>
          </p:nvPr>
        </p:nvSpPr>
        <p:spPr>
          <a:xfrm>
            <a:off x="3462819" y="3263590"/>
            <a:ext cx="3802750" cy="384813"/>
          </a:xfrm>
        </p:spPr>
        <p:txBody>
          <a:bodyPr>
            <a:noAutofit/>
          </a:bodyPr>
          <a:lstStyle>
            <a:lvl1pPr marL="0" indent="0">
              <a:buNone/>
              <a:defRPr sz="2000" b="0" i="0" u="none" baseline="0">
                <a:latin typeface="Open Sans" panose="020B0606030504020204" pitchFamily="34" charset="0"/>
              </a:defRPr>
            </a:lvl1pPr>
          </a:lstStyle>
          <a:p>
            <a:pPr algn="l"/>
            <a:r>
              <a:rPr lang="en-US" sz="1600" dirty="0">
                <a:latin typeface="Segoe UI" panose="020B0502040204020203" pitchFamily="34" charset="0"/>
                <a:cs typeface="Segoe UI" panose="020B0502040204020203" pitchFamily="34" charset="0"/>
              </a:rPr>
              <a:t>Author Name</a:t>
            </a:r>
          </a:p>
        </p:txBody>
      </p:sp>
      <p:sp>
        <p:nvSpPr>
          <p:cNvPr id="14" name="Text Placeholder 13">
            <a:extLst>
              <a:ext uri="{FF2B5EF4-FFF2-40B4-BE49-F238E27FC236}">
                <a16:creationId xmlns:a16="http://schemas.microsoft.com/office/drawing/2014/main" id="{4C2A0807-1CDE-5F49-A30A-6B9B299977E1}"/>
              </a:ext>
            </a:extLst>
          </p:cNvPr>
          <p:cNvSpPr>
            <a:spLocks noGrp="1"/>
          </p:cNvSpPr>
          <p:nvPr>
            <p:ph type="body" sz="quarter" idx="12" hasCustomPrompt="1"/>
          </p:nvPr>
        </p:nvSpPr>
        <p:spPr>
          <a:xfrm>
            <a:off x="3462347" y="3648402"/>
            <a:ext cx="2739170" cy="584200"/>
          </a:xfrm>
        </p:spPr>
        <p:txBody>
          <a:bodyPr>
            <a:normAutofit/>
          </a:bodyPr>
          <a:lstStyle>
            <a:lvl1pPr marL="0" indent="0">
              <a:buNone/>
              <a:defRPr sz="1200" baseline="0">
                <a:latin typeface="Open Sans" panose="020B0606030504020204" pitchFamily="34" charset="0"/>
              </a:defRPr>
            </a:lvl1pPr>
          </a:lstStyle>
          <a:p>
            <a:pPr lvl="0"/>
            <a:r>
              <a:rPr lang="en-US" dirty="0"/>
              <a:t>Lower Third</a:t>
            </a:r>
          </a:p>
        </p:txBody>
      </p:sp>
      <p:sp>
        <p:nvSpPr>
          <p:cNvPr id="17" name="TextBox 16">
            <a:extLst>
              <a:ext uri="{FF2B5EF4-FFF2-40B4-BE49-F238E27FC236}">
                <a16:creationId xmlns:a16="http://schemas.microsoft.com/office/drawing/2014/main" id="{68641A57-2545-0CDA-3A11-C1281610CCD7}"/>
              </a:ext>
            </a:extLst>
          </p:cNvPr>
          <p:cNvSpPr txBox="1"/>
          <p:nvPr userDrawn="1"/>
        </p:nvSpPr>
        <p:spPr>
          <a:xfrm>
            <a:off x="1923165" y="312433"/>
            <a:ext cx="5239240" cy="628091"/>
          </a:xfrm>
          <a:prstGeom prst="rect">
            <a:avLst/>
          </a:prstGeom>
        </p:spPr>
        <p:txBody>
          <a:bodyPr vert="horz" wrap="none" lIns="91440" tIns="45720" rIns="91440" bIns="45720" rtlCol="0">
            <a:normAutofit/>
          </a:bodyPr>
          <a:lstStyle/>
          <a:p>
            <a:pPr algn="l"/>
            <a:r>
              <a:rPr lang="en-US" sz="3000" b="1" i="0" baseline="0" dirty="0">
                <a:solidFill>
                  <a:srgbClr val="454D4E"/>
                </a:solidFill>
                <a:latin typeface="Segoe UI" panose="020B0502040204020203" pitchFamily="34" charset="0"/>
                <a:cs typeface="Segoe UI" panose="020B0502040204020203" pitchFamily="34" charset="0"/>
              </a:rPr>
              <a:t>Introduction</a:t>
            </a:r>
          </a:p>
        </p:txBody>
      </p:sp>
      <p:sp>
        <p:nvSpPr>
          <p:cNvPr id="16" name="Text Placeholder 15">
            <a:extLst>
              <a:ext uri="{FF2B5EF4-FFF2-40B4-BE49-F238E27FC236}">
                <a16:creationId xmlns:a16="http://schemas.microsoft.com/office/drawing/2014/main" id="{D7709AF5-2D39-3318-476A-B7DB868293B3}"/>
              </a:ext>
            </a:extLst>
          </p:cNvPr>
          <p:cNvSpPr>
            <a:spLocks noGrp="1"/>
          </p:cNvSpPr>
          <p:nvPr>
            <p:ph type="body" sz="quarter" idx="13" hasCustomPrompt="1"/>
          </p:nvPr>
        </p:nvSpPr>
        <p:spPr>
          <a:xfrm>
            <a:off x="1840662" y="2040565"/>
            <a:ext cx="6143485" cy="771235"/>
          </a:xfrm>
        </p:spPr>
        <p:txBody>
          <a:bodyPr>
            <a:noAutofit/>
          </a:bodyPr>
          <a:lstStyle>
            <a:lvl1pPr marL="0" indent="0">
              <a:buNone/>
              <a:defRPr sz="3600" b="0" i="0">
                <a:latin typeface="Segoe UI Light" panose="020B0502040204020203" pitchFamily="34" charset="0"/>
                <a:cs typeface="Segoe UI Light" panose="020B0502040204020203" pitchFamily="34" charset="0"/>
              </a:defRPr>
            </a:lvl1pPr>
          </a:lstStyle>
          <a:p>
            <a:pPr lvl="0"/>
            <a:r>
              <a:rPr lang="en-US" dirty="0"/>
              <a:t> Subtitle here</a:t>
            </a:r>
          </a:p>
        </p:txBody>
      </p:sp>
    </p:spTree>
    <p:extLst>
      <p:ext uri="{BB962C8B-B14F-4D97-AF65-F5344CB8AC3E}">
        <p14:creationId xmlns:p14="http://schemas.microsoft.com/office/powerpoint/2010/main" val="312825767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3_Course Intro (headshot slide)">
    <p:spTree>
      <p:nvGrpSpPr>
        <p:cNvPr id="1" name=""/>
        <p:cNvGrpSpPr/>
        <p:nvPr/>
      </p:nvGrpSpPr>
      <p:grpSpPr>
        <a:xfrm>
          <a:off x="0" y="0"/>
          <a:ext cx="0" cy="0"/>
          <a:chOff x="0" y="0"/>
          <a:chExt cx="0" cy="0"/>
        </a:xfrm>
      </p:grpSpPr>
      <p:pic>
        <p:nvPicPr>
          <p:cNvPr id="4" name="Picture 3" descr="Course Intro slide for slide-based headshot (when recording on-camera is not an option)">
            <a:extLst>
              <a:ext uri="{FF2B5EF4-FFF2-40B4-BE49-F238E27FC236}">
                <a16:creationId xmlns:a16="http://schemas.microsoft.com/office/drawing/2014/main" id="{9289594B-CEE2-DA79-8D6C-78D7B18EF0B7}"/>
              </a:ext>
            </a:extLst>
          </p:cNvPr>
          <p:cNvPicPr>
            <a:picLocks noChangeAspect="1"/>
          </p:cNvPicPr>
          <p:nvPr userDrawn="1"/>
        </p:nvPicPr>
        <p:blipFill>
          <a:blip r:embed="rId2"/>
          <a:stretch>
            <a:fillRect/>
          </a:stretch>
        </p:blipFill>
        <p:spPr>
          <a:xfrm>
            <a:off x="0" y="0"/>
            <a:ext cx="9144000" cy="5143500"/>
          </a:xfrm>
          <a:prstGeom prst="rect">
            <a:avLst/>
          </a:prstGeom>
        </p:spPr>
      </p:pic>
      <p:sp>
        <p:nvSpPr>
          <p:cNvPr id="6" name="Picture Placeholder 11">
            <a:extLst>
              <a:ext uri="{FF2B5EF4-FFF2-40B4-BE49-F238E27FC236}">
                <a16:creationId xmlns:a16="http://schemas.microsoft.com/office/drawing/2014/main" id="{F18C1000-CFD1-814F-9DAF-2DC7FBADDD96}"/>
              </a:ext>
            </a:extLst>
          </p:cNvPr>
          <p:cNvSpPr>
            <a:spLocks noGrp="1"/>
          </p:cNvSpPr>
          <p:nvPr>
            <p:ph type="pic" sz="quarter" idx="10"/>
          </p:nvPr>
        </p:nvSpPr>
        <p:spPr>
          <a:xfrm>
            <a:off x="890544" y="664995"/>
            <a:ext cx="3358265" cy="3560747"/>
          </a:xfrm>
          <a:effectLst>
            <a:outerShdw blurRad="50800" dist="38100" dir="5400000" algn="t" rotWithShape="0">
              <a:prstClr val="black">
                <a:alpha val="40000"/>
              </a:prstClr>
            </a:outerShdw>
          </a:effectLst>
        </p:spPr>
        <p:txBody>
          <a:bodyPr>
            <a:normAutofit/>
          </a:bodyPr>
          <a:lstStyle>
            <a:lvl1pPr marL="0" indent="0" algn="ctr">
              <a:buNone/>
              <a:defRPr sz="2800"/>
            </a:lvl1pPr>
          </a:lstStyle>
          <a:p>
            <a:endParaRPr lang="en-US" dirty="0"/>
          </a:p>
          <a:p>
            <a:r>
              <a:rPr lang="en-US" dirty="0"/>
              <a:t>Insert Author </a:t>
            </a:r>
          </a:p>
          <a:p>
            <a:r>
              <a:rPr lang="en-US" dirty="0"/>
              <a:t>Headshot Photo</a:t>
            </a:r>
          </a:p>
          <a:p>
            <a:r>
              <a:rPr lang="en-US" dirty="0"/>
              <a:t>Here</a:t>
            </a:r>
          </a:p>
        </p:txBody>
      </p:sp>
      <p:sp>
        <p:nvSpPr>
          <p:cNvPr id="3" name="Text Placeholder 2">
            <a:extLst>
              <a:ext uri="{FF2B5EF4-FFF2-40B4-BE49-F238E27FC236}">
                <a16:creationId xmlns:a16="http://schemas.microsoft.com/office/drawing/2014/main" id="{BD4601DF-3D69-3D45-B976-F47622BD405E}"/>
              </a:ext>
            </a:extLst>
          </p:cNvPr>
          <p:cNvSpPr>
            <a:spLocks noGrp="1"/>
          </p:cNvSpPr>
          <p:nvPr>
            <p:ph type="body" sz="quarter" idx="11" hasCustomPrompt="1"/>
          </p:nvPr>
        </p:nvSpPr>
        <p:spPr>
          <a:xfrm>
            <a:off x="4620635" y="382901"/>
            <a:ext cx="3966571" cy="863804"/>
          </a:xfrm>
        </p:spPr>
        <p:txBody>
          <a:bodyPr>
            <a:normAutofit/>
          </a:bodyPr>
          <a:lstStyle>
            <a:lvl1pPr marL="0" indent="0" algn="ctr">
              <a:buNone/>
              <a:defRPr sz="2000" b="0" i="0" kern="800" baseline="0">
                <a:latin typeface="Segoe UI Semilight" panose="020B0402040204020203" pitchFamily="34" charset="0"/>
                <a:cs typeface="Segoe UI Semilight" panose="020B0402040204020203" pitchFamily="34" charset="0"/>
              </a:defRPr>
            </a:lvl1pPr>
          </a:lstStyle>
          <a:p>
            <a:pPr lvl="0"/>
            <a:r>
              <a:rPr lang="en-US" dirty="0"/>
              <a:t>Course Title Goes Here</a:t>
            </a:r>
          </a:p>
        </p:txBody>
      </p:sp>
      <p:sp>
        <p:nvSpPr>
          <p:cNvPr id="9" name="Text Placeholder 2">
            <a:extLst>
              <a:ext uri="{FF2B5EF4-FFF2-40B4-BE49-F238E27FC236}">
                <a16:creationId xmlns:a16="http://schemas.microsoft.com/office/drawing/2014/main" id="{9258BD1F-B284-28B8-2B50-52C6221AECFD}"/>
              </a:ext>
            </a:extLst>
          </p:cNvPr>
          <p:cNvSpPr>
            <a:spLocks noGrp="1"/>
          </p:cNvSpPr>
          <p:nvPr>
            <p:ph type="body" sz="quarter" idx="12" hasCustomPrompt="1"/>
          </p:nvPr>
        </p:nvSpPr>
        <p:spPr>
          <a:xfrm>
            <a:off x="4620634" y="1246704"/>
            <a:ext cx="3966571" cy="2979037"/>
          </a:xfrm>
        </p:spPr>
        <p:txBody>
          <a:bodyPr>
            <a:normAutofit/>
          </a:bodyPr>
          <a:lstStyle>
            <a:lvl1pPr marL="0" indent="0">
              <a:buNone/>
              <a:defRPr sz="1600" b="0" i="0" kern="800" baseline="0">
                <a:latin typeface="Segoe UI Semilight" panose="020B0402040204020203" pitchFamily="34" charset="0"/>
                <a:cs typeface="Segoe UI Semilight" panose="020B0402040204020203" pitchFamily="34" charset="0"/>
              </a:defRPr>
            </a:lvl1pPr>
          </a:lstStyle>
          <a:p>
            <a:pPr lvl="0"/>
            <a:r>
              <a:rPr lang="en-US" dirty="0"/>
              <a:t>Lesson 1: Title</a:t>
            </a:r>
          </a:p>
          <a:p>
            <a:pPr lvl="0"/>
            <a:endParaRPr lang="en-US" dirty="0"/>
          </a:p>
          <a:p>
            <a:pPr lvl="0"/>
            <a:r>
              <a:rPr lang="en-US" dirty="0"/>
              <a:t>Lesson 2: Title</a:t>
            </a:r>
          </a:p>
          <a:p>
            <a:pPr lvl="0"/>
            <a:endParaRPr lang="en-US" dirty="0"/>
          </a:p>
          <a:p>
            <a:pPr lvl="0"/>
            <a:r>
              <a:rPr lang="en-US" dirty="0"/>
              <a:t>Lesson 3: Title</a:t>
            </a:r>
            <a:br>
              <a:rPr lang="en-US" dirty="0"/>
            </a:br>
            <a:endParaRPr lang="en-US" dirty="0"/>
          </a:p>
          <a:p>
            <a:pPr lvl="0"/>
            <a:r>
              <a:rPr lang="en-US" dirty="0"/>
              <a:t>Lesson 4: Title</a:t>
            </a:r>
          </a:p>
          <a:p>
            <a:pPr lvl="0"/>
            <a:endParaRPr lang="en-US" dirty="0"/>
          </a:p>
          <a:p>
            <a:pPr lvl="0"/>
            <a:r>
              <a:rPr lang="en-US" dirty="0"/>
              <a:t>Lesson 5: Title</a:t>
            </a:r>
          </a:p>
        </p:txBody>
      </p:sp>
    </p:spTree>
    <p:extLst>
      <p:ext uri="{BB962C8B-B14F-4D97-AF65-F5344CB8AC3E}">
        <p14:creationId xmlns:p14="http://schemas.microsoft.com/office/powerpoint/2010/main" val="385322893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4_Lesson Intro (headshot slide)">
    <p:spTree>
      <p:nvGrpSpPr>
        <p:cNvPr id="1" name=""/>
        <p:cNvGrpSpPr/>
        <p:nvPr/>
      </p:nvGrpSpPr>
      <p:grpSpPr>
        <a:xfrm>
          <a:off x="0" y="0"/>
          <a:ext cx="0" cy="0"/>
          <a:chOff x="0" y="0"/>
          <a:chExt cx="0" cy="0"/>
        </a:xfrm>
      </p:grpSpPr>
      <p:pic>
        <p:nvPicPr>
          <p:cNvPr id="4" name="Picture 3" descr="A white background with blue border&#10;&#10;Description automatically generated">
            <a:extLst>
              <a:ext uri="{FF2B5EF4-FFF2-40B4-BE49-F238E27FC236}">
                <a16:creationId xmlns:a16="http://schemas.microsoft.com/office/drawing/2014/main" id="{9289594B-CEE2-DA79-8D6C-78D7B18EF0B7}"/>
              </a:ext>
            </a:extLst>
          </p:cNvPr>
          <p:cNvPicPr>
            <a:picLocks noChangeAspect="1"/>
          </p:cNvPicPr>
          <p:nvPr userDrawn="1"/>
        </p:nvPicPr>
        <p:blipFill>
          <a:blip r:embed="rId2"/>
          <a:stretch>
            <a:fillRect/>
          </a:stretch>
        </p:blipFill>
        <p:spPr>
          <a:xfrm>
            <a:off x="1409" y="36599"/>
            <a:ext cx="9144000" cy="5143500"/>
          </a:xfrm>
          <a:prstGeom prst="rect">
            <a:avLst/>
          </a:prstGeom>
        </p:spPr>
      </p:pic>
      <p:sp>
        <p:nvSpPr>
          <p:cNvPr id="3" name="Text Placeholder 2">
            <a:extLst>
              <a:ext uri="{FF2B5EF4-FFF2-40B4-BE49-F238E27FC236}">
                <a16:creationId xmlns:a16="http://schemas.microsoft.com/office/drawing/2014/main" id="{BD4601DF-3D69-3D45-B976-F47622BD405E}"/>
              </a:ext>
            </a:extLst>
          </p:cNvPr>
          <p:cNvSpPr>
            <a:spLocks noGrp="1"/>
          </p:cNvSpPr>
          <p:nvPr>
            <p:ph type="body" sz="quarter" idx="11" hasCustomPrompt="1"/>
          </p:nvPr>
        </p:nvSpPr>
        <p:spPr>
          <a:xfrm>
            <a:off x="4620635" y="382901"/>
            <a:ext cx="3966571" cy="728568"/>
          </a:xfrm>
        </p:spPr>
        <p:txBody>
          <a:bodyPr>
            <a:normAutofit/>
          </a:bodyPr>
          <a:lstStyle>
            <a:lvl1pPr marL="0" indent="0">
              <a:buNone/>
              <a:defRPr sz="2000" b="0" i="0" kern="800" baseline="0">
                <a:latin typeface="Segoe UI Semilight" panose="020B0402040204020203" pitchFamily="34" charset="0"/>
                <a:cs typeface="Segoe UI Semilight" panose="020B0402040204020203" pitchFamily="34" charset="0"/>
              </a:defRPr>
            </a:lvl1pPr>
          </a:lstStyle>
          <a:p>
            <a:pPr lvl="0"/>
            <a:r>
              <a:rPr lang="en-US" dirty="0"/>
              <a:t>Lesson Title Goes Here</a:t>
            </a:r>
          </a:p>
        </p:txBody>
      </p:sp>
      <p:sp>
        <p:nvSpPr>
          <p:cNvPr id="9" name="Text Placeholder 2">
            <a:extLst>
              <a:ext uri="{FF2B5EF4-FFF2-40B4-BE49-F238E27FC236}">
                <a16:creationId xmlns:a16="http://schemas.microsoft.com/office/drawing/2014/main" id="{9258BD1F-B284-28B8-2B50-52C6221AECFD}"/>
              </a:ext>
            </a:extLst>
          </p:cNvPr>
          <p:cNvSpPr>
            <a:spLocks noGrp="1"/>
          </p:cNvSpPr>
          <p:nvPr>
            <p:ph type="body" sz="quarter" idx="12" hasCustomPrompt="1"/>
          </p:nvPr>
        </p:nvSpPr>
        <p:spPr>
          <a:xfrm>
            <a:off x="4620634" y="1124147"/>
            <a:ext cx="3966571" cy="728568"/>
          </a:xfrm>
        </p:spPr>
        <p:txBody>
          <a:bodyPr>
            <a:normAutofit/>
          </a:bodyPr>
          <a:lstStyle>
            <a:lvl1pPr marL="0" indent="0">
              <a:buNone/>
              <a:defRPr sz="1600" b="0" i="0" kern="800" baseline="0">
                <a:latin typeface="Segoe UI Semilight" panose="020B0402040204020203" pitchFamily="34" charset="0"/>
                <a:cs typeface="Segoe UI Semilight" panose="020B0402040204020203" pitchFamily="34" charset="0"/>
              </a:defRPr>
            </a:lvl1pPr>
          </a:lstStyle>
          <a:p>
            <a:pPr lvl="0"/>
            <a:r>
              <a:rPr lang="en-US" dirty="0"/>
              <a:t>• 1.1 Sub-lesson Title</a:t>
            </a:r>
          </a:p>
        </p:txBody>
      </p:sp>
      <p:sp>
        <p:nvSpPr>
          <p:cNvPr id="2" name="Text Placeholder 2">
            <a:extLst>
              <a:ext uri="{FF2B5EF4-FFF2-40B4-BE49-F238E27FC236}">
                <a16:creationId xmlns:a16="http://schemas.microsoft.com/office/drawing/2014/main" id="{D7ED1EBB-6BC5-DFD0-E2B6-8349F2148CE8}"/>
              </a:ext>
            </a:extLst>
          </p:cNvPr>
          <p:cNvSpPr>
            <a:spLocks noGrp="1"/>
          </p:cNvSpPr>
          <p:nvPr>
            <p:ph type="body" sz="quarter" idx="15" hasCustomPrompt="1"/>
          </p:nvPr>
        </p:nvSpPr>
        <p:spPr>
          <a:xfrm>
            <a:off x="4619297" y="1869540"/>
            <a:ext cx="3966571" cy="728568"/>
          </a:xfrm>
        </p:spPr>
        <p:txBody>
          <a:bodyPr>
            <a:normAutofit/>
          </a:bodyPr>
          <a:lstStyle>
            <a:lvl1pPr marL="0" indent="0">
              <a:buNone/>
              <a:defRPr sz="1600" b="0" i="0" kern="800" baseline="0">
                <a:latin typeface="Segoe UI Semilight" panose="020B0402040204020203" pitchFamily="34" charset="0"/>
                <a:cs typeface="Segoe UI Semilight" panose="020B0402040204020203" pitchFamily="34" charset="0"/>
              </a:defRPr>
            </a:lvl1pPr>
          </a:lstStyle>
          <a:p>
            <a:pPr lvl="0"/>
            <a:r>
              <a:rPr lang="en-US" dirty="0"/>
              <a:t>• 1.2 Sub-lesson Title</a:t>
            </a:r>
          </a:p>
        </p:txBody>
      </p:sp>
      <p:sp>
        <p:nvSpPr>
          <p:cNvPr id="5" name="Text Placeholder 2">
            <a:extLst>
              <a:ext uri="{FF2B5EF4-FFF2-40B4-BE49-F238E27FC236}">
                <a16:creationId xmlns:a16="http://schemas.microsoft.com/office/drawing/2014/main" id="{5BEAFDF9-6B1A-C0EB-0DEB-8FFA696AC94B}"/>
              </a:ext>
            </a:extLst>
          </p:cNvPr>
          <p:cNvSpPr>
            <a:spLocks noGrp="1"/>
          </p:cNvSpPr>
          <p:nvPr>
            <p:ph type="body" sz="quarter" idx="16" hasCustomPrompt="1"/>
          </p:nvPr>
        </p:nvSpPr>
        <p:spPr>
          <a:xfrm>
            <a:off x="4619298" y="2598108"/>
            <a:ext cx="3966571" cy="728568"/>
          </a:xfrm>
        </p:spPr>
        <p:txBody>
          <a:bodyPr>
            <a:normAutofit/>
          </a:bodyPr>
          <a:lstStyle>
            <a:lvl1pPr marL="0" indent="0">
              <a:buNone/>
              <a:defRPr sz="1600" b="0" i="0" kern="800" baseline="0">
                <a:latin typeface="Segoe UI Semilight" panose="020B0402040204020203" pitchFamily="34" charset="0"/>
                <a:cs typeface="Segoe UI Semilight" panose="020B0402040204020203" pitchFamily="34" charset="0"/>
              </a:defRPr>
            </a:lvl1pPr>
          </a:lstStyle>
          <a:p>
            <a:pPr lvl="0"/>
            <a:r>
              <a:rPr lang="en-US" dirty="0"/>
              <a:t>• 1.3 Sub-lesson Title</a:t>
            </a:r>
          </a:p>
        </p:txBody>
      </p:sp>
      <p:sp>
        <p:nvSpPr>
          <p:cNvPr id="7" name="Picture Placeholder 11">
            <a:extLst>
              <a:ext uri="{FF2B5EF4-FFF2-40B4-BE49-F238E27FC236}">
                <a16:creationId xmlns:a16="http://schemas.microsoft.com/office/drawing/2014/main" id="{41F5051F-7083-3DC3-EC81-E04D81C975E0}"/>
              </a:ext>
            </a:extLst>
          </p:cNvPr>
          <p:cNvSpPr>
            <a:spLocks noGrp="1"/>
          </p:cNvSpPr>
          <p:nvPr>
            <p:ph type="pic" sz="quarter" idx="10"/>
          </p:nvPr>
        </p:nvSpPr>
        <p:spPr>
          <a:xfrm>
            <a:off x="890544" y="664995"/>
            <a:ext cx="3358265" cy="3560747"/>
          </a:xfrm>
          <a:effectLst>
            <a:outerShdw blurRad="50800" dist="38100" dir="5400000" algn="t" rotWithShape="0">
              <a:prstClr val="black">
                <a:alpha val="40000"/>
              </a:prstClr>
            </a:outerShdw>
          </a:effectLst>
        </p:spPr>
        <p:txBody>
          <a:bodyPr>
            <a:normAutofit/>
          </a:bodyPr>
          <a:lstStyle>
            <a:lvl1pPr marL="0" indent="0" algn="ctr">
              <a:buNone/>
              <a:defRPr sz="2800"/>
            </a:lvl1pPr>
          </a:lstStyle>
          <a:p>
            <a:endParaRPr lang="en-US" dirty="0"/>
          </a:p>
          <a:p>
            <a:r>
              <a:rPr lang="en-US" dirty="0"/>
              <a:t>Insert Author </a:t>
            </a:r>
          </a:p>
          <a:p>
            <a:r>
              <a:rPr lang="en-US" dirty="0"/>
              <a:t>Headshot Photo</a:t>
            </a:r>
          </a:p>
          <a:p>
            <a:r>
              <a:rPr lang="en-US" dirty="0"/>
              <a:t>Here</a:t>
            </a:r>
          </a:p>
        </p:txBody>
      </p:sp>
    </p:spTree>
    <p:extLst>
      <p:ext uri="{BB962C8B-B14F-4D97-AF65-F5344CB8AC3E}">
        <p14:creationId xmlns:p14="http://schemas.microsoft.com/office/powerpoint/2010/main" val="45787899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5_Content Slide (top title bar)">
    <p:spTree>
      <p:nvGrpSpPr>
        <p:cNvPr id="1" name=""/>
        <p:cNvGrpSpPr/>
        <p:nvPr/>
      </p:nvGrpSpPr>
      <p:grpSpPr>
        <a:xfrm>
          <a:off x="0" y="0"/>
          <a:ext cx="0" cy="0"/>
          <a:chOff x="0" y="0"/>
          <a:chExt cx="0" cy="0"/>
        </a:xfrm>
      </p:grpSpPr>
      <p:pic>
        <p:nvPicPr>
          <p:cNvPr id="8" name="Picture 7" descr="A white object with a black border&#10;&#10;Description automatically generated with medium confidence">
            <a:extLst>
              <a:ext uri="{FF2B5EF4-FFF2-40B4-BE49-F238E27FC236}">
                <a16:creationId xmlns:a16="http://schemas.microsoft.com/office/drawing/2014/main" id="{6F592B98-E829-4D75-987C-E10A1777DFDC}"/>
              </a:ext>
            </a:extLst>
          </p:cNvPr>
          <p:cNvPicPr>
            <a:picLocks noChangeAspect="1"/>
          </p:cNvPicPr>
          <p:nvPr userDrawn="1"/>
        </p:nvPicPr>
        <p:blipFill>
          <a:blip r:embed="rId2"/>
          <a:stretch>
            <a:fillRect/>
          </a:stretch>
        </p:blipFill>
        <p:spPr>
          <a:xfrm>
            <a:off x="0" y="0"/>
            <a:ext cx="9144000" cy="5143500"/>
          </a:xfrm>
          <a:prstGeom prst="rect">
            <a:avLst/>
          </a:prstGeom>
        </p:spPr>
      </p:pic>
      <p:sp>
        <p:nvSpPr>
          <p:cNvPr id="9" name="Title 1">
            <a:extLst>
              <a:ext uri="{FF2B5EF4-FFF2-40B4-BE49-F238E27FC236}">
                <a16:creationId xmlns:a16="http://schemas.microsoft.com/office/drawing/2014/main" id="{7BF004E1-6C6E-A41B-2708-AF445AAF3B69}"/>
              </a:ext>
            </a:extLst>
          </p:cNvPr>
          <p:cNvSpPr>
            <a:spLocks noGrp="1"/>
          </p:cNvSpPr>
          <p:nvPr>
            <p:ph type="title" hasCustomPrompt="1"/>
          </p:nvPr>
        </p:nvSpPr>
        <p:spPr>
          <a:xfrm>
            <a:off x="793342" y="9336"/>
            <a:ext cx="7548179" cy="463628"/>
          </a:xfrm>
          <a:prstGeom prst="rect">
            <a:avLst/>
          </a:prstGeom>
        </p:spPr>
        <p:txBody>
          <a:bodyPr>
            <a:noAutofit/>
          </a:bodyPr>
          <a:lstStyle>
            <a:lvl1pPr algn="l">
              <a:defRPr sz="2800" baseline="0">
                <a:solidFill>
                  <a:schemeClr val="bg1"/>
                </a:solidFill>
                <a:latin typeface="Segoe UI" panose="020B0502040204020203" pitchFamily="34" charset="0"/>
                <a:cs typeface="Segoe UI" panose="020B0502040204020203" pitchFamily="34" charset="0"/>
              </a:defRPr>
            </a:lvl1pPr>
          </a:lstStyle>
          <a:p>
            <a:r>
              <a:rPr lang="en-US" dirty="0"/>
              <a:t>Slide Title Goes Here</a:t>
            </a:r>
          </a:p>
        </p:txBody>
      </p:sp>
      <p:sp>
        <p:nvSpPr>
          <p:cNvPr id="10" name="Content Placeholder 2">
            <a:extLst>
              <a:ext uri="{FF2B5EF4-FFF2-40B4-BE49-F238E27FC236}">
                <a16:creationId xmlns:a16="http://schemas.microsoft.com/office/drawing/2014/main" id="{5A0E15C9-D306-B736-F041-3C5729A18DE3}"/>
              </a:ext>
            </a:extLst>
          </p:cNvPr>
          <p:cNvSpPr>
            <a:spLocks noGrp="1"/>
          </p:cNvSpPr>
          <p:nvPr>
            <p:ph idx="1"/>
          </p:nvPr>
        </p:nvSpPr>
        <p:spPr>
          <a:xfrm>
            <a:off x="900501" y="987374"/>
            <a:ext cx="7333862" cy="3655572"/>
          </a:xfrm>
        </p:spPr>
        <p:txBody>
          <a:bodyPr>
            <a:noAutofit/>
          </a:bodyPr>
          <a:lstStyle>
            <a:lvl1pPr>
              <a:defRPr sz="2200" baseline="0">
                <a:latin typeface="Open Sans" panose="020B0606030504020204" pitchFamily="34" charset="0"/>
              </a:defRPr>
            </a:lvl1pPr>
            <a:lvl2pPr>
              <a:defRPr sz="2000" baseline="0">
                <a:latin typeface="Open Sans" panose="020B0606030504020204" pitchFamily="34" charset="0"/>
              </a:defRPr>
            </a:lvl2pPr>
            <a:lvl3pPr>
              <a:defRPr sz="1800" baseline="0">
                <a:latin typeface="Open Sans" panose="020B0606030504020204" pitchFamily="34" charset="0"/>
              </a:defRPr>
            </a:lvl3pPr>
            <a:lvl4pPr>
              <a:defRPr sz="1800" baseline="0">
                <a:latin typeface="Open Sans" panose="020B0606030504020204" pitchFamily="34" charset="0"/>
              </a:defRPr>
            </a:lvl4pPr>
            <a:lvl5pPr>
              <a:defRPr sz="1800" baseline="0">
                <a:latin typeface="Open Sans" panose="020B0606030504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06157010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6_Content Slide (box)">
    <p:spTree>
      <p:nvGrpSpPr>
        <p:cNvPr id="1" name=""/>
        <p:cNvGrpSpPr/>
        <p:nvPr/>
      </p:nvGrpSpPr>
      <p:grpSpPr>
        <a:xfrm>
          <a:off x="0" y="0"/>
          <a:ext cx="0" cy="0"/>
          <a:chOff x="0" y="0"/>
          <a:chExt cx="0" cy="0"/>
        </a:xfrm>
      </p:grpSpPr>
      <p:pic>
        <p:nvPicPr>
          <p:cNvPr id="5" name="Picture 4" descr="A white rectangular object with a grey background&#10;&#10;Description automatically generated">
            <a:extLst>
              <a:ext uri="{FF2B5EF4-FFF2-40B4-BE49-F238E27FC236}">
                <a16:creationId xmlns:a16="http://schemas.microsoft.com/office/drawing/2014/main" id="{8F5A7659-558D-5850-50C2-72AB7FD8FCBD}"/>
              </a:ext>
            </a:extLst>
          </p:cNvPr>
          <p:cNvPicPr>
            <a:picLocks noChangeAspect="1"/>
          </p:cNvPicPr>
          <p:nvPr userDrawn="1"/>
        </p:nvPicPr>
        <p:blipFill>
          <a:blip r:embed="rId2"/>
          <a:stretch>
            <a:fillRect/>
          </a:stretch>
        </p:blipFill>
        <p:spPr>
          <a:xfrm>
            <a:off x="0" y="0"/>
            <a:ext cx="9144000" cy="5143500"/>
          </a:xfrm>
          <a:prstGeom prst="rect">
            <a:avLst/>
          </a:prstGeom>
        </p:spPr>
      </p:pic>
      <p:sp>
        <p:nvSpPr>
          <p:cNvPr id="6" name="Title 1">
            <a:extLst>
              <a:ext uri="{FF2B5EF4-FFF2-40B4-BE49-F238E27FC236}">
                <a16:creationId xmlns:a16="http://schemas.microsoft.com/office/drawing/2014/main" id="{39A3BCAA-490B-BAA5-D814-04214EC50245}"/>
              </a:ext>
            </a:extLst>
          </p:cNvPr>
          <p:cNvSpPr>
            <a:spLocks noGrp="1"/>
          </p:cNvSpPr>
          <p:nvPr>
            <p:ph type="title" hasCustomPrompt="1"/>
          </p:nvPr>
        </p:nvSpPr>
        <p:spPr>
          <a:xfrm>
            <a:off x="793342" y="9336"/>
            <a:ext cx="7548179" cy="463628"/>
          </a:xfrm>
          <a:prstGeom prst="rect">
            <a:avLst/>
          </a:prstGeom>
        </p:spPr>
        <p:txBody>
          <a:bodyPr>
            <a:noAutofit/>
          </a:bodyPr>
          <a:lstStyle>
            <a:lvl1pPr algn="l">
              <a:defRPr sz="2800" baseline="0">
                <a:solidFill>
                  <a:schemeClr val="bg1"/>
                </a:solidFill>
                <a:latin typeface="Segoe UI" panose="020B0502040204020203" pitchFamily="34" charset="0"/>
                <a:cs typeface="Segoe UI" panose="020B0502040204020203" pitchFamily="34" charset="0"/>
              </a:defRPr>
            </a:lvl1pPr>
          </a:lstStyle>
          <a:p>
            <a:r>
              <a:rPr lang="en-US" dirty="0"/>
              <a:t>Slide Title Goes Here</a:t>
            </a:r>
          </a:p>
        </p:txBody>
      </p:sp>
      <p:sp>
        <p:nvSpPr>
          <p:cNvPr id="7" name="Content Placeholder 2">
            <a:extLst>
              <a:ext uri="{FF2B5EF4-FFF2-40B4-BE49-F238E27FC236}">
                <a16:creationId xmlns:a16="http://schemas.microsoft.com/office/drawing/2014/main" id="{4043A29F-9950-00FC-54AD-2F3EA9126BD7}"/>
              </a:ext>
            </a:extLst>
          </p:cNvPr>
          <p:cNvSpPr>
            <a:spLocks noGrp="1"/>
          </p:cNvSpPr>
          <p:nvPr>
            <p:ph idx="1"/>
          </p:nvPr>
        </p:nvSpPr>
        <p:spPr>
          <a:xfrm>
            <a:off x="900501" y="987374"/>
            <a:ext cx="7333862" cy="3655572"/>
          </a:xfrm>
        </p:spPr>
        <p:txBody>
          <a:bodyPr>
            <a:noAutofit/>
          </a:bodyPr>
          <a:lstStyle>
            <a:lvl1pPr>
              <a:defRPr sz="2200" baseline="0">
                <a:latin typeface="Open Sans" panose="020B0606030504020204" pitchFamily="34" charset="0"/>
              </a:defRPr>
            </a:lvl1pPr>
            <a:lvl2pPr>
              <a:defRPr sz="2000" baseline="0">
                <a:latin typeface="Open Sans" panose="020B0606030504020204" pitchFamily="34" charset="0"/>
              </a:defRPr>
            </a:lvl2pPr>
            <a:lvl3pPr>
              <a:defRPr sz="1800" baseline="0">
                <a:latin typeface="Open Sans" panose="020B0606030504020204" pitchFamily="34" charset="0"/>
              </a:defRPr>
            </a:lvl3pPr>
            <a:lvl4pPr>
              <a:defRPr sz="1800" baseline="0">
                <a:latin typeface="Open Sans" panose="020B0606030504020204" pitchFamily="34" charset="0"/>
              </a:defRPr>
            </a:lvl4pPr>
            <a:lvl5pPr>
              <a:defRPr sz="1800" baseline="0">
                <a:latin typeface="Open Sans" panose="020B0606030504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86537603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7_Content Slide (header and footer)">
    <p:spTree>
      <p:nvGrpSpPr>
        <p:cNvPr id="1" name=""/>
        <p:cNvGrpSpPr/>
        <p:nvPr/>
      </p:nvGrpSpPr>
      <p:grpSpPr>
        <a:xfrm>
          <a:off x="0" y="0"/>
          <a:ext cx="0" cy="0"/>
          <a:chOff x="0" y="0"/>
          <a:chExt cx="0" cy="0"/>
        </a:xfrm>
      </p:grpSpPr>
      <p:pic>
        <p:nvPicPr>
          <p:cNvPr id="4" name="Picture 3" descr="A white and blue logo&#10;&#10;Description automatically generated with medium confidence">
            <a:extLst>
              <a:ext uri="{FF2B5EF4-FFF2-40B4-BE49-F238E27FC236}">
                <a16:creationId xmlns:a16="http://schemas.microsoft.com/office/drawing/2014/main" id="{10F185E1-4992-9D3A-B3E8-45EEBB7E670A}"/>
              </a:ext>
            </a:extLst>
          </p:cNvPr>
          <p:cNvPicPr>
            <a:picLocks noChangeAspect="1"/>
          </p:cNvPicPr>
          <p:nvPr userDrawn="1"/>
        </p:nvPicPr>
        <p:blipFill>
          <a:blip r:embed="rId2"/>
          <a:stretch>
            <a:fillRect/>
          </a:stretch>
        </p:blipFill>
        <p:spPr>
          <a:xfrm>
            <a:off x="0" y="0"/>
            <a:ext cx="9144000" cy="5143500"/>
          </a:xfrm>
          <a:prstGeom prst="rect">
            <a:avLst/>
          </a:prstGeom>
        </p:spPr>
      </p:pic>
      <p:sp>
        <p:nvSpPr>
          <p:cNvPr id="3" name="Content Placeholder 2"/>
          <p:cNvSpPr>
            <a:spLocks noGrp="1"/>
          </p:cNvSpPr>
          <p:nvPr>
            <p:ph idx="1"/>
          </p:nvPr>
        </p:nvSpPr>
        <p:spPr>
          <a:xfrm>
            <a:off x="900501" y="775629"/>
            <a:ext cx="7333862" cy="3742941"/>
          </a:xfrm>
        </p:spPr>
        <p:txBody>
          <a:bodyPr>
            <a:noAutofit/>
          </a:bodyPr>
          <a:lstStyle>
            <a:lvl1pPr>
              <a:defRPr sz="2200" baseline="0">
                <a:latin typeface="Open Sans" panose="020B0606030504020204" pitchFamily="34" charset="0"/>
              </a:defRPr>
            </a:lvl1pPr>
            <a:lvl2pPr>
              <a:defRPr sz="2000" baseline="0">
                <a:latin typeface="Open Sans" panose="020B0606030504020204" pitchFamily="34" charset="0"/>
              </a:defRPr>
            </a:lvl2pPr>
            <a:lvl3pPr>
              <a:defRPr sz="1800" baseline="0">
                <a:latin typeface="Open Sans" panose="020B0606030504020204" pitchFamily="34" charset="0"/>
              </a:defRPr>
            </a:lvl3pPr>
            <a:lvl4pPr>
              <a:defRPr sz="1800" baseline="0">
                <a:latin typeface="Open Sans" panose="020B0606030504020204" pitchFamily="34" charset="0"/>
              </a:defRPr>
            </a:lvl4pPr>
            <a:lvl5pPr>
              <a:defRPr sz="1800" baseline="0">
                <a:latin typeface="Open Sans" panose="020B0606030504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5204853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8_Content Slide (footer only)">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96ED5F27-70E5-4B4C-988B-9232507CFD00}"/>
              </a:ext>
            </a:extLst>
          </p:cNvPr>
          <p:cNvPicPr>
            <a:picLocks noChangeAspect="1"/>
          </p:cNvPicPr>
          <p:nvPr userDrawn="1"/>
        </p:nvPicPr>
        <p:blipFill>
          <a:blip r:embed="rId2"/>
          <a:srcRect/>
          <a:stretch/>
        </p:blipFill>
        <p:spPr>
          <a:xfrm>
            <a:off x="0" y="0"/>
            <a:ext cx="9144000" cy="5143500"/>
          </a:xfrm>
          <a:prstGeom prst="rect">
            <a:avLst/>
          </a:prstGeom>
        </p:spPr>
      </p:pic>
      <p:sp>
        <p:nvSpPr>
          <p:cNvPr id="3" name="Content Placeholder 2"/>
          <p:cNvSpPr>
            <a:spLocks noGrp="1"/>
          </p:cNvSpPr>
          <p:nvPr>
            <p:ph idx="1"/>
          </p:nvPr>
        </p:nvSpPr>
        <p:spPr>
          <a:xfrm>
            <a:off x="900501" y="775629"/>
            <a:ext cx="7333862" cy="3742941"/>
          </a:xfrm>
        </p:spPr>
        <p:txBody>
          <a:bodyPr>
            <a:noAutofit/>
          </a:bodyPr>
          <a:lstStyle>
            <a:lvl1pPr>
              <a:defRPr sz="2200" baseline="0">
                <a:latin typeface="Open Sans" panose="020B0606030504020204" pitchFamily="34" charset="0"/>
              </a:defRPr>
            </a:lvl1pPr>
            <a:lvl2pPr>
              <a:defRPr sz="2000" baseline="0">
                <a:latin typeface="Open Sans" panose="020B0606030504020204" pitchFamily="34" charset="0"/>
              </a:defRPr>
            </a:lvl2pPr>
            <a:lvl3pPr>
              <a:defRPr sz="1800" baseline="0">
                <a:latin typeface="Open Sans" panose="020B0606030504020204" pitchFamily="34" charset="0"/>
              </a:defRPr>
            </a:lvl3pPr>
            <a:lvl4pPr>
              <a:defRPr sz="1800" baseline="0">
                <a:latin typeface="Open Sans" panose="020B0606030504020204" pitchFamily="34" charset="0"/>
              </a:defRPr>
            </a:lvl4pPr>
            <a:lvl5pPr>
              <a:defRPr sz="1800" baseline="0">
                <a:latin typeface="Open Sans" panose="020B0606030504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itle 1">
            <a:extLst>
              <a:ext uri="{FF2B5EF4-FFF2-40B4-BE49-F238E27FC236}">
                <a16:creationId xmlns:a16="http://schemas.microsoft.com/office/drawing/2014/main" id="{C5FABB46-522D-9531-1393-55BDDBA9800B}"/>
              </a:ext>
            </a:extLst>
          </p:cNvPr>
          <p:cNvSpPr>
            <a:spLocks noGrp="1"/>
          </p:cNvSpPr>
          <p:nvPr>
            <p:ph type="title" hasCustomPrompt="1"/>
          </p:nvPr>
        </p:nvSpPr>
        <p:spPr>
          <a:xfrm>
            <a:off x="793342" y="9336"/>
            <a:ext cx="7548179" cy="463628"/>
          </a:xfrm>
          <a:prstGeom prst="rect">
            <a:avLst/>
          </a:prstGeom>
        </p:spPr>
        <p:txBody>
          <a:bodyPr>
            <a:noAutofit/>
          </a:bodyPr>
          <a:lstStyle>
            <a:lvl1pPr algn="l">
              <a:defRPr sz="2800" baseline="0">
                <a:solidFill>
                  <a:schemeClr val="tx1"/>
                </a:solidFill>
                <a:latin typeface="Segoe UI" panose="020B0502040204020203" pitchFamily="34" charset="0"/>
                <a:cs typeface="Segoe UI" panose="020B0502040204020203" pitchFamily="34" charset="0"/>
              </a:defRPr>
            </a:lvl1pPr>
          </a:lstStyle>
          <a:p>
            <a:r>
              <a:rPr lang="en-US" dirty="0"/>
              <a:t>Slide Title Goes Here</a:t>
            </a:r>
          </a:p>
        </p:txBody>
      </p:sp>
    </p:spTree>
    <p:extLst>
      <p:ext uri="{BB962C8B-B14F-4D97-AF65-F5344CB8AC3E}">
        <p14:creationId xmlns:p14="http://schemas.microsoft.com/office/powerpoint/2010/main" val="248922059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9_Content Slide (footer only w/ two content boxes)">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D2225C24-701B-6B4D-B8C3-DFB49DB8C60B}"/>
              </a:ext>
            </a:extLst>
          </p:cNvPr>
          <p:cNvPicPr>
            <a:picLocks noChangeAspect="1"/>
          </p:cNvPicPr>
          <p:nvPr userDrawn="1"/>
        </p:nvPicPr>
        <p:blipFill>
          <a:blip r:embed="rId2"/>
          <a:srcRect/>
          <a:stretch/>
        </p:blipFill>
        <p:spPr>
          <a:xfrm>
            <a:off x="0" y="0"/>
            <a:ext cx="9144000" cy="5143500"/>
          </a:xfrm>
          <a:prstGeom prst="rect">
            <a:avLst/>
          </a:prstGeom>
        </p:spPr>
      </p:pic>
      <p:sp>
        <p:nvSpPr>
          <p:cNvPr id="3" name="Content Placeholder 2"/>
          <p:cNvSpPr>
            <a:spLocks noGrp="1"/>
          </p:cNvSpPr>
          <p:nvPr>
            <p:ph sz="half" idx="1"/>
          </p:nvPr>
        </p:nvSpPr>
        <p:spPr>
          <a:xfrm>
            <a:off x="457200" y="946140"/>
            <a:ext cx="4038600" cy="3394472"/>
          </a:xfrm>
        </p:spPr>
        <p:txBody>
          <a:bodyPr/>
          <a:lstStyle>
            <a:lvl1pPr>
              <a:defRPr sz="2200" baseline="0">
                <a:latin typeface="Open Sans" panose="020B0606030504020204" pitchFamily="34" charset="0"/>
              </a:defRPr>
            </a:lvl1pPr>
            <a:lvl2pPr>
              <a:defRPr sz="2000" baseline="0">
                <a:latin typeface="Open Sans" panose="020B0606030504020204" pitchFamily="34" charset="0"/>
              </a:defRPr>
            </a:lvl2pPr>
            <a:lvl3pPr>
              <a:defRPr sz="1800" baseline="0">
                <a:latin typeface="Open Sans" panose="020B0606030504020204" pitchFamily="34" charset="0"/>
              </a:defRPr>
            </a:lvl3pPr>
            <a:lvl4pPr>
              <a:defRPr sz="1800" baseline="0">
                <a:latin typeface="Open Sans" panose="020B0606030504020204" pitchFamily="34" charset="0"/>
              </a:defRPr>
            </a:lvl4pPr>
            <a:lvl5pPr>
              <a:defRPr sz="1800" baseline="0">
                <a:latin typeface="Open Sans" panose="020B0606030504020204" pitchFamily="34" charset="0"/>
              </a:defRPr>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4657344" y="946356"/>
            <a:ext cx="4038600" cy="3394472"/>
          </a:xfrm>
        </p:spPr>
        <p:txBody>
          <a:bodyPr/>
          <a:lstStyle>
            <a:lvl1pPr>
              <a:defRPr sz="2200" baseline="0">
                <a:latin typeface="Open Sans" panose="020B0606030504020204" pitchFamily="34" charset="0"/>
              </a:defRPr>
            </a:lvl1pPr>
            <a:lvl2pPr>
              <a:defRPr sz="2000" baseline="0">
                <a:latin typeface="Open Sans" panose="020B0606030504020204" pitchFamily="34" charset="0"/>
              </a:defRPr>
            </a:lvl2pPr>
            <a:lvl3pPr>
              <a:defRPr sz="1800" baseline="0">
                <a:latin typeface="Open Sans" panose="020B0606030504020204" pitchFamily="34" charset="0"/>
              </a:defRPr>
            </a:lvl3pPr>
            <a:lvl4pPr>
              <a:defRPr sz="1800" baseline="0">
                <a:latin typeface="Open Sans" panose="020B0606030504020204" pitchFamily="34" charset="0"/>
              </a:defRPr>
            </a:lvl4pPr>
            <a:lvl5pPr>
              <a:defRPr sz="1800" baseline="0">
                <a:latin typeface="Open Sans" panose="020B0606030504020204" pitchFamily="34" charset="0"/>
              </a:defRPr>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Title 1">
            <a:extLst>
              <a:ext uri="{FF2B5EF4-FFF2-40B4-BE49-F238E27FC236}">
                <a16:creationId xmlns:a16="http://schemas.microsoft.com/office/drawing/2014/main" id="{1F0EB95E-AB5B-2489-EDB6-8BD32E98EC8B}"/>
              </a:ext>
            </a:extLst>
          </p:cNvPr>
          <p:cNvSpPr>
            <a:spLocks noGrp="1"/>
          </p:cNvSpPr>
          <p:nvPr>
            <p:ph type="title" hasCustomPrompt="1"/>
          </p:nvPr>
        </p:nvSpPr>
        <p:spPr>
          <a:xfrm>
            <a:off x="793342" y="9336"/>
            <a:ext cx="7548179" cy="463628"/>
          </a:xfrm>
          <a:prstGeom prst="rect">
            <a:avLst/>
          </a:prstGeom>
        </p:spPr>
        <p:txBody>
          <a:bodyPr>
            <a:noAutofit/>
          </a:bodyPr>
          <a:lstStyle>
            <a:lvl1pPr algn="l">
              <a:defRPr sz="2800" baseline="0">
                <a:solidFill>
                  <a:schemeClr val="tx1"/>
                </a:solidFill>
                <a:latin typeface="Segoe UI" panose="020B0502040204020203" pitchFamily="34" charset="0"/>
                <a:cs typeface="Segoe UI" panose="020B0502040204020203" pitchFamily="34" charset="0"/>
              </a:defRPr>
            </a:lvl1pPr>
          </a:lstStyle>
          <a:p>
            <a:r>
              <a:rPr lang="en-US" dirty="0"/>
              <a:t>Slide Title Goes Here</a:t>
            </a:r>
          </a:p>
        </p:txBody>
      </p:sp>
    </p:spTree>
    <p:extLst>
      <p:ext uri="{BB962C8B-B14F-4D97-AF65-F5344CB8AC3E}">
        <p14:creationId xmlns:p14="http://schemas.microsoft.com/office/powerpoint/2010/main" val="73401131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0_Content Slide (open space)">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FEB9D5BD-777B-FB47-A928-3A74870851D9}"/>
              </a:ext>
            </a:extLst>
          </p:cNvPr>
          <p:cNvPicPr>
            <a:picLocks noChangeAspect="1"/>
          </p:cNvPicPr>
          <p:nvPr userDrawn="1"/>
        </p:nvPicPr>
        <p:blipFill>
          <a:blip r:embed="rId2"/>
          <a:srcRect/>
          <a:stretch/>
        </p:blipFill>
        <p:spPr>
          <a:xfrm>
            <a:off x="0" y="9336"/>
            <a:ext cx="9144000" cy="5143500"/>
          </a:xfrm>
          <a:prstGeom prst="rect">
            <a:avLst/>
          </a:prstGeom>
        </p:spPr>
      </p:pic>
      <p:sp>
        <p:nvSpPr>
          <p:cNvPr id="6" name="Title 1">
            <a:extLst>
              <a:ext uri="{FF2B5EF4-FFF2-40B4-BE49-F238E27FC236}">
                <a16:creationId xmlns:a16="http://schemas.microsoft.com/office/drawing/2014/main" id="{715979BF-344D-CDD6-5808-1E3A396E91D7}"/>
              </a:ext>
            </a:extLst>
          </p:cNvPr>
          <p:cNvSpPr>
            <a:spLocks noGrp="1"/>
          </p:cNvSpPr>
          <p:nvPr>
            <p:ph type="title" hasCustomPrompt="1"/>
          </p:nvPr>
        </p:nvSpPr>
        <p:spPr>
          <a:xfrm>
            <a:off x="793342" y="9336"/>
            <a:ext cx="7548179" cy="463628"/>
          </a:xfrm>
          <a:prstGeom prst="rect">
            <a:avLst/>
          </a:prstGeom>
        </p:spPr>
        <p:txBody>
          <a:bodyPr>
            <a:noAutofit/>
          </a:bodyPr>
          <a:lstStyle>
            <a:lvl1pPr algn="l">
              <a:defRPr sz="2800" baseline="0">
                <a:solidFill>
                  <a:schemeClr val="tx1"/>
                </a:solidFill>
                <a:latin typeface="Segoe UI" panose="020B0502040204020203" pitchFamily="34" charset="0"/>
                <a:cs typeface="Segoe UI" panose="020B0502040204020203" pitchFamily="34" charset="0"/>
              </a:defRPr>
            </a:lvl1pPr>
          </a:lstStyle>
          <a:p>
            <a:r>
              <a:rPr lang="en-US" dirty="0"/>
              <a:t>Slide Title Goes Here</a:t>
            </a:r>
          </a:p>
        </p:txBody>
      </p:sp>
      <p:sp>
        <p:nvSpPr>
          <p:cNvPr id="9" name="Content Placeholder 2">
            <a:extLst>
              <a:ext uri="{FF2B5EF4-FFF2-40B4-BE49-F238E27FC236}">
                <a16:creationId xmlns:a16="http://schemas.microsoft.com/office/drawing/2014/main" id="{4E038BA8-C749-8779-4A17-7889836633C0}"/>
              </a:ext>
            </a:extLst>
          </p:cNvPr>
          <p:cNvSpPr>
            <a:spLocks noGrp="1"/>
          </p:cNvSpPr>
          <p:nvPr>
            <p:ph idx="1"/>
          </p:nvPr>
        </p:nvSpPr>
        <p:spPr>
          <a:xfrm>
            <a:off x="900501" y="775629"/>
            <a:ext cx="7333862" cy="3742941"/>
          </a:xfrm>
        </p:spPr>
        <p:txBody>
          <a:bodyPr>
            <a:noAutofit/>
          </a:bodyPr>
          <a:lstStyle>
            <a:lvl1pPr>
              <a:defRPr sz="2200" baseline="0">
                <a:latin typeface="Open Sans" panose="020B0606030504020204" pitchFamily="34" charset="0"/>
              </a:defRPr>
            </a:lvl1pPr>
            <a:lvl2pPr>
              <a:defRPr sz="2000" baseline="0">
                <a:latin typeface="Open Sans" panose="020B0606030504020204" pitchFamily="34" charset="0"/>
              </a:defRPr>
            </a:lvl2pPr>
            <a:lvl3pPr>
              <a:defRPr sz="1800" baseline="0">
                <a:latin typeface="Open Sans" panose="020B0606030504020204" pitchFamily="34" charset="0"/>
              </a:defRPr>
            </a:lvl3pPr>
            <a:lvl4pPr>
              <a:defRPr sz="1800" baseline="0">
                <a:latin typeface="Open Sans" panose="020B0606030504020204" pitchFamily="34" charset="0"/>
              </a:defRPr>
            </a:lvl4pPr>
            <a:lvl5pPr>
              <a:defRPr sz="1800" baseline="0">
                <a:latin typeface="Open Sans" panose="020B0606030504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50366654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1.jp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20">
            <a:alphaModFix amt="0"/>
          </a:blip>
          <a:srcRect/>
          <a:stretch>
            <a:fillRect/>
          </a:stretch>
        </a:blipFill>
        <a:effectLst/>
      </p:bgPr>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457200" y="1200151"/>
            <a:ext cx="8229600" cy="339447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457200" y="4767263"/>
            <a:ext cx="2133600" cy="273844"/>
          </a:xfrm>
          <a:prstGeom prst="rect">
            <a:avLst/>
          </a:prstGeom>
        </p:spPr>
        <p:txBody>
          <a:bodyPr vert="horz" lIns="91440" tIns="45720" rIns="91440" bIns="45720" rtlCol="0" anchor="ctr"/>
          <a:lstStyle>
            <a:lvl1pPr algn="l">
              <a:defRPr sz="1200">
                <a:solidFill>
                  <a:schemeClr val="tx1">
                    <a:tint val="75000"/>
                  </a:schemeClr>
                </a:solidFill>
              </a:defRPr>
            </a:lvl1pPr>
          </a:lstStyle>
          <a:p>
            <a:fld id="{128B0A6C-EF38-9441-ADBF-8FE45FA6C46E}" type="datetimeFigureOut">
              <a:rPr lang="en-US" smtClean="0"/>
              <a:t>Fri, 11/7/2025</a:t>
            </a:fld>
            <a:endParaRPr lang="en-US"/>
          </a:p>
        </p:txBody>
      </p:sp>
      <p:sp>
        <p:nvSpPr>
          <p:cNvPr id="5" name="Footer Placeholder 4"/>
          <p:cNvSpPr>
            <a:spLocks noGrp="1"/>
          </p:cNvSpPr>
          <p:nvPr>
            <p:ph type="ftr" sz="quarter" idx="3"/>
          </p:nvPr>
        </p:nvSpPr>
        <p:spPr>
          <a:xfrm>
            <a:off x="3124200" y="4767263"/>
            <a:ext cx="2895600" cy="273844"/>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4767263"/>
            <a:ext cx="2133600" cy="273844"/>
          </a:xfrm>
          <a:prstGeom prst="rect">
            <a:avLst/>
          </a:prstGeom>
        </p:spPr>
        <p:txBody>
          <a:bodyPr vert="horz" lIns="91440" tIns="45720" rIns="91440" bIns="45720" rtlCol="0" anchor="ctr"/>
          <a:lstStyle>
            <a:lvl1pPr algn="r">
              <a:defRPr sz="1200">
                <a:solidFill>
                  <a:schemeClr val="tx1">
                    <a:tint val="75000"/>
                  </a:schemeClr>
                </a:solidFill>
              </a:defRPr>
            </a:lvl1pPr>
          </a:lstStyle>
          <a:p>
            <a:fld id="{6D032D76-6BE4-154B-A130-37D069E42354}" type="slidenum">
              <a:rPr lang="en-US" smtClean="0"/>
              <a:t>‹#›</a:t>
            </a:fld>
            <a:endParaRPr lang="en-US"/>
          </a:p>
        </p:txBody>
      </p:sp>
      <p:sp>
        <p:nvSpPr>
          <p:cNvPr id="7" name="Title 1"/>
          <p:cNvSpPr txBox="1">
            <a:spLocks/>
          </p:cNvSpPr>
          <p:nvPr/>
        </p:nvSpPr>
        <p:spPr>
          <a:xfrm>
            <a:off x="457200" y="210636"/>
            <a:ext cx="8229600" cy="560552"/>
          </a:xfrm>
          <a:prstGeom prst="rect">
            <a:avLst/>
          </a:prstGeom>
        </p:spPr>
        <p:txBody>
          <a:bodyPr>
            <a:noAutofit/>
          </a:bodyPr>
          <a:lstStyle>
            <a:lvl1pPr algn="l" defTabSz="457200" rtl="0" eaLnBrk="1" latinLnBrk="0" hangingPunct="1">
              <a:spcBef>
                <a:spcPct val="0"/>
              </a:spcBef>
              <a:buNone/>
              <a:defRPr sz="3600" kern="1200">
                <a:solidFill>
                  <a:srgbClr val="FFFFFF"/>
                </a:solidFill>
                <a:latin typeface="+mj-lt"/>
                <a:ea typeface="+mj-ea"/>
                <a:cs typeface="+mj-cs"/>
              </a:defRPr>
            </a:lvl1pPr>
          </a:lstStyle>
          <a:p>
            <a:pPr algn="ctr"/>
            <a:r>
              <a:rPr lang="en-US" dirty="0">
                <a:solidFill>
                  <a:schemeClr val="tx1"/>
                </a:solidFill>
              </a:rPr>
              <a:t>Click to edit Master title style</a:t>
            </a:r>
          </a:p>
        </p:txBody>
      </p:sp>
      <p:sp>
        <p:nvSpPr>
          <p:cNvPr id="2" name="Title 1">
            <a:extLst>
              <a:ext uri="{FF2B5EF4-FFF2-40B4-BE49-F238E27FC236}">
                <a16:creationId xmlns:a16="http://schemas.microsoft.com/office/drawing/2014/main" id="{93EF7376-91BF-E078-2A66-21FFC1EC9B9D}"/>
              </a:ext>
            </a:extLst>
          </p:cNvPr>
          <p:cNvSpPr txBox="1">
            <a:spLocks/>
          </p:cNvSpPr>
          <p:nvPr userDrawn="1"/>
        </p:nvSpPr>
        <p:spPr>
          <a:xfrm>
            <a:off x="457200" y="210636"/>
            <a:ext cx="8229600" cy="560552"/>
          </a:xfrm>
          <a:prstGeom prst="rect">
            <a:avLst/>
          </a:prstGeom>
        </p:spPr>
        <p:txBody>
          <a:bodyPr>
            <a:noAutofit/>
          </a:bodyPr>
          <a:lstStyle>
            <a:lvl1pPr algn="l" defTabSz="457200" rtl="0" eaLnBrk="1" latinLnBrk="0" hangingPunct="1">
              <a:spcBef>
                <a:spcPct val="0"/>
              </a:spcBef>
              <a:buNone/>
              <a:defRPr sz="3600" kern="1200">
                <a:solidFill>
                  <a:srgbClr val="FFFFFF"/>
                </a:solidFill>
                <a:latin typeface="+mj-lt"/>
                <a:ea typeface="+mj-ea"/>
                <a:cs typeface="+mj-cs"/>
              </a:defRPr>
            </a:lvl1pPr>
          </a:lstStyle>
          <a:p>
            <a:pPr algn="ctr"/>
            <a:r>
              <a:rPr lang="en-US" dirty="0">
                <a:solidFill>
                  <a:schemeClr val="tx1"/>
                </a:solidFill>
              </a:rPr>
              <a:t>Click to edit Master title style</a:t>
            </a:r>
          </a:p>
        </p:txBody>
      </p:sp>
    </p:spTree>
    <p:extLst>
      <p:ext uri="{BB962C8B-B14F-4D97-AF65-F5344CB8AC3E}">
        <p14:creationId xmlns:p14="http://schemas.microsoft.com/office/powerpoint/2010/main" val="2798786579"/>
      </p:ext>
    </p:extLst>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649" r:id="rId10"/>
    <p:sldLayoutId id="2147483659" r:id="rId11"/>
    <p:sldLayoutId id="2147483658" r:id="rId12"/>
    <p:sldLayoutId id="2147483664" r:id="rId13"/>
    <p:sldLayoutId id="2147483662" r:id="rId14"/>
    <p:sldLayoutId id="2147483665" r:id="rId15"/>
    <p:sldLayoutId id="2147483660" r:id="rId16"/>
    <p:sldLayoutId id="2147483661" r:id="rId17"/>
    <p:sldLayoutId id="2147483663" r:id="rId18"/>
  </p:sldLayoutIdLst>
  <p:txStyles>
    <p:titleStyle>
      <a:lvl1pPr algn="l"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xml"/><Relationship Id="rId1" Type="http://schemas.openxmlformats.org/officeDocument/2006/relationships/slideLayout" Target="../slideLayouts/slideLayout1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9B06A7D5-89E7-EAD9-D088-2A2125602967}"/>
              </a:ext>
            </a:extLst>
          </p:cNvPr>
          <p:cNvPicPr>
            <a:picLocks noChangeAspect="1"/>
          </p:cNvPicPr>
          <p:nvPr/>
        </p:nvPicPr>
        <p:blipFill>
          <a:blip r:embed="rId2"/>
          <a:stretch>
            <a:fillRect/>
          </a:stretch>
        </p:blipFill>
        <p:spPr>
          <a:xfrm>
            <a:off x="1709962" y="265417"/>
            <a:ext cx="3673828" cy="838095"/>
          </a:xfrm>
          <a:prstGeom prst="rect">
            <a:avLst/>
          </a:prstGeom>
        </p:spPr>
      </p:pic>
      <p:sp>
        <p:nvSpPr>
          <p:cNvPr id="7" name="Subtitle 6">
            <a:extLst>
              <a:ext uri="{FF2B5EF4-FFF2-40B4-BE49-F238E27FC236}">
                <a16:creationId xmlns:a16="http://schemas.microsoft.com/office/drawing/2014/main" id="{5E025FF1-FA05-58E9-B110-E456E82B45AC}"/>
              </a:ext>
            </a:extLst>
          </p:cNvPr>
          <p:cNvSpPr>
            <a:spLocks noGrp="1"/>
          </p:cNvSpPr>
          <p:nvPr>
            <p:ph type="subTitle" idx="1"/>
          </p:nvPr>
        </p:nvSpPr>
        <p:spPr>
          <a:xfrm>
            <a:off x="1652594" y="652894"/>
            <a:ext cx="6933141" cy="674899"/>
          </a:xfrm>
        </p:spPr>
        <p:txBody>
          <a:bodyPr>
            <a:noAutofit/>
          </a:bodyPr>
          <a:lstStyle/>
          <a:p>
            <a:r>
              <a:rPr lang="en-US" sz="3600" b="1"/>
              <a:t>Exam AZ-801: Configuring Windows Server Hybrid Advanced Services, 2nd Ed </a:t>
            </a:r>
            <a:endParaRPr lang="en-US" sz="3600" b="1" dirty="0"/>
          </a:p>
        </p:txBody>
      </p:sp>
      <p:sp>
        <p:nvSpPr>
          <p:cNvPr id="9" name="Text Placeholder 8">
            <a:extLst>
              <a:ext uri="{FF2B5EF4-FFF2-40B4-BE49-F238E27FC236}">
                <a16:creationId xmlns:a16="http://schemas.microsoft.com/office/drawing/2014/main" id="{A656C324-4E4C-B0F4-6DC5-3C9DDA851E78}"/>
              </a:ext>
            </a:extLst>
          </p:cNvPr>
          <p:cNvSpPr>
            <a:spLocks noGrp="1"/>
          </p:cNvSpPr>
          <p:nvPr>
            <p:ph type="body" sz="quarter" idx="11"/>
          </p:nvPr>
        </p:nvSpPr>
        <p:spPr/>
        <p:txBody>
          <a:bodyPr/>
          <a:lstStyle/>
          <a:p>
            <a:r>
              <a:rPr lang="en-US" dirty="0"/>
              <a:t>Tim Warner</a:t>
            </a:r>
          </a:p>
        </p:txBody>
      </p:sp>
      <p:sp>
        <p:nvSpPr>
          <p:cNvPr id="10" name="Text Placeholder 9">
            <a:extLst>
              <a:ext uri="{FF2B5EF4-FFF2-40B4-BE49-F238E27FC236}">
                <a16:creationId xmlns:a16="http://schemas.microsoft.com/office/drawing/2014/main" id="{25C667F3-A6DD-AE8F-325F-B5B6FE741D98}"/>
              </a:ext>
            </a:extLst>
          </p:cNvPr>
          <p:cNvSpPr>
            <a:spLocks noGrp="1"/>
          </p:cNvSpPr>
          <p:nvPr>
            <p:ph type="body" sz="quarter" idx="12"/>
          </p:nvPr>
        </p:nvSpPr>
        <p:spPr>
          <a:xfrm>
            <a:off x="3462347" y="3648402"/>
            <a:ext cx="3023362" cy="584200"/>
          </a:xfrm>
        </p:spPr>
        <p:txBody>
          <a:bodyPr/>
          <a:lstStyle/>
          <a:p>
            <a:r>
              <a:rPr lang="en-US" dirty="0"/>
              <a:t>Microsoft Certified Trainer and Microsoft MVP</a:t>
            </a:r>
          </a:p>
        </p:txBody>
      </p:sp>
      <p:pic>
        <p:nvPicPr>
          <p:cNvPr id="5" name="Picture Placeholder 4" descr="A person wearing glasses and a black jacket&#10;&#10;AI-generated content may be incorrect.">
            <a:extLst>
              <a:ext uri="{FF2B5EF4-FFF2-40B4-BE49-F238E27FC236}">
                <a16:creationId xmlns:a16="http://schemas.microsoft.com/office/drawing/2014/main" id="{272C23CC-6DAA-D474-5879-59974AA40D0F}"/>
              </a:ext>
            </a:extLst>
          </p:cNvPr>
          <p:cNvPicPr>
            <a:picLocks noGrp="1" noChangeAspect="1"/>
          </p:cNvPicPr>
          <p:nvPr>
            <p:ph type="pic" sz="quarter" idx="10"/>
          </p:nvPr>
        </p:nvPicPr>
        <p:blipFill>
          <a:blip r:embed="rId3"/>
          <a:srcRect l="2378" r="2378"/>
          <a:stretch>
            <a:fillRect/>
          </a:stretch>
        </p:blipFill>
        <p:spPr>
          <a:xfrm>
            <a:off x="2294356" y="3064110"/>
            <a:ext cx="1112885" cy="1168586"/>
          </a:xfrm>
        </p:spPr>
      </p:pic>
    </p:spTree>
    <p:extLst>
      <p:ext uri="{BB962C8B-B14F-4D97-AF65-F5344CB8AC3E}">
        <p14:creationId xmlns:p14="http://schemas.microsoft.com/office/powerpoint/2010/main" val="366252518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blue and white cloud with icons&#10;&#10;AI-generated content may be incorrect.">
            <a:extLst>
              <a:ext uri="{FF2B5EF4-FFF2-40B4-BE49-F238E27FC236}">
                <a16:creationId xmlns:a16="http://schemas.microsoft.com/office/drawing/2014/main" id="{1FA7CD43-BA80-82DD-E644-E85660A8EAFB}"/>
              </a:ext>
            </a:extLst>
          </p:cNvPr>
          <p:cNvPicPr>
            <a:picLocks noChangeAspect="1"/>
          </p:cNvPicPr>
          <p:nvPr/>
        </p:nvPicPr>
        <p:blipFill>
          <a:blip r:embed="rId3"/>
          <a:stretch>
            <a:fillRect/>
          </a:stretch>
        </p:blipFill>
        <p:spPr>
          <a:xfrm>
            <a:off x="604995" y="741009"/>
            <a:ext cx="3617287" cy="3156082"/>
          </a:xfrm>
          <a:prstGeom prst="rect">
            <a:avLst/>
          </a:prstGeom>
          <a:noFill/>
          <a:effectLst>
            <a:outerShdw blurRad="50800" dist="38100" dir="5400000" algn="t" rotWithShape="0">
              <a:prstClr val="black">
                <a:alpha val="40000"/>
              </a:prstClr>
            </a:outerShdw>
          </a:effectLst>
        </p:spPr>
      </p:pic>
      <p:sp>
        <p:nvSpPr>
          <p:cNvPr id="2" name="Text Placeholder 1">
            <a:extLst>
              <a:ext uri="{FF2B5EF4-FFF2-40B4-BE49-F238E27FC236}">
                <a16:creationId xmlns:a16="http://schemas.microsoft.com/office/drawing/2014/main" id="{2E785BEF-5805-305A-23FF-1BB88D477F88}"/>
              </a:ext>
            </a:extLst>
          </p:cNvPr>
          <p:cNvSpPr>
            <a:spLocks noGrp="1"/>
          </p:cNvSpPr>
          <p:nvPr>
            <p:ph type="body" sz="quarter" idx="11"/>
          </p:nvPr>
        </p:nvSpPr>
        <p:spPr>
          <a:xfrm>
            <a:off x="4620635" y="382901"/>
            <a:ext cx="3966571" cy="863804"/>
          </a:xfrm>
        </p:spPr>
        <p:txBody>
          <a:bodyPr>
            <a:normAutofit/>
          </a:bodyPr>
          <a:lstStyle/>
          <a:p>
            <a:r>
              <a:rPr lang="en-US" dirty="0"/>
              <a:t>Lesson 26: Troubleshoot Active Directory</a:t>
            </a:r>
          </a:p>
        </p:txBody>
      </p:sp>
      <p:sp>
        <p:nvSpPr>
          <p:cNvPr id="3" name="Text Placeholder 2">
            <a:extLst>
              <a:ext uri="{FF2B5EF4-FFF2-40B4-BE49-F238E27FC236}">
                <a16:creationId xmlns:a16="http://schemas.microsoft.com/office/drawing/2014/main" id="{E3CDC3F4-DF86-6837-4352-BE6EBD430460}"/>
              </a:ext>
            </a:extLst>
          </p:cNvPr>
          <p:cNvSpPr>
            <a:spLocks noGrp="1"/>
          </p:cNvSpPr>
          <p:nvPr>
            <p:ph type="body" sz="quarter" idx="12"/>
          </p:nvPr>
        </p:nvSpPr>
        <p:spPr>
          <a:xfrm>
            <a:off x="5221913" y="1082231"/>
            <a:ext cx="3617287" cy="2979037"/>
          </a:xfrm>
        </p:spPr>
        <p:txBody>
          <a:bodyPr>
            <a:noAutofit/>
          </a:bodyPr>
          <a:lstStyle/>
          <a:p>
            <a:pPr>
              <a:spcBef>
                <a:spcPts val="200"/>
              </a:spcBef>
              <a:spcAft>
                <a:spcPts val="400"/>
              </a:spcAft>
            </a:pPr>
            <a:r>
              <a:rPr lang="en-US" sz="1400" dirty="0"/>
              <a:t>26.1. Restore objects from AD recycle bin </a:t>
            </a:r>
          </a:p>
          <a:p>
            <a:pPr>
              <a:spcBef>
                <a:spcPts val="200"/>
              </a:spcBef>
              <a:spcAft>
                <a:spcPts val="400"/>
              </a:spcAft>
            </a:pPr>
            <a:r>
              <a:rPr lang="en-US" sz="1400" dirty="0"/>
              <a:t>26.2. Recover Active Directory database using Directory Services Restore mode </a:t>
            </a:r>
          </a:p>
          <a:p>
            <a:pPr>
              <a:spcBef>
                <a:spcPts val="200"/>
              </a:spcBef>
              <a:spcAft>
                <a:spcPts val="400"/>
              </a:spcAft>
            </a:pPr>
            <a:r>
              <a:rPr lang="en-US" sz="1400" dirty="0"/>
              <a:t>26.3. Recover system volume (SYSVOL) </a:t>
            </a:r>
          </a:p>
          <a:p>
            <a:pPr>
              <a:spcBef>
                <a:spcPts val="200"/>
              </a:spcBef>
              <a:spcAft>
                <a:spcPts val="400"/>
              </a:spcAft>
            </a:pPr>
            <a:r>
              <a:rPr lang="en-US" sz="1400" dirty="0"/>
              <a:t>26.4. Troubleshoot Active Directory replication </a:t>
            </a:r>
          </a:p>
          <a:p>
            <a:pPr>
              <a:spcBef>
                <a:spcPts val="200"/>
              </a:spcBef>
              <a:spcAft>
                <a:spcPts val="400"/>
              </a:spcAft>
            </a:pPr>
            <a:r>
              <a:rPr lang="en-US" sz="1400" dirty="0"/>
              <a:t>26.5. Troubleshoot hybrid authentication and synchronization issues </a:t>
            </a:r>
          </a:p>
          <a:p>
            <a:pPr>
              <a:spcBef>
                <a:spcPts val="200"/>
              </a:spcBef>
              <a:spcAft>
                <a:spcPts val="400"/>
              </a:spcAft>
            </a:pPr>
            <a:r>
              <a:rPr lang="en-US" sz="1400" dirty="0"/>
              <a:t>26.6. Troubleshoot on-premises Active Directory </a:t>
            </a:r>
          </a:p>
          <a:p>
            <a:pPr>
              <a:spcBef>
                <a:spcPts val="200"/>
              </a:spcBef>
              <a:spcAft>
                <a:spcPts val="400"/>
              </a:spcAft>
            </a:pPr>
            <a:r>
              <a:rPr lang="en-US" sz="1400" dirty="0"/>
              <a:t>26.7 Troubleshoot hybrid identity synchronization with Microsoft Entra Connect</a:t>
            </a:r>
          </a:p>
          <a:p>
            <a:pPr>
              <a:spcBef>
                <a:spcPts val="200"/>
              </a:spcBef>
              <a:spcAft>
                <a:spcPts val="400"/>
              </a:spcAft>
            </a:pPr>
            <a:endParaRPr lang="en-US" sz="1400" dirty="0"/>
          </a:p>
        </p:txBody>
      </p:sp>
    </p:spTree>
    <p:extLst>
      <p:ext uri="{BB962C8B-B14F-4D97-AF65-F5344CB8AC3E}">
        <p14:creationId xmlns:p14="http://schemas.microsoft.com/office/powerpoint/2010/main" val="253948574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5">
            <a:extLst>
              <a:ext uri="{FF2B5EF4-FFF2-40B4-BE49-F238E27FC236}">
                <a16:creationId xmlns:a16="http://schemas.microsoft.com/office/drawing/2014/main" id="{7CE19171-B11A-F0B2-D185-CC8FB87A16DC}"/>
              </a:ext>
            </a:extLst>
          </p:cNvPr>
          <p:cNvSpPr txBox="1">
            <a:spLocks/>
          </p:cNvSpPr>
          <p:nvPr/>
        </p:nvSpPr>
        <p:spPr>
          <a:xfrm>
            <a:off x="1500187" y="1971242"/>
            <a:ext cx="6143625" cy="771525"/>
          </a:xfrm>
          <a:prstGeom prst="rect">
            <a:avLst/>
          </a:prstGeom>
        </p:spPr>
        <p:txBody>
          <a:bodyPr vert="horz" lIns="91440" tIns="45720" rIns="91440" bIns="45720" rtlCol="0">
            <a:no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Font typeface="Arial"/>
              <a:buNone/>
            </a:pPr>
            <a:r>
              <a:rPr lang="en-US" sz="3600" dirty="0">
                <a:solidFill>
                  <a:srgbClr val="0978D8"/>
                </a:solidFill>
              </a:rPr>
              <a:t>26.1 Restore objects from AD recycle bin </a:t>
            </a:r>
          </a:p>
        </p:txBody>
      </p:sp>
    </p:spTree>
    <p:extLst>
      <p:ext uri="{BB962C8B-B14F-4D97-AF65-F5344CB8AC3E}">
        <p14:creationId xmlns:p14="http://schemas.microsoft.com/office/powerpoint/2010/main" val="4866686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DE03C8-8D21-7742-BC45-5373CF43F0B8}"/>
              </a:ext>
            </a:extLst>
          </p:cNvPr>
          <p:cNvSpPr>
            <a:spLocks noGrp="1"/>
          </p:cNvSpPr>
          <p:nvPr>
            <p:ph type="title"/>
          </p:nvPr>
        </p:nvSpPr>
        <p:spPr/>
        <p:txBody>
          <a:bodyPr/>
          <a:lstStyle/>
          <a:p>
            <a:r>
              <a:rPr lang="en-US"/>
              <a:t>Keep identity services resilient under pressure</a:t>
            </a:r>
            <a:endParaRPr lang="en-US" dirty="0"/>
          </a:p>
        </p:txBody>
      </p:sp>
      <p:sp>
        <p:nvSpPr>
          <p:cNvPr id="3" name="Content Placeholder 2">
            <a:extLst>
              <a:ext uri="{FF2B5EF4-FFF2-40B4-BE49-F238E27FC236}">
                <a16:creationId xmlns:a16="http://schemas.microsoft.com/office/drawing/2014/main" id="{514D88C4-C6AF-3654-026D-9E5843DEC367}"/>
              </a:ext>
            </a:extLst>
          </p:cNvPr>
          <p:cNvSpPr>
            <a:spLocks noGrp="1"/>
          </p:cNvSpPr>
          <p:nvPr>
            <p:ph idx="1"/>
          </p:nvPr>
        </p:nvSpPr>
        <p:spPr>
          <a:xfrm>
            <a:off x="900501" y="782059"/>
            <a:ext cx="7197363" cy="4310743"/>
          </a:xfrm>
        </p:spPr>
        <p:txBody>
          <a:bodyPr vert="horz" lIns="91440" tIns="45720" rIns="91440" bIns="45720" rtlCol="0" anchor="t">
            <a:noAutofit/>
          </a:bodyPr>
          <a:lstStyle/>
          <a:p>
            <a:r>
              <a:rPr lang="en-US" sz="1800" dirty="0"/>
              <a:t>Active Directory Domain Services (AD DS) is mission-critical for authentication and authorization</a:t>
            </a:r>
          </a:p>
          <a:p>
            <a:r>
              <a:rPr lang="en-US" sz="1800" dirty="0"/>
              <a:t>Failures ripple into logon, app access, and hybrid identity sync</a:t>
            </a:r>
          </a:p>
          <a:p>
            <a:r>
              <a:rPr lang="en-US" sz="1800" dirty="0"/>
              <a:t>Troubleshooting requires knowledge of backups, replication, SYSVOL, and Entra Connect</a:t>
            </a:r>
          </a:p>
          <a:p>
            <a:r>
              <a:rPr lang="en-US" sz="1800" dirty="0"/>
              <a:t>Clear runbooks shorten recovery time and prevent escalation</a:t>
            </a:r>
          </a:p>
          <a:p>
            <a:r>
              <a:rPr lang="en-US" sz="1800" dirty="0" err="1"/>
              <a:t>Fabrikam</a:t>
            </a:r>
            <a:r>
              <a:rPr lang="en-US" sz="1800" dirty="0"/>
              <a:t> documents repeatable AD recovery steps for Tier 2 admins</a:t>
            </a:r>
          </a:p>
        </p:txBody>
      </p:sp>
    </p:spTree>
    <p:extLst>
      <p:ext uri="{BB962C8B-B14F-4D97-AF65-F5344CB8AC3E}">
        <p14:creationId xmlns:p14="http://schemas.microsoft.com/office/powerpoint/2010/main" val="16810754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DE03C8-8D21-7742-BC45-5373CF43F0B8}"/>
              </a:ext>
            </a:extLst>
          </p:cNvPr>
          <p:cNvSpPr>
            <a:spLocks noGrp="1"/>
          </p:cNvSpPr>
          <p:nvPr>
            <p:ph type="title"/>
          </p:nvPr>
        </p:nvSpPr>
        <p:spPr>
          <a:xfrm>
            <a:off x="793342" y="9336"/>
            <a:ext cx="8179208" cy="463628"/>
          </a:xfrm>
        </p:spPr>
        <p:txBody>
          <a:bodyPr/>
          <a:lstStyle/>
          <a:p>
            <a:r>
              <a:rPr lang="en-US" sz="2400"/>
              <a:t>Recover deleted objects without restoring entire database</a:t>
            </a:r>
            <a:endParaRPr lang="en-US" sz="2400" dirty="0"/>
          </a:p>
        </p:txBody>
      </p:sp>
      <p:sp>
        <p:nvSpPr>
          <p:cNvPr id="3" name="Content Placeholder 2">
            <a:extLst>
              <a:ext uri="{FF2B5EF4-FFF2-40B4-BE49-F238E27FC236}">
                <a16:creationId xmlns:a16="http://schemas.microsoft.com/office/drawing/2014/main" id="{514D88C4-C6AF-3654-026D-9E5843DEC367}"/>
              </a:ext>
            </a:extLst>
          </p:cNvPr>
          <p:cNvSpPr>
            <a:spLocks noGrp="1"/>
          </p:cNvSpPr>
          <p:nvPr>
            <p:ph idx="1"/>
          </p:nvPr>
        </p:nvSpPr>
        <p:spPr>
          <a:xfrm>
            <a:off x="900501" y="782059"/>
            <a:ext cx="7197363" cy="4310743"/>
          </a:xfrm>
        </p:spPr>
        <p:txBody>
          <a:bodyPr vert="horz" lIns="91440" tIns="45720" rIns="91440" bIns="45720" rtlCol="0" anchor="t">
            <a:noAutofit/>
          </a:bodyPr>
          <a:lstStyle/>
          <a:p>
            <a:r>
              <a:rPr lang="en-US" sz="1800" dirty="0"/>
              <a:t>AD Recycle Bin must be enabled in the forest first</a:t>
            </a:r>
          </a:p>
          <a:p>
            <a:r>
              <a:rPr lang="en-US" sz="1800" dirty="0"/>
              <a:t>Supports recovery of users, groups, and OUs with attributes intact</a:t>
            </a:r>
          </a:p>
          <a:p>
            <a:r>
              <a:rPr lang="en-US" sz="1800" dirty="0"/>
              <a:t>Use AD Administrative Center or PowerShell for restore</a:t>
            </a:r>
          </a:p>
          <a:p>
            <a:r>
              <a:rPr lang="en-US" sz="1800" dirty="0"/>
              <a:t>Restored objects rejoin their original group memberships</a:t>
            </a:r>
          </a:p>
          <a:p>
            <a:r>
              <a:rPr lang="en-US" sz="1800" dirty="0"/>
              <a:t>Adventure Works restores accidentally deleted HR OU</a:t>
            </a:r>
          </a:p>
        </p:txBody>
      </p:sp>
    </p:spTree>
    <p:extLst>
      <p:ext uri="{BB962C8B-B14F-4D97-AF65-F5344CB8AC3E}">
        <p14:creationId xmlns:p14="http://schemas.microsoft.com/office/powerpoint/2010/main" val="3962326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5">
            <a:extLst>
              <a:ext uri="{FF2B5EF4-FFF2-40B4-BE49-F238E27FC236}">
                <a16:creationId xmlns:a16="http://schemas.microsoft.com/office/drawing/2014/main" id="{7CE19171-B11A-F0B2-D185-CC8FB87A16DC}"/>
              </a:ext>
            </a:extLst>
          </p:cNvPr>
          <p:cNvSpPr txBox="1">
            <a:spLocks/>
          </p:cNvSpPr>
          <p:nvPr/>
        </p:nvSpPr>
        <p:spPr>
          <a:xfrm>
            <a:off x="1500187" y="1971242"/>
            <a:ext cx="6143625" cy="771525"/>
          </a:xfrm>
          <a:prstGeom prst="rect">
            <a:avLst/>
          </a:prstGeom>
        </p:spPr>
        <p:txBody>
          <a:bodyPr vert="horz" lIns="91440" tIns="45720" rIns="91440" bIns="45720" rtlCol="0">
            <a:no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Font typeface="Arial"/>
              <a:buNone/>
            </a:pPr>
            <a:r>
              <a:rPr lang="en-US" sz="3600" dirty="0">
                <a:solidFill>
                  <a:srgbClr val="0978D8"/>
                </a:solidFill>
              </a:rPr>
              <a:t>26.2 Recover Active Directory database using Directory Services Restore mode </a:t>
            </a:r>
          </a:p>
        </p:txBody>
      </p:sp>
    </p:spTree>
    <p:extLst>
      <p:ext uri="{BB962C8B-B14F-4D97-AF65-F5344CB8AC3E}">
        <p14:creationId xmlns:p14="http://schemas.microsoft.com/office/powerpoint/2010/main" val="182904001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DE03C8-8D21-7742-BC45-5373CF43F0B8}"/>
              </a:ext>
            </a:extLst>
          </p:cNvPr>
          <p:cNvSpPr>
            <a:spLocks noGrp="1"/>
          </p:cNvSpPr>
          <p:nvPr>
            <p:ph type="title"/>
          </p:nvPr>
        </p:nvSpPr>
        <p:spPr/>
        <p:txBody>
          <a:bodyPr/>
          <a:lstStyle/>
          <a:p>
            <a:r>
              <a:rPr lang="en-US"/>
              <a:t>Repair or restore AD DS database (NTDS.dit)</a:t>
            </a:r>
            <a:endParaRPr lang="en-US" dirty="0"/>
          </a:p>
        </p:txBody>
      </p:sp>
      <p:sp>
        <p:nvSpPr>
          <p:cNvPr id="3" name="Content Placeholder 2">
            <a:extLst>
              <a:ext uri="{FF2B5EF4-FFF2-40B4-BE49-F238E27FC236}">
                <a16:creationId xmlns:a16="http://schemas.microsoft.com/office/drawing/2014/main" id="{514D88C4-C6AF-3654-026D-9E5843DEC367}"/>
              </a:ext>
            </a:extLst>
          </p:cNvPr>
          <p:cNvSpPr>
            <a:spLocks noGrp="1"/>
          </p:cNvSpPr>
          <p:nvPr>
            <p:ph idx="1"/>
          </p:nvPr>
        </p:nvSpPr>
        <p:spPr>
          <a:xfrm>
            <a:off x="900501" y="782059"/>
            <a:ext cx="7197363" cy="4310743"/>
          </a:xfrm>
        </p:spPr>
        <p:txBody>
          <a:bodyPr vert="horz" lIns="91440" tIns="45720" rIns="91440" bIns="45720" rtlCol="0" anchor="t">
            <a:noAutofit/>
          </a:bodyPr>
          <a:lstStyle/>
          <a:p>
            <a:r>
              <a:rPr lang="en-US" sz="1800" dirty="0"/>
              <a:t>Boot DC into DSRM for offline maintenance</a:t>
            </a:r>
          </a:p>
          <a:p>
            <a:r>
              <a:rPr lang="en-US" sz="1800" dirty="0"/>
              <a:t>Run </a:t>
            </a:r>
            <a:r>
              <a:rPr lang="en-US" sz="1800" dirty="0" err="1"/>
              <a:t>ntdsutil</a:t>
            </a:r>
            <a:r>
              <a:rPr lang="en-US" sz="1800" dirty="0"/>
              <a:t> to repair or perform authoritative restore</a:t>
            </a:r>
          </a:p>
          <a:p>
            <a:r>
              <a:rPr lang="en-US" sz="1800" dirty="0"/>
              <a:t>Restore from Windows Server Backup if database is corrupt</a:t>
            </a:r>
          </a:p>
          <a:p>
            <a:r>
              <a:rPr lang="en-US" sz="1800" dirty="0"/>
              <a:t>Essential for catastrophic database corruption events</a:t>
            </a:r>
          </a:p>
          <a:p>
            <a:r>
              <a:rPr lang="en-US" sz="1800" dirty="0"/>
              <a:t>Contoso recovered a failed DC by restoring </a:t>
            </a:r>
            <a:r>
              <a:rPr lang="en-US" sz="1800" dirty="0" err="1"/>
              <a:t>NTDS.dit</a:t>
            </a:r>
            <a:r>
              <a:rPr lang="en-US" sz="1800" dirty="0"/>
              <a:t> from backup</a:t>
            </a:r>
          </a:p>
        </p:txBody>
      </p:sp>
    </p:spTree>
    <p:extLst>
      <p:ext uri="{BB962C8B-B14F-4D97-AF65-F5344CB8AC3E}">
        <p14:creationId xmlns:p14="http://schemas.microsoft.com/office/powerpoint/2010/main" val="38597847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5">
            <a:extLst>
              <a:ext uri="{FF2B5EF4-FFF2-40B4-BE49-F238E27FC236}">
                <a16:creationId xmlns:a16="http://schemas.microsoft.com/office/drawing/2014/main" id="{7CE19171-B11A-F0B2-D185-CC8FB87A16DC}"/>
              </a:ext>
            </a:extLst>
          </p:cNvPr>
          <p:cNvSpPr txBox="1">
            <a:spLocks/>
          </p:cNvSpPr>
          <p:nvPr/>
        </p:nvSpPr>
        <p:spPr>
          <a:xfrm>
            <a:off x="1500187" y="1971242"/>
            <a:ext cx="6143625" cy="771525"/>
          </a:xfrm>
          <a:prstGeom prst="rect">
            <a:avLst/>
          </a:prstGeom>
        </p:spPr>
        <p:txBody>
          <a:bodyPr vert="horz" lIns="91440" tIns="45720" rIns="91440" bIns="45720" rtlCol="0">
            <a:no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Font typeface="Arial"/>
              <a:buNone/>
            </a:pPr>
            <a:r>
              <a:rPr lang="en-US" sz="3600" dirty="0">
                <a:solidFill>
                  <a:srgbClr val="0978D8"/>
                </a:solidFill>
              </a:rPr>
              <a:t>26.3 Recover system volume (SYSVOL) </a:t>
            </a:r>
          </a:p>
        </p:txBody>
      </p:sp>
    </p:spTree>
    <p:extLst>
      <p:ext uri="{BB962C8B-B14F-4D97-AF65-F5344CB8AC3E}">
        <p14:creationId xmlns:p14="http://schemas.microsoft.com/office/powerpoint/2010/main" val="94790793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DE03C8-8D21-7742-BC45-5373CF43F0B8}"/>
              </a:ext>
            </a:extLst>
          </p:cNvPr>
          <p:cNvSpPr>
            <a:spLocks noGrp="1"/>
          </p:cNvSpPr>
          <p:nvPr>
            <p:ph type="title"/>
          </p:nvPr>
        </p:nvSpPr>
        <p:spPr>
          <a:xfrm>
            <a:off x="793342" y="9336"/>
            <a:ext cx="8301128" cy="463628"/>
          </a:xfrm>
        </p:spPr>
        <p:txBody>
          <a:bodyPr/>
          <a:lstStyle/>
          <a:p>
            <a:r>
              <a:rPr lang="en-US" sz="2400"/>
              <a:t>Restore group policies and logon scripts from SYSVOL</a:t>
            </a:r>
            <a:endParaRPr lang="en-US" sz="2400" dirty="0"/>
          </a:p>
        </p:txBody>
      </p:sp>
      <p:sp>
        <p:nvSpPr>
          <p:cNvPr id="3" name="Content Placeholder 2">
            <a:extLst>
              <a:ext uri="{FF2B5EF4-FFF2-40B4-BE49-F238E27FC236}">
                <a16:creationId xmlns:a16="http://schemas.microsoft.com/office/drawing/2014/main" id="{514D88C4-C6AF-3654-026D-9E5843DEC367}"/>
              </a:ext>
            </a:extLst>
          </p:cNvPr>
          <p:cNvSpPr>
            <a:spLocks noGrp="1"/>
          </p:cNvSpPr>
          <p:nvPr>
            <p:ph idx="1"/>
          </p:nvPr>
        </p:nvSpPr>
        <p:spPr>
          <a:xfrm>
            <a:off x="900501" y="782059"/>
            <a:ext cx="7197363" cy="4310743"/>
          </a:xfrm>
        </p:spPr>
        <p:txBody>
          <a:bodyPr vert="horz" lIns="91440" tIns="45720" rIns="91440" bIns="45720" rtlCol="0" anchor="t">
            <a:noAutofit/>
          </a:bodyPr>
          <a:lstStyle/>
          <a:p>
            <a:r>
              <a:rPr lang="en-US" sz="1800" dirty="0"/>
              <a:t>SYSVOL replication issues break GPO application</a:t>
            </a:r>
          </a:p>
          <a:p>
            <a:r>
              <a:rPr lang="en-US" sz="1800" dirty="0"/>
              <a:t>Authoritative vs non-authoritative restore modes available</a:t>
            </a:r>
          </a:p>
          <a:p>
            <a:r>
              <a:rPr lang="en-US" sz="1800" dirty="0"/>
              <a:t>Use DFS Replication (DFSR) tools to force synchronization</a:t>
            </a:r>
          </a:p>
          <a:p>
            <a:r>
              <a:rPr lang="en-US" sz="1800" dirty="0"/>
              <a:t>Backup/restore ensures logon scripts remain available</a:t>
            </a:r>
          </a:p>
          <a:p>
            <a:r>
              <a:rPr lang="en-US" sz="1800" dirty="0" err="1"/>
              <a:t>Fabrikam</a:t>
            </a:r>
            <a:r>
              <a:rPr lang="en-US" sz="1800" dirty="0"/>
              <a:t> restores SYSVOL after ransomware damaged GPOs</a:t>
            </a:r>
          </a:p>
        </p:txBody>
      </p:sp>
    </p:spTree>
    <p:extLst>
      <p:ext uri="{BB962C8B-B14F-4D97-AF65-F5344CB8AC3E}">
        <p14:creationId xmlns:p14="http://schemas.microsoft.com/office/powerpoint/2010/main" val="7667047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5">
            <a:extLst>
              <a:ext uri="{FF2B5EF4-FFF2-40B4-BE49-F238E27FC236}">
                <a16:creationId xmlns:a16="http://schemas.microsoft.com/office/drawing/2014/main" id="{7CE19171-B11A-F0B2-D185-CC8FB87A16DC}"/>
              </a:ext>
            </a:extLst>
          </p:cNvPr>
          <p:cNvSpPr txBox="1">
            <a:spLocks/>
          </p:cNvSpPr>
          <p:nvPr/>
        </p:nvSpPr>
        <p:spPr>
          <a:xfrm>
            <a:off x="1500187" y="1971242"/>
            <a:ext cx="6143625" cy="771525"/>
          </a:xfrm>
          <a:prstGeom prst="rect">
            <a:avLst/>
          </a:prstGeom>
        </p:spPr>
        <p:txBody>
          <a:bodyPr vert="horz" lIns="91440" tIns="45720" rIns="91440" bIns="45720" rtlCol="0">
            <a:no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Font typeface="Arial"/>
              <a:buNone/>
            </a:pPr>
            <a:r>
              <a:rPr lang="en-US" sz="3600" dirty="0">
                <a:solidFill>
                  <a:srgbClr val="0978D8"/>
                </a:solidFill>
              </a:rPr>
              <a:t>26.4 Troubleshoot Active Directory replication </a:t>
            </a:r>
          </a:p>
        </p:txBody>
      </p:sp>
    </p:spTree>
    <p:extLst>
      <p:ext uri="{BB962C8B-B14F-4D97-AF65-F5344CB8AC3E}">
        <p14:creationId xmlns:p14="http://schemas.microsoft.com/office/powerpoint/2010/main" val="167472792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DE03C8-8D21-7742-BC45-5373CF43F0B8}"/>
              </a:ext>
            </a:extLst>
          </p:cNvPr>
          <p:cNvSpPr>
            <a:spLocks noGrp="1"/>
          </p:cNvSpPr>
          <p:nvPr>
            <p:ph type="title"/>
          </p:nvPr>
        </p:nvSpPr>
        <p:spPr/>
        <p:txBody>
          <a:bodyPr/>
          <a:lstStyle/>
          <a:p>
            <a:r>
              <a:rPr lang="en-US"/>
              <a:t>Diagnose and fix replication failures</a:t>
            </a:r>
            <a:endParaRPr lang="en-US" dirty="0"/>
          </a:p>
        </p:txBody>
      </p:sp>
      <p:sp>
        <p:nvSpPr>
          <p:cNvPr id="3" name="Content Placeholder 2">
            <a:extLst>
              <a:ext uri="{FF2B5EF4-FFF2-40B4-BE49-F238E27FC236}">
                <a16:creationId xmlns:a16="http://schemas.microsoft.com/office/drawing/2014/main" id="{514D88C4-C6AF-3654-026D-9E5843DEC367}"/>
              </a:ext>
            </a:extLst>
          </p:cNvPr>
          <p:cNvSpPr>
            <a:spLocks noGrp="1"/>
          </p:cNvSpPr>
          <p:nvPr>
            <p:ph idx="1"/>
          </p:nvPr>
        </p:nvSpPr>
        <p:spPr>
          <a:xfrm>
            <a:off x="900501" y="782059"/>
            <a:ext cx="7197363" cy="4310743"/>
          </a:xfrm>
        </p:spPr>
        <p:txBody>
          <a:bodyPr vert="horz" lIns="91440" tIns="45720" rIns="91440" bIns="45720" rtlCol="0" anchor="t">
            <a:noAutofit/>
          </a:bodyPr>
          <a:lstStyle/>
          <a:p>
            <a:r>
              <a:rPr lang="en-US" sz="1800" dirty="0"/>
              <a:t>Tools: </a:t>
            </a:r>
            <a:r>
              <a:rPr lang="en-US" sz="1800" dirty="0" err="1"/>
              <a:t>repadmin</a:t>
            </a:r>
            <a:r>
              <a:rPr lang="en-US" sz="1800" dirty="0"/>
              <a:t> /</a:t>
            </a:r>
            <a:r>
              <a:rPr lang="en-US" sz="1800" dirty="0" err="1"/>
              <a:t>showrepl</a:t>
            </a:r>
            <a:r>
              <a:rPr lang="en-US" sz="1800" dirty="0"/>
              <a:t>, Event Viewer, AD Replication Status Tool</a:t>
            </a:r>
          </a:p>
          <a:p>
            <a:r>
              <a:rPr lang="en-US" sz="1800" dirty="0"/>
              <a:t>Check site links, replication schedules, and DNS health</a:t>
            </a:r>
          </a:p>
          <a:p>
            <a:r>
              <a:rPr lang="en-US" sz="1800" dirty="0"/>
              <a:t>Latency and lingering objects indicate broken replication</a:t>
            </a:r>
          </a:p>
          <a:p>
            <a:r>
              <a:rPr lang="en-US" sz="1800" dirty="0"/>
              <a:t>Force replication manually to confirm fixes</a:t>
            </a:r>
          </a:p>
          <a:p>
            <a:r>
              <a:rPr lang="en-US" sz="1800" dirty="0"/>
              <a:t>Tailwind Traders resolves cross-site sync issues by correcting DNS SRV records</a:t>
            </a:r>
          </a:p>
        </p:txBody>
      </p:sp>
    </p:spTree>
    <p:extLst>
      <p:ext uri="{BB962C8B-B14F-4D97-AF65-F5344CB8AC3E}">
        <p14:creationId xmlns:p14="http://schemas.microsoft.com/office/powerpoint/2010/main" val="7261849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5">
            <a:extLst>
              <a:ext uri="{FF2B5EF4-FFF2-40B4-BE49-F238E27FC236}">
                <a16:creationId xmlns:a16="http://schemas.microsoft.com/office/drawing/2014/main" id="{7CE19171-B11A-F0B2-D185-CC8FB87A16DC}"/>
              </a:ext>
            </a:extLst>
          </p:cNvPr>
          <p:cNvSpPr txBox="1">
            <a:spLocks/>
          </p:cNvSpPr>
          <p:nvPr/>
        </p:nvSpPr>
        <p:spPr>
          <a:xfrm>
            <a:off x="1500187" y="1971242"/>
            <a:ext cx="6143625" cy="771525"/>
          </a:xfrm>
          <a:prstGeom prst="rect">
            <a:avLst/>
          </a:prstGeom>
        </p:spPr>
        <p:txBody>
          <a:bodyPr vert="horz" lIns="91440" tIns="45720" rIns="91440" bIns="45720" rtlCol="0">
            <a:no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Font typeface="Arial"/>
              <a:buNone/>
            </a:pPr>
            <a:r>
              <a:rPr lang="en-US" sz="3600" dirty="0">
                <a:solidFill>
                  <a:srgbClr val="0978D8"/>
                </a:solidFill>
              </a:rPr>
              <a:t>26.5 Troubleshoot hybrid authentication and synchronization issues </a:t>
            </a:r>
          </a:p>
        </p:txBody>
      </p:sp>
    </p:spTree>
    <p:extLst>
      <p:ext uri="{BB962C8B-B14F-4D97-AF65-F5344CB8AC3E}">
        <p14:creationId xmlns:p14="http://schemas.microsoft.com/office/powerpoint/2010/main" val="300755663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DE03C8-8D21-7742-BC45-5373CF43F0B8}"/>
              </a:ext>
            </a:extLst>
          </p:cNvPr>
          <p:cNvSpPr>
            <a:spLocks noGrp="1"/>
          </p:cNvSpPr>
          <p:nvPr>
            <p:ph type="title"/>
          </p:nvPr>
        </p:nvSpPr>
        <p:spPr>
          <a:xfrm>
            <a:off x="793342" y="9336"/>
            <a:ext cx="8350658" cy="463628"/>
          </a:xfrm>
        </p:spPr>
        <p:txBody>
          <a:bodyPr/>
          <a:lstStyle/>
          <a:p>
            <a:r>
              <a:rPr lang="en-US"/>
              <a:t>Resolve Microsoft Entra Connect sync problems</a:t>
            </a:r>
            <a:endParaRPr lang="en-US" dirty="0"/>
          </a:p>
        </p:txBody>
      </p:sp>
      <p:sp>
        <p:nvSpPr>
          <p:cNvPr id="3" name="Content Placeholder 2">
            <a:extLst>
              <a:ext uri="{FF2B5EF4-FFF2-40B4-BE49-F238E27FC236}">
                <a16:creationId xmlns:a16="http://schemas.microsoft.com/office/drawing/2014/main" id="{514D88C4-C6AF-3654-026D-9E5843DEC367}"/>
              </a:ext>
            </a:extLst>
          </p:cNvPr>
          <p:cNvSpPr>
            <a:spLocks noGrp="1"/>
          </p:cNvSpPr>
          <p:nvPr>
            <p:ph idx="1"/>
          </p:nvPr>
        </p:nvSpPr>
        <p:spPr>
          <a:xfrm>
            <a:off x="900501" y="782059"/>
            <a:ext cx="7197363" cy="4310743"/>
          </a:xfrm>
        </p:spPr>
        <p:txBody>
          <a:bodyPr vert="horz" lIns="91440" tIns="45720" rIns="91440" bIns="45720" rtlCol="0" anchor="t">
            <a:noAutofit/>
          </a:bodyPr>
          <a:lstStyle/>
          <a:p>
            <a:r>
              <a:rPr lang="en-US" sz="1800" dirty="0"/>
              <a:t>Check Entra Connect sync scheduler and health dashboard</a:t>
            </a:r>
          </a:p>
          <a:p>
            <a:r>
              <a:rPr lang="en-US" sz="1800" dirty="0"/>
              <a:t>Verify service account permissions and connectivity</a:t>
            </a:r>
          </a:p>
          <a:p>
            <a:r>
              <a:rPr lang="en-US" sz="1800" dirty="0"/>
              <a:t>Review logs in Synchronization Service Manager</a:t>
            </a:r>
          </a:p>
          <a:p>
            <a:r>
              <a:rPr lang="en-US" sz="1800" dirty="0"/>
              <a:t>Confirm password hash or pass-through auth config</a:t>
            </a:r>
          </a:p>
          <a:p>
            <a:r>
              <a:rPr lang="en-US" sz="1800" dirty="0"/>
              <a:t>Contoso resolves failed sync by repairing Entra Connect connectors</a:t>
            </a:r>
          </a:p>
        </p:txBody>
      </p:sp>
    </p:spTree>
    <p:extLst>
      <p:ext uri="{BB962C8B-B14F-4D97-AF65-F5344CB8AC3E}">
        <p14:creationId xmlns:p14="http://schemas.microsoft.com/office/powerpoint/2010/main" val="32812275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5">
            <a:extLst>
              <a:ext uri="{FF2B5EF4-FFF2-40B4-BE49-F238E27FC236}">
                <a16:creationId xmlns:a16="http://schemas.microsoft.com/office/drawing/2014/main" id="{7CE19171-B11A-F0B2-D185-CC8FB87A16DC}"/>
              </a:ext>
            </a:extLst>
          </p:cNvPr>
          <p:cNvSpPr txBox="1">
            <a:spLocks/>
          </p:cNvSpPr>
          <p:nvPr/>
        </p:nvSpPr>
        <p:spPr>
          <a:xfrm>
            <a:off x="1500187" y="1971242"/>
            <a:ext cx="6143625" cy="771525"/>
          </a:xfrm>
          <a:prstGeom prst="rect">
            <a:avLst/>
          </a:prstGeom>
        </p:spPr>
        <p:txBody>
          <a:bodyPr vert="horz" lIns="91440" tIns="45720" rIns="91440" bIns="45720" rtlCol="0">
            <a:no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Font typeface="Arial"/>
              <a:buNone/>
            </a:pPr>
            <a:r>
              <a:rPr lang="en-US" sz="3600" dirty="0">
                <a:solidFill>
                  <a:srgbClr val="0978D8"/>
                </a:solidFill>
              </a:rPr>
              <a:t>26.6 Troubleshoot on-premises Active Directory </a:t>
            </a:r>
          </a:p>
        </p:txBody>
      </p:sp>
    </p:spTree>
    <p:extLst>
      <p:ext uri="{BB962C8B-B14F-4D97-AF65-F5344CB8AC3E}">
        <p14:creationId xmlns:p14="http://schemas.microsoft.com/office/powerpoint/2010/main" val="348076757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DE03C8-8D21-7742-BC45-5373CF43F0B8}"/>
              </a:ext>
            </a:extLst>
          </p:cNvPr>
          <p:cNvSpPr>
            <a:spLocks noGrp="1"/>
          </p:cNvSpPr>
          <p:nvPr>
            <p:ph type="title"/>
          </p:nvPr>
        </p:nvSpPr>
        <p:spPr/>
        <p:txBody>
          <a:bodyPr/>
          <a:lstStyle/>
          <a:p>
            <a:r>
              <a:rPr lang="en-US"/>
              <a:t>Address core AD DS service issues</a:t>
            </a:r>
            <a:endParaRPr lang="en-US" dirty="0"/>
          </a:p>
        </p:txBody>
      </p:sp>
      <p:sp>
        <p:nvSpPr>
          <p:cNvPr id="3" name="Content Placeholder 2">
            <a:extLst>
              <a:ext uri="{FF2B5EF4-FFF2-40B4-BE49-F238E27FC236}">
                <a16:creationId xmlns:a16="http://schemas.microsoft.com/office/drawing/2014/main" id="{514D88C4-C6AF-3654-026D-9E5843DEC367}"/>
              </a:ext>
            </a:extLst>
          </p:cNvPr>
          <p:cNvSpPr>
            <a:spLocks noGrp="1"/>
          </p:cNvSpPr>
          <p:nvPr>
            <p:ph idx="1"/>
          </p:nvPr>
        </p:nvSpPr>
        <p:spPr>
          <a:xfrm>
            <a:off x="900501" y="782059"/>
            <a:ext cx="7197363" cy="4310743"/>
          </a:xfrm>
        </p:spPr>
        <p:txBody>
          <a:bodyPr vert="horz" lIns="91440" tIns="45720" rIns="91440" bIns="45720" rtlCol="0" anchor="t">
            <a:noAutofit/>
          </a:bodyPr>
          <a:lstStyle/>
          <a:p>
            <a:r>
              <a:rPr lang="en-US" sz="1800" dirty="0"/>
              <a:t>Ensure domain controllers are online and reachable</a:t>
            </a:r>
          </a:p>
          <a:p>
            <a:r>
              <a:rPr lang="en-US" sz="1800" dirty="0"/>
              <a:t>Check </a:t>
            </a:r>
            <a:r>
              <a:rPr lang="en-US" sz="1800" dirty="0" err="1"/>
              <a:t>netlogon</a:t>
            </a:r>
            <a:r>
              <a:rPr lang="en-US" sz="1800" dirty="0"/>
              <a:t> and </a:t>
            </a:r>
            <a:r>
              <a:rPr lang="en-US" sz="1800" dirty="0" err="1"/>
              <a:t>kerberos</a:t>
            </a:r>
            <a:r>
              <a:rPr lang="en-US" sz="1800" dirty="0"/>
              <a:t> services</a:t>
            </a:r>
          </a:p>
          <a:p>
            <a:r>
              <a:rPr lang="en-US" sz="1800" dirty="0"/>
              <a:t>Review DC health with </a:t>
            </a:r>
            <a:r>
              <a:rPr lang="en-US" sz="1800" dirty="0" err="1"/>
              <a:t>dcdiag</a:t>
            </a:r>
            <a:r>
              <a:rPr lang="en-US" sz="1800" dirty="0"/>
              <a:t> and Event Viewer</a:t>
            </a:r>
          </a:p>
          <a:p>
            <a:r>
              <a:rPr lang="en-US" sz="1800" dirty="0"/>
              <a:t>Confirm FSMO roles are online and accessible</a:t>
            </a:r>
          </a:p>
          <a:p>
            <a:r>
              <a:rPr lang="en-US" sz="1800" dirty="0"/>
              <a:t>Adventure Works resolves logon failures by seizing FSMO role</a:t>
            </a:r>
          </a:p>
        </p:txBody>
      </p:sp>
    </p:spTree>
    <p:extLst>
      <p:ext uri="{BB962C8B-B14F-4D97-AF65-F5344CB8AC3E}">
        <p14:creationId xmlns:p14="http://schemas.microsoft.com/office/powerpoint/2010/main" val="3383506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5">
            <a:extLst>
              <a:ext uri="{FF2B5EF4-FFF2-40B4-BE49-F238E27FC236}">
                <a16:creationId xmlns:a16="http://schemas.microsoft.com/office/drawing/2014/main" id="{7CE19171-B11A-F0B2-D185-CC8FB87A16DC}"/>
              </a:ext>
            </a:extLst>
          </p:cNvPr>
          <p:cNvSpPr txBox="1">
            <a:spLocks/>
          </p:cNvSpPr>
          <p:nvPr/>
        </p:nvSpPr>
        <p:spPr>
          <a:xfrm>
            <a:off x="1500187" y="1971242"/>
            <a:ext cx="6143625" cy="771525"/>
          </a:xfrm>
          <a:prstGeom prst="rect">
            <a:avLst/>
          </a:prstGeom>
        </p:spPr>
        <p:txBody>
          <a:bodyPr vert="horz" lIns="91440" tIns="45720" rIns="91440" bIns="45720" rtlCol="0">
            <a:no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Font typeface="Arial"/>
              <a:buNone/>
            </a:pPr>
            <a:r>
              <a:rPr lang="en-US" sz="3600">
                <a:solidFill>
                  <a:srgbClr val="0978D8"/>
                </a:solidFill>
              </a:rPr>
              <a:t>26.7 Troubleshoot hybrid identity synchronization with Microsoft Entra Connect</a:t>
            </a:r>
            <a:endParaRPr lang="en-US" sz="3600" dirty="0">
              <a:solidFill>
                <a:srgbClr val="0978D8"/>
              </a:solidFill>
            </a:endParaRPr>
          </a:p>
        </p:txBody>
      </p:sp>
    </p:spTree>
    <p:extLst>
      <p:ext uri="{BB962C8B-B14F-4D97-AF65-F5344CB8AC3E}">
        <p14:creationId xmlns:p14="http://schemas.microsoft.com/office/powerpoint/2010/main" val="117334780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DE03C8-8D21-7742-BC45-5373CF43F0B8}"/>
              </a:ext>
            </a:extLst>
          </p:cNvPr>
          <p:cNvSpPr>
            <a:spLocks noGrp="1"/>
          </p:cNvSpPr>
          <p:nvPr>
            <p:ph type="title"/>
          </p:nvPr>
        </p:nvSpPr>
        <p:spPr/>
        <p:txBody>
          <a:bodyPr/>
          <a:lstStyle/>
          <a:p>
            <a:r>
              <a:rPr lang="en-US"/>
              <a:t>Maintain reliable hybrid identity sync</a:t>
            </a:r>
            <a:endParaRPr lang="en-US" dirty="0"/>
          </a:p>
        </p:txBody>
      </p:sp>
      <p:sp>
        <p:nvSpPr>
          <p:cNvPr id="3" name="Content Placeholder 2">
            <a:extLst>
              <a:ext uri="{FF2B5EF4-FFF2-40B4-BE49-F238E27FC236}">
                <a16:creationId xmlns:a16="http://schemas.microsoft.com/office/drawing/2014/main" id="{514D88C4-C6AF-3654-026D-9E5843DEC367}"/>
              </a:ext>
            </a:extLst>
          </p:cNvPr>
          <p:cNvSpPr>
            <a:spLocks noGrp="1"/>
          </p:cNvSpPr>
          <p:nvPr>
            <p:ph idx="1"/>
          </p:nvPr>
        </p:nvSpPr>
        <p:spPr>
          <a:xfrm>
            <a:off x="900501" y="782059"/>
            <a:ext cx="7197363" cy="4310743"/>
          </a:xfrm>
        </p:spPr>
        <p:txBody>
          <a:bodyPr vert="horz" lIns="91440" tIns="45720" rIns="91440" bIns="45720" rtlCol="0" anchor="t">
            <a:noAutofit/>
          </a:bodyPr>
          <a:lstStyle/>
          <a:p>
            <a:r>
              <a:rPr lang="en-US" sz="1800" dirty="0"/>
              <a:t>Monitor sync status in Microsoft Entra admin portal</a:t>
            </a:r>
          </a:p>
          <a:p>
            <a:r>
              <a:rPr lang="en-US" sz="1800" dirty="0"/>
              <a:t>Validate connector health for AD forests</a:t>
            </a:r>
          </a:p>
          <a:p>
            <a:r>
              <a:rPr lang="en-US" sz="1800" dirty="0"/>
              <a:t>Re-run configuration wizard after schema or forest changes</a:t>
            </a:r>
          </a:p>
          <a:p>
            <a:r>
              <a:rPr lang="en-US" sz="1800" dirty="0"/>
              <a:t>Use staging mode for safe configuration testing</a:t>
            </a:r>
          </a:p>
          <a:p>
            <a:r>
              <a:rPr lang="en-US" sz="1800" dirty="0" err="1"/>
              <a:t>Fabrikam</a:t>
            </a:r>
            <a:r>
              <a:rPr lang="en-US" sz="1800" dirty="0"/>
              <a:t> stabilizes sync after adding new child domains</a:t>
            </a:r>
          </a:p>
        </p:txBody>
      </p:sp>
    </p:spTree>
    <p:extLst>
      <p:ext uri="{BB962C8B-B14F-4D97-AF65-F5344CB8AC3E}">
        <p14:creationId xmlns:p14="http://schemas.microsoft.com/office/powerpoint/2010/main" val="40923144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F9E237-BA0D-A6D7-ABE0-D61274209EBE}"/>
              </a:ext>
            </a:extLst>
          </p:cNvPr>
          <p:cNvSpPr>
            <a:spLocks noGrp="1"/>
          </p:cNvSpPr>
          <p:nvPr>
            <p:ph type="title"/>
          </p:nvPr>
        </p:nvSpPr>
        <p:spPr/>
        <p:txBody>
          <a:bodyPr/>
          <a:lstStyle/>
          <a:p>
            <a:r>
              <a:rPr lang="en-US" dirty="0"/>
              <a:t>Diagram title in sentence case</a:t>
            </a:r>
          </a:p>
        </p:txBody>
      </p:sp>
      <p:sp>
        <p:nvSpPr>
          <p:cNvPr id="8" name="Rectangle: Rounded Corners 7">
            <a:extLst>
              <a:ext uri="{FF2B5EF4-FFF2-40B4-BE49-F238E27FC236}">
                <a16:creationId xmlns:a16="http://schemas.microsoft.com/office/drawing/2014/main" id="{1155EB2F-7448-A2AA-7CA9-989CB37A3F86}"/>
              </a:ext>
            </a:extLst>
          </p:cNvPr>
          <p:cNvSpPr/>
          <p:nvPr/>
        </p:nvSpPr>
        <p:spPr>
          <a:xfrm>
            <a:off x="2673037" y="4599417"/>
            <a:ext cx="3797925" cy="463628"/>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600" dirty="0">
                <a:latin typeface="Segoe Pro Display" panose="020B0502040504020203" pitchFamily="34" charset="0"/>
                <a:ea typeface="JetBrains Mono" panose="02000009000000000000" pitchFamily="49" charset="0"/>
                <a:cs typeface="Poppins Light" panose="00000400000000000000" pitchFamily="2" charset="0"/>
              </a:rPr>
              <a:t>go.techtrainertim.com/blah</a:t>
            </a:r>
          </a:p>
        </p:txBody>
      </p:sp>
    </p:spTree>
    <p:extLst>
      <p:ext uri="{BB962C8B-B14F-4D97-AF65-F5344CB8AC3E}">
        <p14:creationId xmlns:p14="http://schemas.microsoft.com/office/powerpoint/2010/main" val="4080705565"/>
      </p:ext>
    </p:extLst>
  </p:cSld>
  <p:clrMapOvr>
    <a:masterClrMapping/>
  </p:clrMapOvr>
</p:sld>
</file>

<file path=ppt/theme/theme1.xml><?xml version="1.0" encoding="utf-8"?>
<a:theme xmlns:a="http://schemas.openxmlformats.org/drawingml/2006/main" name="Standard_LiveLessons_2017">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txDef>
      <a:spPr/>
      <a:bodyPr vert="horz" lIns="91440" tIns="45720" rIns="91440" bIns="45720" rtlCol="0">
        <a:normAutofit/>
      </a:bodyPr>
      <a:lstStyle>
        <a:defPPr algn="l">
          <a:defRPr sz="1200" b="0" baseline="0" dirty="0" smtClean="0">
            <a:solidFill>
              <a:srgbClr val="454D4E"/>
            </a:solidFill>
            <a:latin typeface="Open Sans" panose="020B0606030504020204" pitchFamily="34" charset="0"/>
          </a:defRPr>
        </a:defPPr>
      </a:lstStyle>
    </a:txDef>
  </a:objectDefaults>
  <a:extraClrSchemeLst/>
  <a:extLst>
    <a:ext uri="{05A4C25C-085E-4340-85A3-A5531E510DB2}">
      <thm15:themeFamily xmlns:thm15="http://schemas.microsoft.com/office/thememl/2012/main" name="Standard_LiveLessons_2016.potm" id="{8C1633E9-E98A-446F-92F4-E3D84D4249FA}" vid="{A44C486B-6B48-42BE-B4AA-FE194AC1400B}"/>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9EB942DAA29B6641B847DD25AB6364DF" ma:contentTypeVersion="20" ma:contentTypeDescription="Create a new document." ma:contentTypeScope="" ma:versionID="8418544ccbba6eabd8ad7f32b71cd208">
  <xsd:schema xmlns:xsd="http://www.w3.org/2001/XMLSchema" xmlns:xs="http://www.w3.org/2001/XMLSchema" xmlns:p="http://schemas.microsoft.com/office/2006/metadata/properties" xmlns:ns1="http://schemas.microsoft.com/sharepoint/v3" xmlns:ns2="1501a101-02f8-4cb9-8ad4-ac4c2bb50a5e" xmlns:ns3="53af226d-ba0a-4b77-ace2-7e16defb8490" targetNamespace="http://schemas.microsoft.com/office/2006/metadata/properties" ma:root="true" ma:fieldsID="263f9987bbc11137d77341febd189c27" ns1:_="" ns2:_="" ns3:_="">
    <xsd:import namespace="http://schemas.microsoft.com/sharepoint/v3"/>
    <xsd:import namespace="1501a101-02f8-4cb9-8ad4-ac4c2bb50a5e"/>
    <xsd:import namespace="53af226d-ba0a-4b77-ace2-7e16defb8490"/>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AutoTags" minOccurs="0"/>
                <xsd:element ref="ns2:MediaServiceOCR"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DateTaken" minOccurs="0"/>
                <xsd:element ref="ns2:MediaServiceObjectDetectorVersions" minOccurs="0"/>
                <xsd:element ref="ns2:MediaServiceSearchProperties" minOccurs="0"/>
                <xsd:element ref="ns2:MediaServiceBillingMetadata" minOccurs="0"/>
                <xsd:element ref="ns1:_ip_UnifiedCompliancePolicyProperties" minOccurs="0"/>
                <xsd:element ref="ns1:_ip_UnifiedCompliancePolicyUIAc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6" nillable="true" ma:displayName="Unified Compliance Policy Properties" ma:hidden="true" ma:internalName="_ip_UnifiedCompliancePolicyProperties">
      <xsd:simpleType>
        <xsd:restriction base="dms:Note"/>
      </xsd:simpleType>
    </xsd:element>
    <xsd:element name="_ip_UnifiedCompliancePolicyUIAction" ma:index="27"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501a101-02f8-4cb9-8ad4-ac4c2bb50a5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AutoTags" ma:index="14" nillable="true" ma:displayName="Tags" ma:internalName="MediaServiceAutoTags"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LengthInSeconds" ma:index="18" nillable="true" ma:displayName="MediaLengthInSeconds" ma:hidden="true" ma:internalName="MediaLengthInSeconds" ma:readOnly="true">
      <xsd:simpleType>
        <xsd:restriction base="dms:Unknown"/>
      </xsd:simpleType>
    </xsd:element>
    <xsd:element name="lcf76f155ced4ddcb4097134ff3c332f" ma:index="20" nillable="true" ma:taxonomy="true" ma:internalName="lcf76f155ced4ddcb4097134ff3c332f" ma:taxonomyFieldName="MediaServiceImageTags" ma:displayName="Image Tags" ma:readOnly="false" ma:fieldId="{5cf76f15-5ced-4ddc-b409-7134ff3c332f}" ma:taxonomyMulti="true" ma:sspId="46342d94-4a90-4c9b-8c88-cb4c8647e98f" ma:termSetId="09814cd3-568e-fe90-9814-8d621ff8fb84" ma:anchorId="fba54fb3-c3e1-fe81-a776-ca4b69148c4d" ma:open="true" ma:isKeyword="false">
      <xsd:complexType>
        <xsd:sequence>
          <xsd:element ref="pc:Terms" minOccurs="0" maxOccurs="1"/>
        </xsd:sequence>
      </xsd:complexType>
    </xsd:element>
    <xsd:element name="MediaServiceDateTaken" ma:index="22" nillable="true" ma:displayName="MediaServiceDateTaken" ma:hidden="true" ma:indexed="true" ma:internalName="MediaServiceDateTaken" ma:readOnly="true">
      <xsd:simpleType>
        <xsd:restriction base="dms:Text"/>
      </xsd:simpleType>
    </xsd:element>
    <xsd:element name="MediaServiceObjectDetectorVersions" ma:index="23" nillable="true" ma:displayName="MediaServiceObjectDetectorVersions" ma:hidden="true" ma:indexed="true" ma:internalName="MediaServiceObjectDetectorVersions" ma:readOnly="true">
      <xsd:simpleType>
        <xsd:restriction base="dms:Text"/>
      </xsd:simpleType>
    </xsd:element>
    <xsd:element name="MediaServiceSearchProperties" ma:index="24" nillable="true" ma:displayName="MediaServiceSearchProperties" ma:hidden="true" ma:internalName="MediaServiceSearchProperties" ma:readOnly="true">
      <xsd:simpleType>
        <xsd:restriction base="dms:Note"/>
      </xsd:simpleType>
    </xsd:element>
    <xsd:element name="MediaServiceBillingMetadata" ma:index="25"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53af226d-ba0a-4b77-ace2-7e16defb8490"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21" nillable="true" ma:displayName="Taxonomy Catch All Column" ma:hidden="true" ma:list="{0f1b6984-261b-4571-b7f9-8a6d366cc3e2}" ma:internalName="TaxCatchAll" ma:showField="CatchAllData" ma:web="53af226d-ba0a-4b77-ace2-7e16defb8490">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1501a101-02f8-4cb9-8ad4-ac4c2bb50a5e">
      <Terms xmlns="http://schemas.microsoft.com/office/infopath/2007/PartnerControls"/>
    </lcf76f155ced4ddcb4097134ff3c332f>
    <TaxCatchAll xmlns="53af226d-ba0a-4b77-ace2-7e16defb8490" xsi:nil="true"/>
    <_ip_UnifiedCompliancePolicyUIAction xmlns="http://schemas.microsoft.com/sharepoint/v3" xsi:nil="true"/>
    <_ip_UnifiedCompliancePolicyProperties xmlns="http://schemas.microsoft.com/sharepoint/v3" xsi:nil="true"/>
  </documentManagement>
</p:properties>
</file>

<file path=customXml/itemProps1.xml><?xml version="1.0" encoding="utf-8"?>
<ds:datastoreItem xmlns:ds="http://schemas.openxmlformats.org/officeDocument/2006/customXml" ds:itemID="{920C99BF-5DBB-4E5E-8232-1660DCDA7D83}">
  <ds:schemaRefs>
    <ds:schemaRef ds:uri="http://schemas.microsoft.com/sharepoint/v3/contenttype/forms"/>
  </ds:schemaRefs>
</ds:datastoreItem>
</file>

<file path=customXml/itemProps2.xml><?xml version="1.0" encoding="utf-8"?>
<ds:datastoreItem xmlns:ds="http://schemas.openxmlformats.org/officeDocument/2006/customXml" ds:itemID="{C617A993-D655-4871-AE37-2F6B290FAE18}"/>
</file>

<file path=customXml/itemProps3.xml><?xml version="1.0" encoding="utf-8"?>
<ds:datastoreItem xmlns:ds="http://schemas.openxmlformats.org/officeDocument/2006/customXml" ds:itemID="{47303C75-6DA1-4624-8E1F-10C605E57646}">
  <ds:schemaRefs>
    <ds:schemaRef ds:uri="http://schemas.openxmlformats.org/package/2006/metadata/core-properties"/>
    <ds:schemaRef ds:uri="http://purl.org/dc/elements/1.1/"/>
    <ds:schemaRef ds:uri="http://purl.org/dc/dcmitype/"/>
    <ds:schemaRef ds:uri="http://schemas.microsoft.com/office/2006/metadata/properties"/>
    <ds:schemaRef ds:uri="http://purl.org/dc/terms/"/>
    <ds:schemaRef ds:uri="http://schemas.microsoft.com/office/2006/documentManagement/types"/>
    <ds:schemaRef ds:uri="http://www.w3.org/XML/1998/namespace"/>
    <ds:schemaRef ds:uri="http://schemas.microsoft.com/office/infopath/2007/PartnerControls"/>
    <ds:schemaRef ds:uri="53af226d-ba0a-4b77-ace2-7e16defb8490"/>
    <ds:schemaRef ds:uri="1501a101-02f8-4cb9-8ad4-ac4c2bb50a5e"/>
    <ds:schemaRef ds:uri="http://schemas.microsoft.com/sharepoint/v3"/>
  </ds:schemaRefs>
</ds:datastoreItem>
</file>

<file path=docMetadata/LabelInfo.xml><?xml version="1.0" encoding="utf-8"?>
<clbl:labelList xmlns:clbl="http://schemas.microsoft.com/office/2020/mipLabelMetadata">
  <clbl:label id="{8cc434d7-97d0-47d3-b5c5-14fe0e33e34b}" enabled="0" method="" siteId="{8cc434d7-97d0-47d3-b5c5-14fe0e33e34b}" removed="1"/>
</clbl:labelList>
</file>

<file path=docProps/app.xml><?xml version="1.0" encoding="utf-8"?>
<Properties xmlns="http://schemas.openxmlformats.org/officeDocument/2006/extended-properties" xmlns:vt="http://schemas.openxmlformats.org/officeDocument/2006/docPropsVTypes">
  <Template>Microsoft Press_PowerPoint Template (2023 Re-brand)</Template>
  <TotalTime>35228</TotalTime>
  <Words>4610</Words>
  <Application>Microsoft Office PowerPoint</Application>
  <PresentationFormat>On-screen Show (16:9)</PresentationFormat>
  <Paragraphs>79</Paragraphs>
  <Slides>18</Slides>
  <Notes>10</Notes>
  <HiddenSlides>1</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18</vt:i4>
      </vt:variant>
    </vt:vector>
  </HeadingPairs>
  <TitlesOfParts>
    <vt:vector size="26" baseType="lpstr">
      <vt:lpstr>Arial</vt:lpstr>
      <vt:lpstr>Calibri</vt:lpstr>
      <vt:lpstr>Open Sans</vt:lpstr>
      <vt:lpstr>Segoe Pro Display</vt:lpstr>
      <vt:lpstr>Segoe UI</vt:lpstr>
      <vt:lpstr>Segoe UI Light</vt:lpstr>
      <vt:lpstr>Segoe UI Semilight</vt:lpstr>
      <vt:lpstr>Standard_LiveLessons_2017</vt:lpstr>
      <vt:lpstr>PowerPoint Presentation</vt:lpstr>
      <vt:lpstr>PowerPoint Presentation</vt:lpstr>
      <vt:lpstr>PowerPoint Presentation</vt:lpstr>
      <vt:lpstr>Keep identity services resilient under pressure</vt:lpstr>
      <vt:lpstr>Recover deleted objects without restoring entire database</vt:lpstr>
      <vt:lpstr>PowerPoint Presentation</vt:lpstr>
      <vt:lpstr>Repair or restore AD DS database (NTDS.dit)</vt:lpstr>
      <vt:lpstr>PowerPoint Presentation</vt:lpstr>
      <vt:lpstr>Restore group policies and logon scripts from SYSVOL</vt:lpstr>
      <vt:lpstr>PowerPoint Presentation</vt:lpstr>
      <vt:lpstr>Diagnose and fix replication failures</vt:lpstr>
      <vt:lpstr>PowerPoint Presentation</vt:lpstr>
      <vt:lpstr>Resolve Microsoft Entra Connect sync problems</vt:lpstr>
      <vt:lpstr>PowerPoint Presentation</vt:lpstr>
      <vt:lpstr>Address core AD DS service issues</vt:lpstr>
      <vt:lpstr>PowerPoint Presentation</vt:lpstr>
      <vt:lpstr>Maintain reliable hybrid identity sync</vt:lpstr>
      <vt:lpstr>Diagram title in sentence case</vt:lpstr>
    </vt:vector>
  </TitlesOfParts>
  <Company>Pearson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Julie Phifer</dc:creator>
  <cp:lastModifiedBy>Tim Warner</cp:lastModifiedBy>
  <cp:revision>104</cp:revision>
  <dcterms:created xsi:type="dcterms:W3CDTF">2015-09-28T19:52:00Z</dcterms:created>
  <dcterms:modified xsi:type="dcterms:W3CDTF">2025-11-08T14:39:36Z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0x0101009EB942DAA29B6641B847DD25AB6364DF</vt:lpwstr>
  </property>
  <property fmtid="{D5CDD505-2E9C-101B-9397-08002B2CF9AE}" pid="3" name="MediaServiceImageTags">
    <vt:lpwstr/>
  </property>
  <property fmtid="{D5CDD505-2E9C-101B-9397-08002B2CF9AE}" pid="4" name="MSIP_Label_d31dd64d-da6b-43d5-9ac5-8dec692131c3_Enabled">
    <vt:lpwstr>true</vt:lpwstr>
  </property>
  <property fmtid="{D5CDD505-2E9C-101B-9397-08002B2CF9AE}" pid="5" name="MSIP_Label_d31dd64d-da6b-43d5-9ac5-8dec692131c3_SetDate">
    <vt:lpwstr>2024-02-18T18:18:25Z</vt:lpwstr>
  </property>
  <property fmtid="{D5CDD505-2E9C-101B-9397-08002B2CF9AE}" pid="6" name="MSIP_Label_d31dd64d-da6b-43d5-9ac5-8dec692131c3_Method">
    <vt:lpwstr>Standard</vt:lpwstr>
  </property>
  <property fmtid="{D5CDD505-2E9C-101B-9397-08002B2CF9AE}" pid="7" name="MSIP_Label_d31dd64d-da6b-43d5-9ac5-8dec692131c3_Name">
    <vt:lpwstr>General</vt:lpwstr>
  </property>
  <property fmtid="{D5CDD505-2E9C-101B-9397-08002B2CF9AE}" pid="8" name="MSIP_Label_d31dd64d-da6b-43d5-9ac5-8dec692131c3_SiteId">
    <vt:lpwstr>db1766ec-5540-4cde-ad8d-b2b59fb2ed8e</vt:lpwstr>
  </property>
  <property fmtid="{D5CDD505-2E9C-101B-9397-08002B2CF9AE}" pid="9" name="MSIP_Label_d31dd64d-da6b-43d5-9ac5-8dec692131c3_ActionId">
    <vt:lpwstr>e519282f-68ee-4290-b67d-67e40ded71bd</vt:lpwstr>
  </property>
  <property fmtid="{D5CDD505-2E9C-101B-9397-08002B2CF9AE}" pid="10" name="MSIP_Label_d31dd64d-da6b-43d5-9ac5-8dec692131c3_ContentBits">
    <vt:lpwstr>0</vt:lpwstr>
  </property>
</Properties>
</file>