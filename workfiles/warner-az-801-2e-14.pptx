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7"/>
  </p:notesMasterIdLst>
  <p:sldIdLst>
    <p:sldId id="303" r:id="rId5"/>
    <p:sldId id="292" r:id="rId6"/>
    <p:sldId id="293" r:id="rId7"/>
    <p:sldId id="353" r:id="rId8"/>
    <p:sldId id="352" r:id="rId9"/>
    <p:sldId id="354" r:id="rId10"/>
    <p:sldId id="343" r:id="rId11"/>
    <p:sldId id="351" r:id="rId12"/>
    <p:sldId id="346" r:id="rId13"/>
    <p:sldId id="349" r:id="rId14"/>
    <p:sldId id="347" r:id="rId15"/>
    <p:sldId id="350"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F29DE-F720-4695-A0F5-6D4283F74E6F}" v="9" dt="2025-10-23T18:46:07.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626" autoAdjust="0"/>
    <p:restoredTop sz="61392" autoAdjust="0"/>
  </p:normalViewPr>
  <p:slideViewPr>
    <p:cSldViewPr snapToGrid="0" snapToObjects="1">
      <p:cViewPr varScale="1">
        <p:scale>
          <a:sx n="116" d="100"/>
          <a:sy n="116" d="100"/>
        </p:scale>
        <p:origin x="2908" y="296"/>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modSp mod">
        <pc:chgData name="Tim Warner" userId="1d9b2d89684621c1" providerId="LiveId" clId="{D0B44B65-70BF-4519-8E4C-BDC5735B7FF3}" dt="2025-06-24T20:16:51.778" v="1" actId="14100"/>
        <pc:sldMkLst>
          <pc:docMk/>
          <pc:sldMk cId="3662525184" sldId="30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30AA01FF-FB21-41D6-980B-78D2390319E9}"/>
    <pc:docChg chg="addSld modSld">
      <pc:chgData name="Tim Warner" userId="1d9b2d89684621c1" providerId="LiveId" clId="{30AA01FF-FB21-41D6-980B-78D2390319E9}" dt="2025-06-24T20:55:39.664" v="48"/>
      <pc:docMkLst>
        <pc:docMk/>
      </pc:docMkLst>
      <pc:sldChg chg="modSp mod">
        <pc:chgData name="Tim Warner" userId="1d9b2d89684621c1" providerId="LiveId" clId="{30AA01FF-FB21-41D6-980B-78D2390319E9}" dt="2025-06-24T20:54:45.944" v="40" actId="20577"/>
        <pc:sldMkLst>
          <pc:docMk/>
          <pc:sldMk cId="2539485740" sldId="292"/>
        </pc:sldMkLst>
      </pc:sldChg>
      <pc:sldChg chg="modSp mod">
        <pc:chgData name="Tim Warner" userId="1d9b2d89684621c1" providerId="LiveId" clId="{30AA01FF-FB21-41D6-980B-78D2390319E9}" dt="2025-06-24T20:54:58.416" v="43"/>
        <pc:sldMkLst>
          <pc:docMk/>
          <pc:sldMk cId="486668636" sldId="293"/>
        </pc:sldMkLst>
      </pc:sldChg>
      <pc:sldChg chg="modSp mod">
        <pc:chgData name="Tim Warner" userId="1d9b2d89684621c1" providerId="LiveId" clId="{30AA01FF-FB21-41D6-980B-78D2390319E9}" dt="2025-06-24T20:55:04.785" v="44"/>
        <pc:sldMkLst>
          <pc:docMk/>
          <pc:sldMk cId="1829040019" sldId="343"/>
        </pc:sldMkLst>
      </pc:sldChg>
      <pc:sldChg chg="modSp mod">
        <pc:chgData name="Tim Warner" userId="1d9b2d89684621c1" providerId="LiveId" clId="{30AA01FF-FB21-41D6-980B-78D2390319E9}" dt="2025-06-24T20:55:11.567" v="45"/>
        <pc:sldMkLst>
          <pc:docMk/>
          <pc:sldMk cId="947907938" sldId="346"/>
        </pc:sldMkLst>
      </pc:sldChg>
      <pc:sldChg chg="modSp mod">
        <pc:chgData name="Tim Warner" userId="1d9b2d89684621c1" providerId="LiveId" clId="{30AA01FF-FB21-41D6-980B-78D2390319E9}" dt="2025-06-24T20:55:18.694" v="46"/>
        <pc:sldMkLst>
          <pc:docMk/>
          <pc:sldMk cId="914007193" sldId="347"/>
        </pc:sldMkLst>
      </pc:sldChg>
      <pc:sldChg chg="modSp add mod">
        <pc:chgData name="Tim Warner" userId="1d9b2d89684621c1" providerId="LiveId" clId="{30AA01FF-FB21-41D6-980B-78D2390319E9}" dt="2025-06-24T20:55:39.664" v="48"/>
        <pc:sldMkLst>
          <pc:docMk/>
          <pc:sldMk cId="3950908850" sldId="348"/>
        </pc:sldMkLst>
      </pc:sldChg>
      <pc:sldChg chg="modSp add mod">
        <pc:chgData name="Tim Warner" userId="1d9b2d89684621c1" providerId="LiveId" clId="{30AA01FF-FB21-41D6-980B-78D2390319E9}" dt="2025-06-24T20:55:30.160" v="47"/>
        <pc:sldMkLst>
          <pc:docMk/>
          <pc:sldMk cId="1639766347" sldId="349"/>
        </pc:sldMkLst>
      </pc:sld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7:54.867" v="43" actId="20577"/>
        <pc:sldMkLst>
          <pc:docMk/>
          <pc:sldMk cId="2539485740" sldId="292"/>
        </pc:sldMkLst>
      </pc:sldChg>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Tim Warner" userId="1d9b2d89684621c1" providerId="LiveId" clId="{DBCC51AC-05C6-4CE3-B0C0-79574934C41D}"/>
    <pc:docChg chg="addSld modSld">
      <pc:chgData name="Tim Warner" userId="1d9b2d89684621c1" providerId="LiveId" clId="{DBCC51AC-05C6-4CE3-B0C0-79574934C41D}" dt="2025-06-24T21:03:29.409" v="64"/>
      <pc:docMkLst>
        <pc:docMk/>
      </pc:docMkLst>
      <pc:sldChg chg="modSp mod">
        <pc:chgData name="Tim Warner" userId="1d9b2d89684621c1" providerId="LiveId" clId="{DBCC51AC-05C6-4CE3-B0C0-79574934C41D}" dt="2025-06-24T21:02:50.527" v="59" actId="20577"/>
        <pc:sldMkLst>
          <pc:docMk/>
          <pc:sldMk cId="2539485740" sldId="292"/>
        </pc:sldMkLst>
      </pc:sldChg>
      <pc:sldChg chg="modSp mod">
        <pc:chgData name="Tim Warner" userId="1d9b2d89684621c1" providerId="LiveId" clId="{DBCC51AC-05C6-4CE3-B0C0-79574934C41D}" dt="2025-06-24T21:03:00.362" v="61"/>
        <pc:sldMkLst>
          <pc:docMk/>
          <pc:sldMk cId="486668636" sldId="293"/>
        </pc:sldMkLst>
      </pc:sldChg>
      <pc:sldChg chg="modSp mod">
        <pc:chgData name="Tim Warner" userId="1d9b2d89684621c1" providerId="LiveId" clId="{DBCC51AC-05C6-4CE3-B0C0-79574934C41D}" dt="2025-06-24T21:03:12.357" v="62"/>
        <pc:sldMkLst>
          <pc:docMk/>
          <pc:sldMk cId="1829040019" sldId="343"/>
        </pc:sldMkLst>
      </pc:sldChg>
      <pc:sldChg chg="modSp mod">
        <pc:chgData name="Tim Warner" userId="1d9b2d89684621c1" providerId="LiveId" clId="{DBCC51AC-05C6-4CE3-B0C0-79574934C41D}" dt="2025-06-24T21:03:19.782" v="63"/>
        <pc:sldMkLst>
          <pc:docMk/>
          <pc:sldMk cId="947907938" sldId="346"/>
        </pc:sldMkLst>
      </pc:sldChg>
      <pc:sldChg chg="modSp add mod">
        <pc:chgData name="Tim Warner" userId="1d9b2d89684621c1" providerId="LiveId" clId="{DBCC51AC-05C6-4CE3-B0C0-79574934C41D}" dt="2025-06-24T21:03:29.409" v="64"/>
        <pc:sldMkLst>
          <pc:docMk/>
          <pc:sldMk cId="578841353" sldId="347"/>
        </pc:sldMkLst>
      </pc:sldChg>
    </pc:docChg>
  </pc:docChgLst>
  <pc:docChgLst>
    <pc:chgData name="Tim Warner" userId="1d9b2d89684621c1" providerId="LiveId" clId="{9C1AC220-CD93-46E4-823F-E96AD2EFE762}"/>
    <pc:docChg chg="custSel addSld delSld modSld">
      <pc:chgData name="Tim Warner" userId="1d9b2d89684621c1" providerId="LiveId" clId="{9C1AC220-CD93-46E4-823F-E96AD2EFE762}" dt="2025-10-23T18:46:48.078" v="83" actId="2696"/>
      <pc:docMkLst>
        <pc:docMk/>
      </pc:docMkLst>
      <pc:sldChg chg="del">
        <pc:chgData name="Tim Warner" userId="1d9b2d89684621c1" providerId="LiveId" clId="{9C1AC220-CD93-46E4-823F-E96AD2EFE762}" dt="2025-10-23T18:46:48.078" v="83" actId="2696"/>
        <pc:sldMkLst>
          <pc:docMk/>
          <pc:sldMk cId="4080705565" sldId="342"/>
        </pc:sldMkLst>
      </pc:sldChg>
      <pc:sldChg chg="modNotesTx">
        <pc:chgData name="Tim Warner" userId="1d9b2d89684621c1" providerId="LiveId" clId="{9C1AC220-CD93-46E4-823F-E96AD2EFE762}" dt="2025-10-23T18:44:20.447" v="19" actId="20577"/>
        <pc:sldMkLst>
          <pc:docMk/>
          <pc:sldMk cId="2588545346" sldId="349"/>
        </pc:sldMkLst>
      </pc:sldChg>
      <pc:sldChg chg="modNotesTx">
        <pc:chgData name="Tim Warner" userId="1d9b2d89684621c1" providerId="LiveId" clId="{9C1AC220-CD93-46E4-823F-E96AD2EFE762}" dt="2025-10-23T18:44:34.846" v="24" actId="20577"/>
        <pc:sldMkLst>
          <pc:docMk/>
          <pc:sldMk cId="2845875050" sldId="350"/>
        </pc:sldMkLst>
      </pc:sldChg>
      <pc:sldChg chg="modNotesTx">
        <pc:chgData name="Tim Warner" userId="1d9b2d89684621c1" providerId="LiveId" clId="{9C1AC220-CD93-46E4-823F-E96AD2EFE762}" dt="2025-10-23T18:44:05.103" v="14" actId="20577"/>
        <pc:sldMkLst>
          <pc:docMk/>
          <pc:sldMk cId="529660163" sldId="351"/>
        </pc:sldMkLst>
      </pc:sldChg>
      <pc:sldChg chg="modNotesTx">
        <pc:chgData name="Tim Warner" userId="1d9b2d89684621c1" providerId="LiveId" clId="{9C1AC220-CD93-46E4-823F-E96AD2EFE762}" dt="2025-10-23T18:43:47.911" v="9" actId="20577"/>
        <pc:sldMkLst>
          <pc:docMk/>
          <pc:sldMk cId="2532352518" sldId="352"/>
        </pc:sldMkLst>
      </pc:sldChg>
      <pc:sldChg chg="modNotesTx">
        <pc:chgData name="Tim Warner" userId="1d9b2d89684621c1" providerId="LiveId" clId="{9C1AC220-CD93-46E4-823F-E96AD2EFE762}" dt="2025-10-23T18:43:31.359" v="4" actId="20577"/>
        <pc:sldMkLst>
          <pc:docMk/>
          <pc:sldMk cId="2752509489" sldId="353"/>
        </pc:sldMkLst>
      </pc:sldChg>
      <pc:sldChg chg="addSp delSp modSp new mod">
        <pc:chgData name="Tim Warner" userId="1d9b2d89684621c1" providerId="LiveId" clId="{9C1AC220-CD93-46E4-823F-E96AD2EFE762}" dt="2025-10-23T18:46:27.813" v="82" actId="1076"/>
        <pc:sldMkLst>
          <pc:docMk/>
          <pc:sldMk cId="1771290730" sldId="354"/>
        </pc:sldMkLst>
        <pc:spChg chg="mod">
          <ac:chgData name="Tim Warner" userId="1d9b2d89684621c1" providerId="LiveId" clId="{9C1AC220-CD93-46E4-823F-E96AD2EFE762}" dt="2025-10-23T18:45:34.630" v="53" actId="20577"/>
          <ac:spMkLst>
            <pc:docMk/>
            <pc:sldMk cId="1771290730" sldId="354"/>
            <ac:spMk id="2" creationId="{FB1D9B40-7234-6BC9-7A5B-212555C6AAA7}"/>
          </ac:spMkLst>
        </pc:spChg>
        <pc:spChg chg="del">
          <ac:chgData name="Tim Warner" userId="1d9b2d89684621c1" providerId="LiveId" clId="{9C1AC220-CD93-46E4-823F-E96AD2EFE762}" dt="2025-10-23T18:45:39.749" v="54" actId="478"/>
          <ac:spMkLst>
            <pc:docMk/>
            <pc:sldMk cId="1771290730" sldId="354"/>
            <ac:spMk id="3" creationId="{6663BE48-4728-DC72-92B7-09425C420852}"/>
          </ac:spMkLst>
        </pc:spChg>
        <pc:spChg chg="add mod">
          <ac:chgData name="Tim Warner" userId="1d9b2d89684621c1" providerId="LiveId" clId="{9C1AC220-CD93-46E4-823F-E96AD2EFE762}" dt="2025-10-23T18:46:27.813" v="82" actId="1076"/>
          <ac:spMkLst>
            <pc:docMk/>
            <pc:sldMk cId="1771290730" sldId="354"/>
            <ac:spMk id="4" creationId="{1BB789C5-52BE-1674-600A-1A5630F3BA9F}"/>
          </ac:spMkLst>
        </pc:spChg>
        <pc:picChg chg="add mod">
          <ac:chgData name="Tim Warner" userId="1d9b2d89684621c1" providerId="LiveId" clId="{9C1AC220-CD93-46E4-823F-E96AD2EFE762}" dt="2025-10-23T18:45:47.983" v="57" actId="1076"/>
          <ac:picMkLst>
            <pc:docMk/>
            <pc:sldMk cId="1771290730" sldId="354"/>
            <ac:picMk id="1026" creationId="{14E72343-7030-0E0F-79DE-AD4DA4BEC340}"/>
          </ac:picMkLst>
        </pc:picChg>
      </pc:sldChg>
    </pc:docChg>
  </pc:docChgLst>
  <pc:docChgLst>
    <pc:chgData name="Tim Warner" userId="1d9b2d89684621c1" providerId="LiveId" clId="{BE0AA194-3B40-4C8D-B9F8-6FA239D6AA64}"/>
    <pc:docChg chg="addSld delSld modSld">
      <pc:chgData name="Tim Warner" userId="1d9b2d89684621c1" providerId="LiveId" clId="{BE0AA194-3B40-4C8D-B9F8-6FA239D6AA64}" dt="2025-08-23T14:48:44.066" v="46" actId="2696"/>
      <pc:docMkLst>
        <pc:docMk/>
      </pc:docMkLst>
      <pc:sldChg chg="del">
        <pc:chgData name="Tim Warner" userId="1d9b2d89684621c1" providerId="LiveId" clId="{BE0AA194-3B40-4C8D-B9F8-6FA239D6AA64}" dt="2025-08-23T14:48:44.066" v="46" actId="2696"/>
        <pc:sldMkLst>
          <pc:docMk/>
          <pc:sldMk cId="4092314469" sldId="331"/>
        </pc:sldMkLst>
      </pc:sldChg>
      <pc:sldChg chg="modSp mod">
        <pc:chgData name="Tim Warner" userId="1d9b2d89684621c1" providerId="LiveId" clId="{BE0AA194-3B40-4C8D-B9F8-6FA239D6AA64}" dt="2025-08-21T18:08:45.658" v="3" actId="20577"/>
        <pc:sldMkLst>
          <pc:docMk/>
          <pc:sldMk cId="578841353" sldId="347"/>
        </pc:sldMkLst>
      </pc:sldChg>
      <pc:sldChg chg="add del">
        <pc:chgData name="Tim Warner" userId="1d9b2d89684621c1" providerId="LiveId" clId="{BE0AA194-3B40-4C8D-B9F8-6FA239D6AA64}" dt="2025-08-23T14:47:34.603" v="31" actId="2696"/>
        <pc:sldMkLst>
          <pc:docMk/>
          <pc:sldMk cId="1487691670" sldId="348"/>
        </pc:sldMkLst>
      </pc:sldChg>
      <pc:sldChg chg="modSp add mod modAnim">
        <pc:chgData name="Tim Warner" userId="1d9b2d89684621c1" providerId="LiveId" clId="{BE0AA194-3B40-4C8D-B9F8-6FA239D6AA64}" dt="2025-08-23T14:48:05.160" v="38" actId="20577"/>
        <pc:sldMkLst>
          <pc:docMk/>
          <pc:sldMk cId="2588545346" sldId="349"/>
        </pc:sldMkLst>
      </pc:sldChg>
      <pc:sldChg chg="modSp add mod modAnim">
        <pc:chgData name="Tim Warner" userId="1d9b2d89684621c1" providerId="LiveId" clId="{BE0AA194-3B40-4C8D-B9F8-6FA239D6AA64}" dt="2025-08-23T14:48:36.735" v="45" actId="20577"/>
        <pc:sldMkLst>
          <pc:docMk/>
          <pc:sldMk cId="2845875050" sldId="350"/>
        </pc:sldMkLst>
      </pc:sldChg>
      <pc:sldChg chg="modSp add mod modAnim">
        <pc:chgData name="Tim Warner" userId="1d9b2d89684621c1" providerId="LiveId" clId="{BE0AA194-3B40-4C8D-B9F8-6FA239D6AA64}" dt="2025-08-23T14:47:28.376" v="30" actId="20577"/>
        <pc:sldMkLst>
          <pc:docMk/>
          <pc:sldMk cId="529660163" sldId="351"/>
        </pc:sldMkLst>
      </pc:sldChg>
      <pc:sldChg chg="modSp add mod modAnim">
        <pc:chgData name="Tim Warner" userId="1d9b2d89684621c1" providerId="LiveId" clId="{BE0AA194-3B40-4C8D-B9F8-6FA239D6AA64}" dt="2025-08-23T14:46:56.457" v="23" actId="20577"/>
        <pc:sldMkLst>
          <pc:docMk/>
          <pc:sldMk cId="2532352518" sldId="352"/>
        </pc:sldMkLst>
      </pc:sldChg>
      <pc:sldChg chg="modSp add mod modAnim">
        <pc:chgData name="Tim Warner" userId="1d9b2d89684621c1" providerId="LiveId" clId="{BE0AA194-3B40-4C8D-B9F8-6FA239D6AA64}" dt="2025-08-23T14:46:17.584" v="17" actId="20577"/>
        <pc:sldMkLst>
          <pc:docMk/>
          <pc:sldMk cId="2752509489" sldId="353"/>
        </pc:sldMkLst>
      </pc:sldChg>
    </pc:docChg>
  </pc:docChgLst>
  <pc:docChgLst>
    <pc:chgData name="Tim Warner" userId="1d9b2d89684621c1" providerId="LiveId" clId="{C5F4564D-62A0-4415-961F-8AF3A1378AC2}"/>
    <pc:docChg chg="modSld">
      <pc:chgData name="Tim Warner" userId="1d9b2d89684621c1" providerId="LiveId" clId="{C5F4564D-62A0-4415-961F-8AF3A1378AC2}" dt="2025-06-24T20:53:46.374" v="40"/>
      <pc:docMkLst>
        <pc:docMk/>
      </pc:docMkLst>
      <pc:sldChg chg="modSp mod">
        <pc:chgData name="Tim Warner" userId="1d9b2d89684621c1" providerId="LiveId" clId="{C5F4564D-62A0-4415-961F-8AF3A1378AC2}" dt="2025-06-24T20:53:17.656" v="36" actId="20577"/>
        <pc:sldMkLst>
          <pc:docMk/>
          <pc:sldMk cId="2539485740" sldId="292"/>
        </pc:sldMkLst>
      </pc:sldChg>
      <pc:sldChg chg="modSp mod">
        <pc:chgData name="Tim Warner" userId="1d9b2d89684621c1" providerId="LiveId" clId="{C5F4564D-62A0-4415-961F-8AF3A1378AC2}" dt="2025-06-24T20:53:25.112" v="37"/>
        <pc:sldMkLst>
          <pc:docMk/>
          <pc:sldMk cId="486668636" sldId="293"/>
        </pc:sldMkLst>
      </pc:sldChg>
      <pc:sldChg chg="modSp mod">
        <pc:chgData name="Tim Warner" userId="1d9b2d89684621c1" providerId="LiveId" clId="{C5F4564D-62A0-4415-961F-8AF3A1378AC2}" dt="2025-06-24T20:53:33.021" v="38"/>
        <pc:sldMkLst>
          <pc:docMk/>
          <pc:sldMk cId="1829040019" sldId="343"/>
        </pc:sldMkLst>
      </pc:sldChg>
      <pc:sldChg chg="modSp mod">
        <pc:chgData name="Tim Warner" userId="1d9b2d89684621c1" providerId="LiveId" clId="{C5F4564D-62A0-4415-961F-8AF3A1378AC2}" dt="2025-06-24T20:53:39.395" v="39"/>
        <pc:sldMkLst>
          <pc:docMk/>
          <pc:sldMk cId="947907938" sldId="346"/>
        </pc:sldMkLst>
      </pc:sldChg>
      <pc:sldChg chg="modSp mod">
        <pc:chgData name="Tim Warner" userId="1d9b2d89684621c1" providerId="LiveId" clId="{C5F4564D-62A0-4415-961F-8AF3A1378AC2}" dt="2025-06-24T20:53:46.374" v="40"/>
        <pc:sldMkLst>
          <pc:docMk/>
          <pc:sldMk cId="914007193" sldId="347"/>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Tim Warner" userId="1d9b2d89684621c1" providerId="LiveId" clId="{5607CA2D-28E3-410C-9D7E-4E5693CD5A18}"/>
    <pc:docChg chg="delSld modSld">
      <pc:chgData name="Tim Warner" userId="1d9b2d89684621c1" providerId="LiveId" clId="{5607CA2D-28E3-410C-9D7E-4E5693CD5A18}" dt="2025-06-24T20:57:28.292" v="48"/>
      <pc:docMkLst>
        <pc:docMk/>
      </pc:docMkLst>
      <pc:sldChg chg="modSp mod">
        <pc:chgData name="Tim Warner" userId="1d9b2d89684621c1" providerId="LiveId" clId="{5607CA2D-28E3-410C-9D7E-4E5693CD5A18}" dt="2025-06-24T20:56:46.304" v="42" actId="20577"/>
        <pc:sldMkLst>
          <pc:docMk/>
          <pc:sldMk cId="2539485740" sldId="292"/>
        </pc:sldMkLst>
      </pc:sldChg>
      <pc:sldChg chg="modSp mod">
        <pc:chgData name="Tim Warner" userId="1d9b2d89684621c1" providerId="LiveId" clId="{5607CA2D-28E3-410C-9D7E-4E5693CD5A18}" dt="2025-06-24T20:57:00.201" v="44"/>
        <pc:sldMkLst>
          <pc:docMk/>
          <pc:sldMk cId="486668636" sldId="293"/>
        </pc:sldMkLst>
      </pc:sldChg>
      <pc:sldChg chg="modSp mod">
        <pc:chgData name="Tim Warner" userId="1d9b2d89684621c1" providerId="LiveId" clId="{5607CA2D-28E3-410C-9D7E-4E5693CD5A18}" dt="2025-06-24T20:57:06.720" v="45"/>
        <pc:sldMkLst>
          <pc:docMk/>
          <pc:sldMk cId="1829040019" sldId="343"/>
        </pc:sldMkLst>
      </pc:sldChg>
      <pc:sldChg chg="modSp mod">
        <pc:chgData name="Tim Warner" userId="1d9b2d89684621c1" providerId="LiveId" clId="{5607CA2D-28E3-410C-9D7E-4E5693CD5A18}" dt="2025-06-24T20:57:13.334" v="46"/>
        <pc:sldMkLst>
          <pc:docMk/>
          <pc:sldMk cId="947907938" sldId="346"/>
        </pc:sldMkLst>
      </pc:sldChg>
      <pc:sldChg chg="modSp mod">
        <pc:chgData name="Tim Warner" userId="1d9b2d89684621c1" providerId="LiveId" clId="{5607CA2D-28E3-410C-9D7E-4E5693CD5A18}" dt="2025-06-24T20:57:20.908" v="47"/>
        <pc:sldMkLst>
          <pc:docMk/>
          <pc:sldMk cId="914007193" sldId="347"/>
        </pc:sldMkLst>
      </pc:sldChg>
      <pc:sldChg chg="del">
        <pc:chgData name="Tim Warner" userId="1d9b2d89684621c1" providerId="LiveId" clId="{5607CA2D-28E3-410C-9D7E-4E5693CD5A18}" dt="2025-06-24T20:56:53.498" v="43" actId="2696"/>
        <pc:sldMkLst>
          <pc:docMk/>
          <pc:sldMk cId="3950908850" sldId="348"/>
        </pc:sldMkLst>
      </pc:sldChg>
      <pc:sldChg chg="modSp mod">
        <pc:chgData name="Tim Warner" userId="1d9b2d89684621c1" providerId="LiveId" clId="{5607CA2D-28E3-410C-9D7E-4E5693CD5A18}" dt="2025-06-24T20:57:28.292" v="48"/>
        <pc:sldMkLst>
          <pc:docMk/>
          <pc:sldMk cId="1639766347" sldId="349"/>
        </pc:sldMkLst>
      </pc:sldChg>
    </pc:docChg>
  </pc:docChgLst>
  <pc:docChgLst>
    <pc:chgData name="Tim Warner" userId="1d9b2d89684621c1" providerId="LiveId" clId="{F70FC672-E669-40ED-876E-721E7E559E1C}"/>
    <pc:docChg chg="delSld modSld">
      <pc:chgData name="Tim Warner" userId="1d9b2d89684621c1" providerId="LiveId" clId="{F70FC672-E669-40ED-876E-721E7E559E1C}" dt="2025-06-24T20:52:01.720" v="51"/>
      <pc:docMkLst>
        <pc:docMk/>
      </pc:docMkLst>
      <pc:sldChg chg="modSp mod">
        <pc:chgData name="Tim Warner" userId="1d9b2d89684621c1" providerId="LiveId" clId="{F70FC672-E669-40ED-876E-721E7E559E1C}" dt="2025-06-24T20:52:01.720" v="51"/>
        <pc:sldMkLst>
          <pc:docMk/>
          <pc:sldMk cId="914007193" sldId="347"/>
        </pc:sldMkLst>
      </pc:sldChg>
      <pc:sldChg chg="del">
        <pc:chgData name="Tim Warner" userId="1d9b2d89684621c1" providerId="LiveId" clId="{F70FC672-E669-40ED-876E-721E7E559E1C}" dt="2025-06-24T20:51:33.607" v="47" actId="2696"/>
        <pc:sldMkLst>
          <pc:docMk/>
          <pc:sldMk cId="1161106545" sldId="348"/>
        </pc:sldMkLst>
      </pc:sldChg>
    </pc:docChg>
  </pc:docChgLst>
  <pc:docChgLst>
    <pc:chgData name="scsjcain84" userId="S::scsjcain84_gmail.com#ext#@pearsoneducationinc.onmicrosoft.com::4399dd98-ee8b-4212-9001-7919755a3260" providerId="AD" clId="Web-{1FD9BF39-D071-47B6-B7E1-104A35082DFF}"/>
    <pc:docChg chg="modSld">
      <pc:chgData name="scsjcain84" userId="S::scsjcain84_gmail.com#ext#@pearsoneducationinc.onmicrosoft.com::4399dd98-ee8b-4212-9001-7919755a3260" providerId="AD" clId="Web-{1FD9BF39-D071-47B6-B7E1-104A35082DFF}" dt="2025-08-24T13:15:43.962" v="0"/>
      <pc:docMkLst>
        <pc:docMk/>
      </pc:docMkLst>
      <pc:sldChg chg="mod modShow">
        <pc:chgData name="scsjcain84" userId="S::scsjcain84_gmail.com#ext#@pearsoneducationinc.onmicrosoft.com::4399dd98-ee8b-4212-9001-7919755a3260" providerId="AD" clId="Web-{1FD9BF39-D071-47B6-B7E1-104A35082DFF}" dt="2025-08-24T13:15:43.962" v="0"/>
        <pc:sldMkLst>
          <pc:docMk/>
          <pc:sldMk cId="4080705565" sldId="342"/>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714D1BBA-1A26-4734-9F47-2E733DD8EF17}"/>
    <pc:docChg chg="modSld">
      <pc:chgData name="Tim Warner" userId="1d9b2d89684621c1" providerId="LiveId" clId="{714D1BBA-1A26-4734-9F47-2E733DD8EF17}" dt="2025-06-24T20:50:19.480" v="62"/>
      <pc:docMkLst>
        <pc:docMk/>
      </pc:docMkLst>
      <pc:sldChg chg="modSp mod">
        <pc:chgData name="Tim Warner" userId="1d9b2d89684621c1" providerId="LiveId" clId="{714D1BBA-1A26-4734-9F47-2E733DD8EF17}" dt="2025-06-24T20:50:12.538" v="61"/>
        <pc:sldMkLst>
          <pc:docMk/>
          <pc:sldMk cId="914007193" sldId="347"/>
        </pc:sldMkLst>
      </pc:sldChg>
      <pc:sldChg chg="modSp mod">
        <pc:chgData name="Tim Warner" userId="1d9b2d89684621c1" providerId="LiveId" clId="{714D1BBA-1A26-4734-9F47-2E733DD8EF17}" dt="2025-06-24T20:50:19.480" v="62"/>
        <pc:sldMkLst>
          <pc:docMk/>
          <pc:sldMk cId="1161106545" sldId="348"/>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FA1F7F18-94F2-4EC1-968C-E8340A6E2430}"/>
    <pc:docChg chg="undo custSel addSld delSld modSld">
      <pc:chgData name="Tim Warner" userId="1d9b2d89684621c1" providerId="LiveId" clId="{FA1F7F18-94F2-4EC1-968C-E8340A6E2430}" dt="2025-06-24T21:00:16.739" v="49" actId="403"/>
      <pc:docMkLst>
        <pc:docMk/>
      </pc:docMkLst>
      <pc:sldChg chg="modSp mod">
        <pc:chgData name="Tim Warner" userId="1d9b2d89684621c1" providerId="LiveId" clId="{FA1F7F18-94F2-4EC1-968C-E8340A6E2430}" dt="2025-06-24T21:00:16.739" v="49" actId="403"/>
        <pc:sldMkLst>
          <pc:docMk/>
          <pc:sldMk cId="2539485740" sldId="292"/>
        </pc:sldMkLst>
      </pc:sldChg>
      <pc:sldChg chg="modSp mod">
        <pc:chgData name="Tim Warner" userId="1d9b2d89684621c1" providerId="LiveId" clId="{FA1F7F18-94F2-4EC1-968C-E8340A6E2430}" dt="2025-06-24T20:59:08.260" v="42"/>
        <pc:sldMkLst>
          <pc:docMk/>
          <pc:sldMk cId="486668636" sldId="293"/>
        </pc:sldMkLst>
      </pc:sldChg>
      <pc:sldChg chg="modSp mod">
        <pc:chgData name="Tim Warner" userId="1d9b2d89684621c1" providerId="LiveId" clId="{FA1F7F18-94F2-4EC1-968C-E8340A6E2430}" dt="2025-06-24T20:59:15.119" v="43"/>
        <pc:sldMkLst>
          <pc:docMk/>
          <pc:sldMk cId="1829040019" sldId="343"/>
        </pc:sldMkLst>
      </pc:sldChg>
      <pc:sldChg chg="modSp mod">
        <pc:chgData name="Tim Warner" userId="1d9b2d89684621c1" providerId="LiveId" clId="{FA1F7F18-94F2-4EC1-968C-E8340A6E2430}" dt="2025-06-24T20:59:38.559" v="44"/>
        <pc:sldMkLst>
          <pc:docMk/>
          <pc:sldMk cId="947907938" sldId="346"/>
        </pc:sldMkLst>
      </pc:sldChg>
      <pc:sldChg chg="modSp mod">
        <pc:chgData name="Tim Warner" userId="1d9b2d89684621c1" providerId="LiveId" clId="{FA1F7F18-94F2-4EC1-968C-E8340A6E2430}" dt="2025-06-24T20:59:45.532" v="45"/>
        <pc:sldMkLst>
          <pc:docMk/>
          <pc:sldMk cId="914007193" sldId="347"/>
        </pc:sldMkLst>
      </pc:sldChg>
      <pc:sldChg chg="modSp mod">
        <pc:chgData name="Tim Warner" userId="1d9b2d89684621c1" providerId="LiveId" clId="{FA1F7F18-94F2-4EC1-968C-E8340A6E2430}" dt="2025-06-24T20:59:52.578" v="46"/>
        <pc:sldMkLst>
          <pc:docMk/>
          <pc:sldMk cId="1639766347" sldId="349"/>
        </pc:sldMkLst>
      </pc:sldChg>
      <pc:sldChg chg="modSp add mod">
        <pc:chgData name="Tim Warner" userId="1d9b2d89684621c1" providerId="LiveId" clId="{FA1F7F18-94F2-4EC1-968C-E8340A6E2430}" dt="2025-06-24T21:00:06.308" v="48"/>
        <pc:sldMkLst>
          <pc:docMk/>
          <pc:sldMk cId="871822834" sldId="350"/>
        </pc:sldMkLst>
      </pc:sldChg>
      <pc:sldChg chg="add del">
        <pc:chgData name="Tim Warner" userId="1d9b2d89684621c1" providerId="LiveId" clId="{FA1F7F18-94F2-4EC1-968C-E8340A6E2430}" dt="2025-06-24T20:58:54.427" v="40"/>
        <pc:sldMkLst>
          <pc:docMk/>
          <pc:sldMk cId="2342006186" sldId="350"/>
        </pc:sldMkLst>
      </pc:sldChg>
    </pc:docChg>
  </pc:docChgLst>
  <pc:docChgLst>
    <pc:chgData name="Tim Warner" userId="1d9b2d89684621c1" providerId="LiveId" clId="{B5F1AAD0-ADAB-4083-A1A6-BF815195C21B}"/>
    <pc:docChg chg="addSld modSld">
      <pc:chgData name="Tim Warner" userId="1d9b2d89684621c1" providerId="LiveId" clId="{B5F1AAD0-ADAB-4083-A1A6-BF815195C21B}" dt="2025-06-24T21:06:10.912" v="50"/>
      <pc:docMkLst>
        <pc:docMk/>
      </pc:docMkLst>
      <pc:sldChg chg="modSp mod">
        <pc:chgData name="Tim Warner" userId="1d9b2d89684621c1" providerId="LiveId" clId="{B5F1AAD0-ADAB-4083-A1A6-BF815195C21B}" dt="2025-06-24T21:06:03.881" v="49"/>
        <pc:sldMkLst>
          <pc:docMk/>
          <pc:sldMk cId="578841353" sldId="347"/>
        </pc:sldMkLst>
      </pc:sldChg>
      <pc:sldChg chg="modSp add mod">
        <pc:chgData name="Tim Warner" userId="1d9b2d89684621c1" providerId="LiveId" clId="{B5F1AAD0-ADAB-4083-A1A6-BF815195C21B}" dt="2025-06-24T21:06:10.912" v="50"/>
        <pc:sldMkLst>
          <pc:docMk/>
          <pc:sldMk cId="3347137768" sldId="348"/>
        </pc:sldMkLst>
      </pc:sldChg>
    </pc:docChg>
  </pc:docChgLst>
  <pc:docChgLst>
    <pc:chgData name="Tim Warner" userId="1d9b2d89684621c1" providerId="LiveId" clId="{C199C607-1779-4E65-A440-75F0EDB3003B}"/>
    <pc:docChg chg="delSld modSld">
      <pc:chgData name="Tim Warner" userId="1d9b2d89684621c1" providerId="LiveId" clId="{C199C607-1779-4E65-A440-75F0EDB3003B}" dt="2025-06-24T21:02:01.694" v="45"/>
      <pc:docMkLst>
        <pc:docMk/>
      </pc:docMkLst>
      <pc:sldChg chg="del">
        <pc:chgData name="Tim Warner" userId="1d9b2d89684621c1" providerId="LiveId" clId="{C199C607-1779-4E65-A440-75F0EDB3003B}" dt="2025-06-24T21:01:42.769" v="42" actId="2696"/>
        <pc:sldMkLst>
          <pc:docMk/>
          <pc:sldMk cId="914007193" sldId="347"/>
        </pc:sldMkLst>
      </pc:sldChg>
      <pc:sldChg chg="del">
        <pc:chgData name="Tim Warner" userId="1d9b2d89684621c1" providerId="LiveId" clId="{C199C607-1779-4E65-A440-75F0EDB3003B}" dt="2025-06-24T21:01:42.769" v="42" actId="2696"/>
        <pc:sldMkLst>
          <pc:docMk/>
          <pc:sldMk cId="1639766347" sldId="349"/>
        </pc:sldMkLst>
      </pc:sldChg>
      <pc:sldChg chg="del">
        <pc:chgData name="Tim Warner" userId="1d9b2d89684621c1" providerId="LiveId" clId="{C199C607-1779-4E65-A440-75F0EDB3003B}" dt="2025-06-24T21:01:42.769" v="42" actId="2696"/>
        <pc:sldMkLst>
          <pc:docMk/>
          <pc:sldMk cId="871822834" sldId="350"/>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7B0F5AF6-250C-4369-82D1-D7941885BC7D}"/>
    <pc:docChg chg="delSld modSld">
      <pc:chgData name="Tim Warner" userId="1d9b2d89684621c1" providerId="LiveId" clId="{7B0F5AF6-250C-4369-82D1-D7941885BC7D}" dt="2025-06-24T21:07:27.097" v="40"/>
      <pc:docMkLst>
        <pc:docMk/>
      </pc:docMkLst>
      <pc:sldChg chg="modSp mod">
        <pc:chgData name="Tim Warner" userId="1d9b2d89684621c1" providerId="LiveId" clId="{7B0F5AF6-250C-4369-82D1-D7941885BC7D}" dt="2025-06-24T21:06:57.239" v="35" actId="20577"/>
        <pc:sldMkLst>
          <pc:docMk/>
          <pc:sldMk cId="2539485740" sldId="292"/>
        </pc:sldMkLst>
      </pc:sldChg>
      <pc:sldChg chg="modSp mod">
        <pc:chgData name="Tim Warner" userId="1d9b2d89684621c1" providerId="LiveId" clId="{7B0F5AF6-250C-4369-82D1-D7941885BC7D}" dt="2025-06-24T21:07:07.499" v="37"/>
        <pc:sldMkLst>
          <pc:docMk/>
          <pc:sldMk cId="486668636" sldId="293"/>
        </pc:sldMkLst>
      </pc:sldChg>
      <pc:sldChg chg="modSp mod">
        <pc:chgData name="Tim Warner" userId="1d9b2d89684621c1" providerId="LiveId" clId="{7B0F5AF6-250C-4369-82D1-D7941885BC7D}" dt="2025-06-24T21:07:14.367" v="38"/>
        <pc:sldMkLst>
          <pc:docMk/>
          <pc:sldMk cId="1829040019" sldId="343"/>
        </pc:sldMkLst>
      </pc:sldChg>
      <pc:sldChg chg="modSp mod">
        <pc:chgData name="Tim Warner" userId="1d9b2d89684621c1" providerId="LiveId" clId="{7B0F5AF6-250C-4369-82D1-D7941885BC7D}" dt="2025-06-24T21:07:20.688" v="39"/>
        <pc:sldMkLst>
          <pc:docMk/>
          <pc:sldMk cId="947907938" sldId="346"/>
        </pc:sldMkLst>
      </pc:sldChg>
      <pc:sldChg chg="modSp mod">
        <pc:chgData name="Tim Warner" userId="1d9b2d89684621c1" providerId="LiveId" clId="{7B0F5AF6-250C-4369-82D1-D7941885BC7D}" dt="2025-06-24T21:07:27.097" v="40"/>
        <pc:sldMkLst>
          <pc:docMk/>
          <pc:sldMk cId="578841353" sldId="347"/>
        </pc:sldMkLst>
      </pc:sldChg>
      <pc:sldChg chg="del">
        <pc:chgData name="Tim Warner" userId="1d9b2d89684621c1" providerId="LiveId" clId="{7B0F5AF6-250C-4369-82D1-D7941885BC7D}" dt="2025-06-24T21:07:00.240" v="36" actId="2696"/>
        <pc:sldMkLst>
          <pc:docMk/>
          <pc:sldMk cId="3347137768" sldId="3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Thu, 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what makes Azure Backup so powerful for VM protection.</a:t>
            </a:r>
          </a:p>
          <a:p>
            <a:endParaRPr lang="en-US" b="1" dirty="0"/>
          </a:p>
          <a:p>
            <a:r>
              <a:rPr lang="en-US" b="1" dirty="0"/>
              <a:t>"Azure Backup integrates directly with Azure VMs."</a:t>
            </a:r>
            <a:r>
              <a:rPr lang="en-US" dirty="0"/>
              <a:t> This isn't some clunky third-party agent you install manually. The Azure VM agent is already running on any VM created from an Azure Marketplace image—Windows or Linux. It's there, it's maintained by Microsoft, and it just works. For custom VMs or migrated on-prem machines, you might need to install it manually, but that's a rare scenario.</a:t>
            </a:r>
          </a:p>
          <a:p>
            <a:endParaRPr lang="en-US" b="1" dirty="0"/>
          </a:p>
          <a:p>
            <a:r>
              <a:rPr lang="en-US" b="1" dirty="0"/>
              <a:t>"Uses Recovery Services Vault for storage and retention."</a:t>
            </a:r>
            <a:r>
              <a:rPr lang="en-US" dirty="0"/>
              <a:t> Think of the Recovery Services Vault as your centralized backup command center. It's a logical container that stores all your backup data, manages retention policies, handles encryption at rest, and provides a single pane of glass for monitoring backup jobs across your entire Azure estate. You create one vault per region—or per compliance boundary—and point all your VMs to it.</a:t>
            </a:r>
          </a:p>
          <a:p>
            <a:endParaRPr lang="en-US" b="1" dirty="0"/>
          </a:p>
          <a:p>
            <a:r>
              <a:rPr lang="en-US" b="1" dirty="0"/>
              <a:t>"Application-consistent snapshots protect SQL/Exchange workloads."</a:t>
            </a:r>
            <a:r>
              <a:rPr lang="en-US" dirty="0"/>
              <a:t> This is critical. When Azure Backup takes an application-consistent snapshot, it's coordinating with VSS writers in Windows or the appropriate subsystem in Linux. What that means in practical terms: your SQL databases aren't corrupted, your Exchange databases aren't in a dirty shutdown state—everything is captured in a transaction-consistent state. This is the difference between a backup you can actually </a:t>
            </a:r>
            <a:r>
              <a:rPr lang="en-US" i="1" dirty="0"/>
              <a:t>use</a:t>
            </a:r>
            <a:r>
              <a:rPr lang="en-US" dirty="0"/>
              <a:t> and a pile of corrupt files.</a:t>
            </a:r>
          </a:p>
          <a:p>
            <a:endParaRPr lang="en-US" b="1" dirty="0"/>
          </a:p>
          <a:p>
            <a:r>
              <a:rPr lang="en-US" b="1" dirty="0"/>
              <a:t>"Crash-consistent snapshots ensure minimum protection."</a:t>
            </a:r>
            <a:r>
              <a:rPr lang="en-US" dirty="0"/>
              <a:t> Now, if your VM is powered off or the application-consistent snapshot fails for some reason, Azure Backup falls back to crash-consistent snapshots. It's like pulling the power cord on a physical server—you get the OS and data disks as they were at that exact millisecond. Not ideal for databases, but better than nothing, and often perfectly fine for stateless workloads or VMs that don't have critical transactional data.</a:t>
            </a:r>
          </a:p>
          <a:p>
            <a:endParaRPr lang="en-US" b="1" dirty="0"/>
          </a:p>
          <a:p>
            <a:r>
              <a:rPr lang="en-US" b="1" dirty="0"/>
              <a:t>"</a:t>
            </a:r>
            <a:r>
              <a:rPr lang="en-US" b="1" dirty="0" err="1"/>
              <a:t>Fabrikam</a:t>
            </a:r>
            <a:r>
              <a:rPr lang="en-US" b="1" dirty="0"/>
              <a:t> relies on Azure VM backup for hybrid and cloud-native apps."</a:t>
            </a:r>
            <a:r>
              <a:rPr lang="en-US" dirty="0"/>
              <a:t> Here's the scenario I want you to think about: You're </a:t>
            </a:r>
            <a:r>
              <a:rPr lang="en-US" dirty="0" err="1"/>
              <a:t>Fabrikam</a:t>
            </a:r>
            <a:r>
              <a:rPr lang="en-US" dirty="0"/>
              <a:t>. You've got some legacy on-prem infrastructure that you're slowly migrating to Azure, plus new cloud-native applications being deployed directly to Azure VMs. Azure Backup gives you a unified backup strategy across all of it—same policies, same vault, same recovery procedures. No juggling multiple backup products.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4162679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get tactical about how this actually works operationally.</a:t>
            </a:r>
          </a:p>
          <a:p>
            <a:endParaRPr lang="en-US" b="1" dirty="0"/>
          </a:p>
          <a:p>
            <a:r>
              <a:rPr lang="en-US" b="1" dirty="0"/>
              <a:t>"Agent automatically captures VM snapshots."</a:t>
            </a:r>
            <a:r>
              <a:rPr lang="en-US" dirty="0"/>
              <a:t> Once you enable backup on a VM, the Azure VM agent gets a backup extension installed on it. From that point forward, the agent handles snapshot operations automatically according to your backup schedule. No manual intervention required. No scripts to maintain. It's set-and-forget, which is exactly what you want for infrastructure at scale.</a:t>
            </a:r>
          </a:p>
          <a:p>
            <a:endParaRPr lang="en-US" b="1" dirty="0"/>
          </a:p>
          <a:p>
            <a:r>
              <a:rPr lang="en-US" b="1" dirty="0"/>
              <a:t>"Backup policies define frequency and retention."</a:t>
            </a:r>
            <a:r>
              <a:rPr lang="en-US" dirty="0"/>
              <a:t> This is where you define your RTO and RPO requirements in code. Daily backups? Weekly? What about retention—30 days? 90 days? Seven years for regulatory compliance? You configure all of this in the backup policy, associate VMs with that policy, and Azure handles the rest. And here's the kicker: you can modify policies on the fly without disrupting existing backups.</a:t>
            </a:r>
          </a:p>
          <a:p>
            <a:endParaRPr lang="en-US" b="1" dirty="0"/>
          </a:p>
          <a:p>
            <a:r>
              <a:rPr lang="en-US" b="1" dirty="0"/>
              <a:t>"Application-consistent snapshots coordinate with VSS writers."</a:t>
            </a:r>
            <a:r>
              <a:rPr lang="en-US" dirty="0"/>
              <a:t> Let's dig into this because it matters. On Windows VMs, when a backup job kicks off, the Azure VM agent tells VSS—Volume Shadow Copy Service—to freeze I/O, flush buffers, and prepare applications like SQL Server or Exchange for a clean snapshot. That coordination happens in seconds, the snapshot is taken, and applications resume normal operations. The whole process is so fast that users typically don't notice any performance impact.</a:t>
            </a:r>
          </a:p>
          <a:p>
            <a:endParaRPr lang="en-US" b="1" dirty="0"/>
          </a:p>
          <a:p>
            <a:r>
              <a:rPr lang="en-US" b="1" dirty="0"/>
              <a:t>"File system-consistent snapshots protect OS and data disks."</a:t>
            </a:r>
            <a:r>
              <a:rPr lang="en-US" dirty="0"/>
              <a:t> Even if you're not running database workloads, you still want consistency at the file system level. These snapshots ensure that the NTFS or ext4 file system structures are intact, metadata is coherent, and you're not capturing a disk in the middle of a write operation that would leave it corrupted upon restore.</a:t>
            </a:r>
          </a:p>
          <a:p>
            <a:endParaRPr lang="en-US" b="1" dirty="0"/>
          </a:p>
          <a:p>
            <a:r>
              <a:rPr lang="en-US" b="1" dirty="0"/>
              <a:t>"Contoso configures daily backups for production web VMs."</a:t>
            </a:r>
            <a:r>
              <a:rPr lang="en-US" dirty="0"/>
              <a:t> Picture Contoso's scenario: they're running IIS web farms, ASP.NET applications, maybe some Node.js containers—workloads where downtime costs revenue. They set up daily backups at 2 AM UTC, retain snapshots for five days for instant recovery, and keep vault-tier backups for 30 days. That's a robust backup strategy that balances quick recovery with long-term protection.</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3167277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6</a:t>
            </a:fld>
            <a:endParaRPr lang="en-US"/>
          </a:p>
        </p:txBody>
      </p:sp>
    </p:spTree>
    <p:extLst>
      <p:ext uri="{BB962C8B-B14F-4D97-AF65-F5344CB8AC3E}">
        <p14:creationId xmlns:p14="http://schemas.microsoft.com/office/powerpoint/2010/main" val="2285248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why instant restore is a game-changer for meeting aggressive RTO requirements.</a:t>
            </a:r>
          </a:p>
          <a:p>
            <a:endParaRPr lang="en-US" b="1" dirty="0"/>
          </a:p>
          <a:p>
            <a:r>
              <a:rPr lang="en-US" b="1" dirty="0"/>
              <a:t>"Instant restore spins up a VM in minutes from snapshots."</a:t>
            </a:r>
            <a:r>
              <a:rPr lang="en-US" dirty="0"/>
              <a:t> Here's the key insight: Azure Backup stores snapshots in two tiers. Tier one—the snapshot tier—keeps local snapshots stored alongside your VM's disks for up to five days by default. Tier two—the vault tier—transfers those snapshots to the Recovery Services Vault for long-term retention. When you restore from the snapshot tier, you're pulling data from local storage in the same Azure datacenter as your VM. That means you're bypassing the network transfer time from the vault entirely. We're talking recovery operations that complete in five to ten minutes instead of potentially hours.</a:t>
            </a:r>
          </a:p>
          <a:p>
            <a:endParaRPr lang="en-US" b="1" dirty="0"/>
          </a:p>
          <a:p>
            <a:r>
              <a:rPr lang="en-US" b="1" dirty="0"/>
              <a:t>"Recovery point selection provides point-in-time restore."</a:t>
            </a:r>
            <a:r>
              <a:rPr lang="en-US" dirty="0"/>
              <a:t> You're not limited to just the most recent backup. You can choose any recovery point within your retention window—yesterday's backup, last week's, last month's—and restore the VM to that exact state. This gives you surgical precision when dealing with ransomware incidents, data corruption, or user errors where you need to roll back to a known-good state.</a:t>
            </a:r>
          </a:p>
          <a:p>
            <a:endParaRPr lang="en-US" b="1" dirty="0"/>
          </a:p>
          <a:p>
            <a:r>
              <a:rPr lang="en-US" b="1" dirty="0"/>
              <a:t>"Snapshots retained for fast recovery of recent backups."</a:t>
            </a:r>
            <a:r>
              <a:rPr lang="en-US" dirty="0"/>
              <a:t> Microsoft defaults to retaining snapshots for two days in the snapshot tier, but you can configure anywhere from one to five days depending on your recovery needs and storage costs. The longer you keep snapshots in the local tier, the higher your storage costs, but the faster your recovery operations for recent backups.</a:t>
            </a:r>
          </a:p>
          <a:p>
            <a:endParaRPr lang="en-US" b="1" dirty="0"/>
          </a:p>
          <a:p>
            <a:r>
              <a:rPr lang="en-US" b="1" dirty="0"/>
              <a:t>"Network configuration options during restore."</a:t>
            </a:r>
            <a:r>
              <a:rPr lang="en-US" dirty="0"/>
              <a:t> When you kick off a restore, you've got choices: restore to the original virtual network, restore to a different VNet in the same region, or even restore to a different subscription entirely. You can change the VM's IP address assignment, modify its network security group associations—basically, you can reshape the VM's network footprint during the restore process without manual post-restore configuration.</a:t>
            </a:r>
          </a:p>
          <a:p>
            <a:endParaRPr lang="en-US" b="1" dirty="0"/>
          </a:p>
          <a:p>
            <a:r>
              <a:rPr lang="en-US" b="1" dirty="0"/>
              <a:t>"Adventure Works uses instant recovery to meet RTO requirements."</a:t>
            </a:r>
            <a:r>
              <a:rPr lang="en-US" dirty="0"/>
              <a:t> Here's Adventure Works' use case: they've got a four-hour RTO requirement in their SLA. With traditional vault-tier restores, they'd be cutting it close. But by leveraging instant restore from snapshot-tier recovery points, they consistently hit 15-minute recovery times, which gives them massive operational headroom. That's the difference between meeting your SLA and exceeding it.</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8</a:t>
            </a:fld>
            <a:endParaRPr lang="en-US"/>
          </a:p>
        </p:txBody>
      </p:sp>
    </p:spTree>
    <p:extLst>
      <p:ext uri="{BB962C8B-B14F-4D97-AF65-F5344CB8AC3E}">
        <p14:creationId xmlns:p14="http://schemas.microsoft.com/office/powerpoint/2010/main" val="2066290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the alternate location recovery scenarios that Azure Backup supports.</a:t>
            </a:r>
          </a:p>
          <a:p>
            <a:endParaRPr lang="en-US" b="1" dirty="0"/>
          </a:p>
          <a:p>
            <a:r>
              <a:rPr lang="en-US" b="1" dirty="0"/>
              <a:t>"Cross-subscription restore supports flexible recovery."</a:t>
            </a:r>
            <a:r>
              <a:rPr lang="en-US" dirty="0"/>
              <a:t> Think about organizational scenarios: you've got production workloads in one subscription, dev/test in another, maybe disaster recovery resources in a third subscription. Azure Backup lets you restore a VM from one subscription directly into a completely different subscription—as long as you have the appropriate RBAC permissions. This is huge for testing disaster recovery procedures without impacting production, or for migrating workloads between business units.</a:t>
            </a:r>
          </a:p>
          <a:p>
            <a:endParaRPr lang="en-US" b="1" dirty="0"/>
          </a:p>
          <a:p>
            <a:r>
              <a:rPr lang="en-US" b="1" dirty="0"/>
              <a:t>"Choose new resource group, network, or storage account."</a:t>
            </a:r>
            <a:r>
              <a:rPr lang="en-US" dirty="0"/>
              <a:t> You're not locked into restoring a VM with its original configuration. During the restore process, you specify where the new VM lands: which resource group, which storage account for diagnostics, which virtual network and subnet. You can also modify managed disk settings—switch from Standard HDD to Premium SSD, for instance—or change the VM's availability set or zone assignment. It's effectively a reconfiguration opportunity disguised as a restore operation.</a:t>
            </a:r>
          </a:p>
          <a:p>
            <a:endParaRPr lang="en-US" b="1" dirty="0"/>
          </a:p>
          <a:p>
            <a:r>
              <a:rPr lang="en-US" b="1" dirty="0"/>
              <a:t>"Modify VM size or configuration at restore time."</a:t>
            </a:r>
            <a:r>
              <a:rPr lang="en-US" dirty="0"/>
              <a:t> Here's a practical scenario: your original VM was a Standard_D4s_v3, but you realize after testing that you actually need a Standard_D8s_v3 for the workload. During restore, you can select the new VM size—no need to restore and then resize. Or maybe you want to switch from generation 1 to generation 2 VM configuration, or add availability zone support. All of this is configurable during the restore wizard.</a:t>
            </a:r>
          </a:p>
          <a:p>
            <a:endParaRPr lang="en-US" b="1" dirty="0"/>
          </a:p>
          <a:p>
            <a:r>
              <a:rPr lang="en-US" b="1" dirty="0"/>
              <a:t>"Managed disk restore preserves existing dependencies."</a:t>
            </a:r>
            <a:r>
              <a:rPr lang="en-US" dirty="0"/>
              <a:t> When you restore managed disks, Azure Backup maintains the disk snapshots' configuration metadata—LUN assignments, read/write caching settings, disk encryption states—so you don't have to manually reconstruct those dependencies. The restored VM boots up with disks attached exactly as they were in the backup.</a:t>
            </a:r>
          </a:p>
          <a:p>
            <a:endParaRPr lang="en-US" b="1" dirty="0"/>
          </a:p>
          <a:p>
            <a:r>
              <a:rPr lang="en-US" b="1" dirty="0"/>
              <a:t>"Tailwind Traders restores test workloads to separate subscriptions."</a:t>
            </a:r>
            <a:r>
              <a:rPr lang="en-US" dirty="0"/>
              <a:t> Picture Tailwind Traders' workflow: they backup production VMs daily, but once a week, they restore those VMs to a completely isolated test subscription to validate that backups are actually recoverable and to give their QA team realistic test data. This kind of operational discipline—actually testing your backups—is what separates mature IT organizations from the ones scrambling during actual disasters.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10</a:t>
            </a:fld>
            <a:endParaRPr lang="en-US"/>
          </a:p>
        </p:txBody>
      </p:sp>
    </p:spTree>
    <p:extLst>
      <p:ext uri="{BB962C8B-B14F-4D97-AF65-F5344CB8AC3E}">
        <p14:creationId xmlns:p14="http://schemas.microsoft.com/office/powerpoint/2010/main" val="1146083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demystify encrypted VM backup and recovery.</a:t>
            </a:r>
          </a:p>
          <a:p>
            <a:endParaRPr lang="en-US" b="1" dirty="0"/>
          </a:p>
          <a:p>
            <a:r>
              <a:rPr lang="en-US" b="1" dirty="0"/>
              <a:t>"Maintains BitLocker or Azure Disk Encryption during restore."</a:t>
            </a:r>
            <a:r>
              <a:rPr lang="en-US" dirty="0"/>
              <a:t> Here's what's critical to understand: when you backup an encrypted VM—whether it's using Azure Disk Encryption with BitLocker on Windows or dm-crypt on Linux—Azure Backup captures both the encrypted disks </a:t>
            </a:r>
            <a:r>
              <a:rPr lang="en-US" i="1" dirty="0"/>
              <a:t>and</a:t>
            </a:r>
            <a:r>
              <a:rPr lang="en-US" dirty="0"/>
              <a:t> the encryption keys and secrets. When you restore, those encryption states are preserved automatically. You don't manually re-encrypt. You don't re-provision Key Vault keys. It just works, which is exactly how enterprise backup should function.</a:t>
            </a:r>
          </a:p>
          <a:p>
            <a:endParaRPr lang="en-US" b="1" dirty="0"/>
          </a:p>
          <a:p>
            <a:r>
              <a:rPr lang="en-US" b="1" dirty="0"/>
              <a:t>"Azure Key Vault integration handles key retrieval."</a:t>
            </a:r>
            <a:r>
              <a:rPr lang="en-US" dirty="0"/>
              <a:t> Behind the scenes, Azure Backup is storing references to your Key Vault keys and secrets—specifically, the Key Encryption Key (KEK) if you're using one, and the Disk Encryption Key (BEK) which is essentially your BitLocker key. During restore, the Azure Backup service authenticates to your Key Vault, retrieves those keys, and applies them to the restored disks. This is all orchestrated automatically, but it requires proper RBAC permissions—your Recovery Services Vault needs Key Vault reader access at minimum.</a:t>
            </a:r>
          </a:p>
          <a:p>
            <a:endParaRPr lang="en-US" b="1" dirty="0"/>
          </a:p>
          <a:p>
            <a:r>
              <a:rPr lang="en-US" b="1" dirty="0"/>
              <a:t>"Cross-region restores preserve encryption status."</a:t>
            </a:r>
            <a:r>
              <a:rPr lang="en-US" dirty="0"/>
              <a:t> If you've configured geo-redundant storage for your Recovery Services Vault, you can restore encrypted VMs to the paired Azure region during regional outages. The encryption configuration travels with the backup data, so you maintain security compliance even during disaster recovery scenarios. No unencrypted VMs floating around in your secondary region.</a:t>
            </a:r>
          </a:p>
          <a:p>
            <a:endParaRPr lang="en-US" b="1" dirty="0"/>
          </a:p>
          <a:p>
            <a:r>
              <a:rPr lang="en-US" b="1" dirty="0"/>
              <a:t>"Key escrow ensures keys are always available."</a:t>
            </a:r>
            <a:r>
              <a:rPr lang="en-US" dirty="0"/>
              <a:t> This is the safety net: even if you somehow lose access to your original Key Vault—accidental deletion, subscription issues, whatever—the backup data in the Recovery Services Vault includes an escrowed copy of your encryption keys. You can restore those keys to a new Key Vault and then restore your VMs. It's a recovery-from-catastrophe scenario, but it's there.</a:t>
            </a:r>
          </a:p>
          <a:p>
            <a:endParaRPr lang="en-US" b="1" dirty="0"/>
          </a:p>
          <a:p>
            <a:r>
              <a:rPr lang="en-US" b="1" dirty="0"/>
              <a:t>"</a:t>
            </a:r>
            <a:r>
              <a:rPr lang="en-US" b="1" dirty="0" err="1"/>
              <a:t>Fabrikam</a:t>
            </a:r>
            <a:r>
              <a:rPr lang="en-US" b="1" dirty="0"/>
              <a:t> validates recovery of ADE-protected VMs quarterly."</a:t>
            </a:r>
            <a:r>
              <a:rPr lang="en-US" dirty="0"/>
              <a:t> Here's </a:t>
            </a:r>
            <a:r>
              <a:rPr lang="en-US" dirty="0" err="1"/>
              <a:t>Fabrikam</a:t>
            </a:r>
            <a:r>
              <a:rPr lang="en-US" dirty="0"/>
              <a:t> again, doing things right: they don't just assume their encrypted VM backups are good. Every quarter, they perform a full restore test of encrypted VMs to a test environment, verify that the VMs boot, validate that data is intact and still encrypted properly, and document the recovery time. This kind of operational rigor is what the AZ-801 exam expects you to understand and implement.</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12</a:t>
            </a:fld>
            <a:endParaRPr lang="en-US"/>
          </a:p>
        </p:txBody>
      </p:sp>
    </p:spTree>
    <p:extLst>
      <p:ext uri="{BB962C8B-B14F-4D97-AF65-F5344CB8AC3E}">
        <p14:creationId xmlns:p14="http://schemas.microsoft.com/office/powerpoint/2010/main" val="22194922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Thu, 10/23/2025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14: Backup and Recover Azure VMs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14.1. Configure backup for Azure VM using the built-in backup agent </a:t>
            </a:r>
          </a:p>
          <a:p>
            <a:pPr>
              <a:spcBef>
                <a:spcPts val="200"/>
              </a:spcBef>
              <a:spcAft>
                <a:spcPts val="400"/>
              </a:spcAft>
            </a:pPr>
            <a:r>
              <a:rPr lang="en-US" dirty="0"/>
              <a:t>14.2. Recover a VM using instant recovery snapshots </a:t>
            </a:r>
          </a:p>
          <a:p>
            <a:pPr>
              <a:spcBef>
                <a:spcPts val="200"/>
              </a:spcBef>
              <a:spcAft>
                <a:spcPts val="400"/>
              </a:spcAft>
            </a:pPr>
            <a:r>
              <a:rPr lang="en-US" dirty="0"/>
              <a:t>14.3. Recover VMs to new Azure VMs </a:t>
            </a:r>
          </a:p>
          <a:p>
            <a:pPr>
              <a:spcBef>
                <a:spcPts val="200"/>
              </a:spcBef>
              <a:spcAft>
                <a:spcPts val="400"/>
              </a:spcAft>
            </a:pPr>
            <a:r>
              <a:rPr lang="en-US" dirty="0"/>
              <a:t>14.4. Restore a VM, including encrypted VMs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14.1 Configure backup for Azure VM using the built-in backup agent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70133" cy="463628"/>
          </a:xfrm>
        </p:spPr>
        <p:txBody>
          <a:bodyPr/>
          <a:lstStyle/>
          <a:p>
            <a:r>
              <a:rPr lang="en-US" sz="2400" dirty="0"/>
              <a:t>Protect Azure workloads with built-in backup service</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Backup integrates directly with Azure VMs</a:t>
            </a:r>
          </a:p>
          <a:p>
            <a:r>
              <a:rPr lang="en-US" sz="1800" dirty="0"/>
              <a:t>Uses Recovery Services Vault (RSV) for storage and retention</a:t>
            </a:r>
          </a:p>
          <a:p>
            <a:r>
              <a:rPr lang="en-US" sz="1800" dirty="0"/>
              <a:t>Application-consistent snapshots protect SQL/Exchange workloads</a:t>
            </a:r>
          </a:p>
          <a:p>
            <a:r>
              <a:rPr lang="en-US" sz="1800" dirty="0"/>
              <a:t>Crash-consistent snapshots ensure minimum protection</a:t>
            </a:r>
          </a:p>
          <a:p>
            <a:r>
              <a:rPr lang="en-US" sz="1800" dirty="0" err="1"/>
              <a:t>Fabrikam</a:t>
            </a:r>
            <a:r>
              <a:rPr lang="en-US" sz="1800" dirty="0"/>
              <a:t> relies on Azure VM backup for hybrid and cloud-native apps</a:t>
            </a:r>
          </a:p>
        </p:txBody>
      </p:sp>
    </p:spTree>
    <p:extLst>
      <p:ext uri="{BB962C8B-B14F-4D97-AF65-F5344CB8AC3E}">
        <p14:creationId xmlns:p14="http://schemas.microsoft.com/office/powerpoint/2010/main" val="2752509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Enable backup with the Azure VM agent</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Agent automatically captures VM snapshots</a:t>
            </a:r>
          </a:p>
          <a:p>
            <a:r>
              <a:rPr lang="en-US" sz="1800" dirty="0"/>
              <a:t>Backup policies define frequency and retention</a:t>
            </a:r>
          </a:p>
          <a:p>
            <a:r>
              <a:rPr lang="en-US" sz="1800" dirty="0"/>
              <a:t>Application-consistent snapshots coordinate with VSS writers</a:t>
            </a:r>
          </a:p>
          <a:p>
            <a:r>
              <a:rPr lang="en-US" sz="1800" dirty="0"/>
              <a:t>File system-consistent snapshots protect OS and data disks</a:t>
            </a:r>
          </a:p>
          <a:p>
            <a:r>
              <a:rPr lang="en-US" sz="1800" dirty="0"/>
              <a:t>Contoso configures daily backups for production web VMs</a:t>
            </a:r>
          </a:p>
        </p:txBody>
      </p:sp>
    </p:spTree>
    <p:extLst>
      <p:ext uri="{BB962C8B-B14F-4D97-AF65-F5344CB8AC3E}">
        <p14:creationId xmlns:p14="http://schemas.microsoft.com/office/powerpoint/2010/main" val="253235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D9B40-7234-6BC9-7A5B-212555C6AAA7}"/>
              </a:ext>
            </a:extLst>
          </p:cNvPr>
          <p:cNvSpPr>
            <a:spLocks noGrp="1"/>
          </p:cNvSpPr>
          <p:nvPr>
            <p:ph type="title"/>
          </p:nvPr>
        </p:nvSpPr>
        <p:spPr/>
        <p:txBody>
          <a:bodyPr/>
          <a:lstStyle/>
          <a:p>
            <a:r>
              <a:rPr lang="en-US" dirty="0"/>
              <a:t>Azure VM Backup architecture</a:t>
            </a:r>
          </a:p>
        </p:txBody>
      </p:sp>
      <p:pic>
        <p:nvPicPr>
          <p:cNvPr id="1026" name="Picture 2">
            <a:extLst>
              <a:ext uri="{FF2B5EF4-FFF2-40B4-BE49-F238E27FC236}">
                <a16:creationId xmlns:a16="http://schemas.microsoft.com/office/drawing/2014/main" id="{14E72343-7030-0E0F-79DE-AD4DA4BEC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308" y="1003591"/>
            <a:ext cx="8055383" cy="35881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B789C5-52BE-1674-600A-1A5630F3BA9F}"/>
              </a:ext>
            </a:extLst>
          </p:cNvPr>
          <p:cNvSpPr txBox="1"/>
          <p:nvPr/>
        </p:nvSpPr>
        <p:spPr>
          <a:xfrm>
            <a:off x="3586419" y="4676034"/>
            <a:ext cx="3515238" cy="344953"/>
          </a:xfrm>
          <a:prstGeom prst="rect">
            <a:avLst/>
          </a:prstGeom>
        </p:spPr>
        <p:txBody>
          <a:bodyPr vert="horz" wrap="square" lIns="91440" tIns="45720" rIns="91440" bIns="45720" rtlCol="0">
            <a:normAutofit/>
          </a:bodyPr>
          <a:lstStyle/>
          <a:p>
            <a:pPr algn="l"/>
            <a:r>
              <a:rPr lang="en-US" sz="1400" b="1" baseline="0" dirty="0">
                <a:solidFill>
                  <a:srgbClr val="0070C0"/>
                </a:solidFill>
                <a:latin typeface="JetBrains Mono" panose="02000009000000000000" pitchFamily="49" charset="0"/>
                <a:ea typeface="JetBrains Mono" panose="02000009000000000000" pitchFamily="49" charset="0"/>
                <a:cs typeface="JetBrains Mono" panose="02000009000000000000" pitchFamily="49" charset="0"/>
              </a:rPr>
              <a:t>timw.info/vmbackup2</a:t>
            </a:r>
          </a:p>
        </p:txBody>
      </p:sp>
    </p:spTree>
    <p:extLst>
      <p:ext uri="{BB962C8B-B14F-4D97-AF65-F5344CB8AC3E}">
        <p14:creationId xmlns:p14="http://schemas.microsoft.com/office/powerpoint/2010/main" val="1771290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14.2 Recover a VM using instant recovery snapshots </a:t>
            </a:r>
          </a:p>
        </p:txBody>
      </p:sp>
    </p:spTree>
    <p:extLst>
      <p:ext uri="{BB962C8B-B14F-4D97-AF65-F5344CB8AC3E}">
        <p14:creationId xmlns:p14="http://schemas.microsoft.com/office/powerpoint/2010/main" val="1829040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09377" cy="463628"/>
          </a:xfrm>
        </p:spPr>
        <p:txBody>
          <a:bodyPr/>
          <a:lstStyle/>
          <a:p>
            <a:r>
              <a:rPr lang="en-US"/>
              <a:t>Restore workloads quickly with instant snapshots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Instant restore spins up a VM in minutes from snapshots</a:t>
            </a:r>
          </a:p>
          <a:p>
            <a:r>
              <a:rPr lang="en-US" sz="1800" dirty="0"/>
              <a:t>Recovery point selection provides point-in-time restore</a:t>
            </a:r>
          </a:p>
          <a:p>
            <a:r>
              <a:rPr lang="en-US" sz="1800" dirty="0"/>
              <a:t>Snapshots retained for fast recovery of recent backups</a:t>
            </a:r>
          </a:p>
          <a:p>
            <a:r>
              <a:rPr lang="en-US" sz="1800" dirty="0"/>
              <a:t>Network configuration options during restore</a:t>
            </a:r>
          </a:p>
          <a:p>
            <a:r>
              <a:rPr lang="en-US" sz="1800" dirty="0"/>
              <a:t>Adventure Works uses instant recovery to meet RTO requirements</a:t>
            </a:r>
          </a:p>
        </p:txBody>
      </p:sp>
    </p:spTree>
    <p:extLst>
      <p:ext uri="{BB962C8B-B14F-4D97-AF65-F5344CB8AC3E}">
        <p14:creationId xmlns:p14="http://schemas.microsoft.com/office/powerpoint/2010/main" val="52966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14.3 Recover VMs to new Azure VMs </a:t>
            </a:r>
          </a:p>
        </p:txBody>
      </p:sp>
    </p:spTree>
    <p:extLst>
      <p:ext uri="{BB962C8B-B14F-4D97-AF65-F5344CB8AC3E}">
        <p14:creationId xmlns:p14="http://schemas.microsoft.com/office/powerpoint/2010/main" val="94790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11266" cy="463628"/>
          </a:xfrm>
        </p:spPr>
        <p:txBody>
          <a:bodyPr/>
          <a:lstStyle/>
          <a:p>
            <a:r>
              <a:rPr lang="en-US"/>
              <a:t>Restore workloads to alternate VM instances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Cross-subscription restore supports flexible recovery</a:t>
            </a:r>
          </a:p>
          <a:p>
            <a:r>
              <a:rPr lang="en-US" sz="1800" dirty="0"/>
              <a:t>Choose new resource group, network, or storage account</a:t>
            </a:r>
          </a:p>
          <a:p>
            <a:r>
              <a:rPr lang="en-US" sz="1800" dirty="0"/>
              <a:t>Modify VM size or configuration at restore time</a:t>
            </a:r>
          </a:p>
          <a:p>
            <a:r>
              <a:rPr lang="en-US" sz="1800" dirty="0"/>
              <a:t>Managed disk restore preserves existing dependencies</a:t>
            </a:r>
          </a:p>
          <a:p>
            <a:r>
              <a:rPr lang="en-US" sz="1800" dirty="0"/>
              <a:t>Tailwind Traders restores test workloads to separate subscriptions</a:t>
            </a:r>
          </a:p>
        </p:txBody>
      </p:sp>
    </p:spTree>
    <p:extLst>
      <p:ext uri="{BB962C8B-B14F-4D97-AF65-F5344CB8AC3E}">
        <p14:creationId xmlns:p14="http://schemas.microsoft.com/office/powerpoint/2010/main" val="258854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14.4 </a:t>
            </a:r>
            <a:r>
              <a:rPr lang="en-US" sz="3600" dirty="0">
                <a:solidFill>
                  <a:srgbClr val="0978D8"/>
                </a:solidFill>
              </a:rPr>
              <a:t>Restore a VM, including encrypted VMs </a:t>
            </a:r>
          </a:p>
        </p:txBody>
      </p:sp>
    </p:spTree>
    <p:extLst>
      <p:ext uri="{BB962C8B-B14F-4D97-AF65-F5344CB8AC3E}">
        <p14:creationId xmlns:p14="http://schemas.microsoft.com/office/powerpoint/2010/main" val="578841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Recover encrypted workloads securely</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Maintains BitLocker or Azure Disk Encryption (ADE) during restore</a:t>
            </a:r>
          </a:p>
          <a:p>
            <a:r>
              <a:rPr lang="en-US" sz="1800" dirty="0"/>
              <a:t>Azure Key Vault integration handles key retrieval</a:t>
            </a:r>
          </a:p>
          <a:p>
            <a:r>
              <a:rPr lang="en-US" sz="1800" dirty="0"/>
              <a:t>Cross-region restores preserve encryption status</a:t>
            </a:r>
          </a:p>
          <a:p>
            <a:r>
              <a:rPr lang="en-US" sz="1800" dirty="0"/>
              <a:t>Key escrow ensures keys are always available</a:t>
            </a:r>
          </a:p>
          <a:p>
            <a:r>
              <a:rPr lang="en-US" sz="1800" dirty="0" err="1"/>
              <a:t>Fabrikam</a:t>
            </a:r>
            <a:r>
              <a:rPr lang="en-US" sz="1800" dirty="0"/>
              <a:t> validates recovery of ADE-protected VMs quarterly</a:t>
            </a:r>
          </a:p>
        </p:txBody>
      </p:sp>
    </p:spTree>
    <p:extLst>
      <p:ext uri="{BB962C8B-B14F-4D97-AF65-F5344CB8AC3E}">
        <p14:creationId xmlns:p14="http://schemas.microsoft.com/office/powerpoint/2010/main" val="284587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BA47D604-4E48-445C-8FB7-492ABBD64E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34405</TotalTime>
  <Words>2429</Words>
  <Application>Microsoft Office PowerPoint</Application>
  <PresentationFormat>On-screen Show (16:9)</PresentationFormat>
  <Paragraphs>107</Paragraphs>
  <Slides>12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JetBrains Mono</vt:lpstr>
      <vt:lpstr>Open Sans</vt:lpstr>
      <vt:lpstr>Segoe UI</vt:lpstr>
      <vt:lpstr>Segoe UI Light</vt:lpstr>
      <vt:lpstr>Segoe UI Semilight</vt:lpstr>
      <vt:lpstr>Standard_LiveLessons_2017</vt:lpstr>
      <vt:lpstr>PowerPoint Presentation</vt:lpstr>
      <vt:lpstr>PowerPoint Presentation</vt:lpstr>
      <vt:lpstr>PowerPoint Presentation</vt:lpstr>
      <vt:lpstr>Protect Azure workloads with built-in backup service</vt:lpstr>
      <vt:lpstr>Enable backup with the Azure VM agent</vt:lpstr>
      <vt:lpstr>Azure VM Backup architecture</vt:lpstr>
      <vt:lpstr>PowerPoint Presentation</vt:lpstr>
      <vt:lpstr>Restore workloads quickly with instant snapshots</vt:lpstr>
      <vt:lpstr>PowerPoint Presentation</vt:lpstr>
      <vt:lpstr>Restore workloads to alternate VM instances</vt:lpstr>
      <vt:lpstr>PowerPoint Presentation</vt:lpstr>
      <vt:lpstr>Recover encrypted workloads securely</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2025-10-23T18:46:48Z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