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4"/>
  </p:sldMasterIdLst>
  <p:notesMasterIdLst>
    <p:notesMasterId r:id="rId18"/>
  </p:notesMasterIdLst>
  <p:sldIdLst>
    <p:sldId id="303" r:id="rId5"/>
    <p:sldId id="292" r:id="rId6"/>
    <p:sldId id="293" r:id="rId7"/>
    <p:sldId id="348" r:id="rId8"/>
    <p:sldId id="352" r:id="rId9"/>
    <p:sldId id="343" r:id="rId10"/>
    <p:sldId id="349" r:id="rId11"/>
    <p:sldId id="346" r:id="rId12"/>
    <p:sldId id="350" r:id="rId13"/>
    <p:sldId id="342" r:id="rId14"/>
    <p:sldId id="347" r:id="rId15"/>
    <p:sldId id="331" r:id="rId16"/>
    <p:sldId id="351" r:id="rId1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4CB2919-E75C-EAE0-A7E3-E8766035CAC2}" name="Tim Warner" initials="TW" userId="1d9b2d89684621c1" providerId="Windows Live"/>
  <p188:author id="{955C4A35-E9B6-3146-066A-4404D53655C8}" name="scsjcain84" initials="sc" userId="S::scsjcain84_gmail.com#ext#@pearsoneducationinc.onmicrosoft.com::4399dd98-ee8b-4212-9001-7919755a3260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nelson, Sean" initials="DS" lastIdx="8" clrIdx="0">
    <p:extLst>
      <p:ext uri="{19B8F6BF-5375-455C-9EA6-DF929625EA0E}">
        <p15:presenceInfo xmlns:p15="http://schemas.microsoft.com/office/powerpoint/2012/main" userId="S::sean.donelson@pearson.com::3e21d0a5-01a9-4113-9b92-c184675e923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5A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A45890-F8B8-4C35-A75B-6FC8D30D93D9}" v="9" dt="2025-09-26T21:09:57.6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25" autoAdjust="0"/>
    <p:restoredTop sz="67340" autoAdjust="0"/>
  </p:normalViewPr>
  <p:slideViewPr>
    <p:cSldViewPr snapToGrid="0" snapToObjects="1">
      <p:cViewPr varScale="1">
        <p:scale>
          <a:sx n="128" d="100"/>
          <a:sy n="128" d="100"/>
        </p:scale>
        <p:origin x="2568" y="3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175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 snapToObjects="1">
      <p:cViewPr varScale="1">
        <p:scale>
          <a:sx n="150" d="100"/>
          <a:sy n="150" d="100"/>
        </p:scale>
        <p:origin x="5840" y="1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m Warner" userId="1d9b2d89684621c1" providerId="LiveId" clId="{049A3222-CDBA-4E39-B7BD-CAD1354B2092}"/>
    <pc:docChg chg="undo custSel addSld delSld modSld modMainMaster modShowInfo">
      <pc:chgData name="Tim Warner" userId="1d9b2d89684621c1" providerId="LiveId" clId="{049A3222-CDBA-4E39-B7BD-CAD1354B2092}" dt="2024-04-01T16:58:06.208" v="1673" actId="2744"/>
      <pc:docMkLst>
        <pc:docMk/>
      </pc:docMkLst>
      <pc:sldChg chg="modSp mod modAnim">
        <pc:chgData name="Tim Warner" userId="1d9b2d89684621c1" providerId="LiveId" clId="{049A3222-CDBA-4E39-B7BD-CAD1354B2092}" dt="2024-04-01T01:59:28.253" v="1331" actId="20577"/>
        <pc:sldMkLst>
          <pc:docMk/>
          <pc:sldMk cId="921485155" sldId="286"/>
        </pc:sldMkLst>
      </pc:sldChg>
      <pc:sldChg chg="add del">
        <pc:chgData name="Tim Warner" userId="1d9b2d89684621c1" providerId="LiveId" clId="{049A3222-CDBA-4E39-B7BD-CAD1354B2092}" dt="2024-03-28T18:18:39.917" v="1002" actId="2696"/>
        <pc:sldMkLst>
          <pc:docMk/>
          <pc:sldMk cId="2200105640" sldId="291"/>
        </pc:sldMkLst>
      </pc:sldChg>
      <pc:sldChg chg="modSp add del mod modClrScheme modShow chgLayout modNotesTx">
        <pc:chgData name="Tim Warner" userId="1d9b2d89684621c1" providerId="LiveId" clId="{049A3222-CDBA-4E39-B7BD-CAD1354B2092}" dt="2024-03-31T13:12:28.091" v="1195" actId="20577"/>
        <pc:sldMkLst>
          <pc:docMk/>
          <pc:sldMk cId="378133628" sldId="302"/>
        </pc:sldMkLst>
      </pc:sldChg>
      <pc:sldChg chg="modSp">
        <pc:chgData name="Tim Warner" userId="1d9b2d89684621c1" providerId="LiveId" clId="{049A3222-CDBA-4E39-B7BD-CAD1354B2092}" dt="2024-03-28T18:03:16.114" v="922"/>
        <pc:sldMkLst>
          <pc:docMk/>
          <pc:sldMk cId="3662525184" sldId="303"/>
        </pc:sldMkLst>
      </pc:sldChg>
      <pc:sldChg chg="addSp modSp add del mod modAnim">
        <pc:chgData name="Tim Warner" userId="1d9b2d89684621c1" providerId="LiveId" clId="{049A3222-CDBA-4E39-B7BD-CAD1354B2092}" dt="2024-04-01T16:56:05.057" v="1667" actId="167"/>
        <pc:sldMkLst>
          <pc:docMk/>
          <pc:sldMk cId="157688393" sldId="311"/>
        </pc:sldMkLst>
      </pc:sldChg>
      <pc:sldChg chg="modSp mod modClrScheme modAnim chgLayout">
        <pc:chgData name="Tim Warner" userId="1d9b2d89684621c1" providerId="LiveId" clId="{049A3222-CDBA-4E39-B7BD-CAD1354B2092}" dt="2024-04-01T16:50:04.195" v="1474" actId="20577"/>
        <pc:sldMkLst>
          <pc:docMk/>
          <pc:sldMk cId="2601488157" sldId="313"/>
        </pc:sldMkLst>
      </pc:sldChg>
      <pc:sldChg chg="modSp mod modAnim">
        <pc:chgData name="Tim Warner" userId="1d9b2d89684621c1" providerId="LiveId" clId="{049A3222-CDBA-4E39-B7BD-CAD1354B2092}" dt="2024-04-01T02:02:01.807" v="1386" actId="20577"/>
        <pc:sldMkLst>
          <pc:docMk/>
          <pc:sldMk cId="1087036720" sldId="315"/>
        </pc:sldMkLst>
      </pc:sldChg>
      <pc:sldChg chg="modSp mod modAnim modNotesTx">
        <pc:chgData name="Tim Warner" userId="1d9b2d89684621c1" providerId="LiveId" clId="{049A3222-CDBA-4E39-B7BD-CAD1354B2092}" dt="2024-04-01T02:02:09.973" v="1388" actId="20577"/>
        <pc:sldMkLst>
          <pc:docMk/>
          <pc:sldMk cId="2612742259" sldId="317"/>
        </pc:sldMkLst>
      </pc:sldChg>
      <pc:sldChg chg="modSp mod modAnim">
        <pc:chgData name="Tim Warner" userId="1d9b2d89684621c1" providerId="LiveId" clId="{049A3222-CDBA-4E39-B7BD-CAD1354B2092}" dt="2024-03-28T18:13:00.081" v="1000" actId="20577"/>
        <pc:sldMkLst>
          <pc:docMk/>
          <pc:sldMk cId="2882261712" sldId="319"/>
        </pc:sldMkLst>
      </pc:sldChg>
      <pc:sldChg chg="modSp add mod modAnim">
        <pc:chgData name="Tim Warner" userId="1d9b2d89684621c1" providerId="LiveId" clId="{049A3222-CDBA-4E39-B7BD-CAD1354B2092}" dt="2024-04-01T16:52:39.850" v="1628" actId="20577"/>
        <pc:sldMkLst>
          <pc:docMk/>
          <pc:sldMk cId="3235755691" sldId="320"/>
        </pc:sldMkLst>
      </pc:sldChg>
      <pc:sldChg chg="modSp add mod modAnim">
        <pc:chgData name="Tim Warner" userId="1d9b2d89684621c1" providerId="LiveId" clId="{049A3222-CDBA-4E39-B7BD-CAD1354B2092}" dt="2024-04-01T16:50:38.044" v="1544" actId="20577"/>
        <pc:sldMkLst>
          <pc:docMk/>
          <pc:sldMk cId="59359989" sldId="321"/>
        </pc:sldMkLst>
      </pc:sldChg>
      <pc:sldChg chg="modSp add mod modAnim">
        <pc:chgData name="Tim Warner" userId="1d9b2d89684621c1" providerId="LiveId" clId="{049A3222-CDBA-4E39-B7BD-CAD1354B2092}" dt="2024-03-28T18:11:23.231" v="974" actId="15"/>
        <pc:sldMkLst>
          <pc:docMk/>
          <pc:sldMk cId="3302658962" sldId="322"/>
        </pc:sldMkLst>
      </pc:sldChg>
      <pc:sldChg chg="modSp add mod modAnim">
        <pc:chgData name="Tim Warner" userId="1d9b2d89684621c1" providerId="LiveId" clId="{049A3222-CDBA-4E39-B7BD-CAD1354B2092}" dt="2024-04-01T02:01:56.068" v="1384" actId="20577"/>
        <pc:sldMkLst>
          <pc:docMk/>
          <pc:sldMk cId="2760655617" sldId="323"/>
        </pc:sldMkLst>
      </pc:sldChg>
      <pc:sldChg chg="modSp add mod modAnim">
        <pc:chgData name="Tim Warner" userId="1d9b2d89684621c1" providerId="LiveId" clId="{049A3222-CDBA-4E39-B7BD-CAD1354B2092}" dt="2024-04-01T02:03:33.576" v="1389" actId="20578"/>
        <pc:sldMkLst>
          <pc:docMk/>
          <pc:sldMk cId="2319311322" sldId="324"/>
        </pc:sldMkLst>
      </pc:sldChg>
      <pc:sldChg chg="modSp add mod modAnim modNotesTx">
        <pc:chgData name="Tim Warner" userId="1d9b2d89684621c1" providerId="LiveId" clId="{049A3222-CDBA-4E39-B7BD-CAD1354B2092}" dt="2024-03-28T18:03:16.114" v="922"/>
        <pc:sldMkLst>
          <pc:docMk/>
          <pc:sldMk cId="333546607" sldId="325"/>
        </pc:sldMkLst>
      </pc:sldChg>
      <pc:sldChg chg="modSp add mod modAnim modNotesTx">
        <pc:chgData name="Tim Warner" userId="1d9b2d89684621c1" providerId="LiveId" clId="{049A3222-CDBA-4E39-B7BD-CAD1354B2092}" dt="2024-04-01T16:51:49.193" v="1591" actId="20577"/>
        <pc:sldMkLst>
          <pc:docMk/>
          <pc:sldMk cId="1466913053" sldId="326"/>
        </pc:sldMkLst>
      </pc:sldChg>
      <pc:sldChg chg="modSp add mod modAnim">
        <pc:chgData name="Tim Warner" userId="1d9b2d89684621c1" providerId="LiveId" clId="{049A3222-CDBA-4E39-B7BD-CAD1354B2092}" dt="2024-03-28T18:11:42.829" v="983" actId="113"/>
        <pc:sldMkLst>
          <pc:docMk/>
          <pc:sldMk cId="569040605" sldId="327"/>
        </pc:sldMkLst>
      </pc:sldChg>
      <pc:sldChg chg="modSp add mod modAnim">
        <pc:chgData name="Tim Warner" userId="1d9b2d89684621c1" providerId="LiveId" clId="{049A3222-CDBA-4E39-B7BD-CAD1354B2092}" dt="2024-03-28T18:12:35.586" v="991" actId="20577"/>
        <pc:sldMkLst>
          <pc:docMk/>
          <pc:sldMk cId="2754074232" sldId="328"/>
        </pc:sldMkLst>
      </pc:sldChg>
      <pc:sldChg chg="modSp add mod modAnim">
        <pc:chgData name="Tim Warner" userId="1d9b2d89684621c1" providerId="LiveId" clId="{049A3222-CDBA-4E39-B7BD-CAD1354B2092}" dt="2024-03-28T18:03:16.114" v="922"/>
        <pc:sldMkLst>
          <pc:docMk/>
          <pc:sldMk cId="2815800109" sldId="329"/>
        </pc:sldMkLst>
      </pc:sldChg>
      <pc:sldChg chg="addSp modSp add del mod modAnim">
        <pc:chgData name="Tim Warner" userId="1d9b2d89684621c1" providerId="LiveId" clId="{049A3222-CDBA-4E39-B7BD-CAD1354B2092}" dt="2024-04-01T16:56:44.008" v="1670" actId="20577"/>
        <pc:sldMkLst>
          <pc:docMk/>
          <pc:sldMk cId="2051929106" sldId="330"/>
        </pc:sldMkLst>
      </pc:sldChg>
      <pc:sldChg chg="modSp add mod modAnim">
        <pc:chgData name="Tim Warner" userId="1d9b2d89684621c1" providerId="LiveId" clId="{049A3222-CDBA-4E39-B7BD-CAD1354B2092}" dt="2024-04-01T16:48:55.531" v="1420" actId="20577"/>
        <pc:sldMkLst>
          <pc:docMk/>
          <pc:sldMk cId="3372268560" sldId="331"/>
        </pc:sldMkLst>
      </pc:sldChg>
      <pc:sldMasterChg chg="addSp modSldLayout">
        <pc:chgData name="Tim Warner" userId="1d9b2d89684621c1" providerId="LiveId" clId="{049A3222-CDBA-4E39-B7BD-CAD1354B2092}" dt="2024-03-28T18:01:37.789" v="919"/>
        <pc:sldMasterMkLst>
          <pc:docMk/>
          <pc:sldMasterMk cId="3561493546" sldId="2147483666"/>
        </pc:sldMasterMkLst>
        <pc:sldLayoutChg chg="addSp">
          <pc:chgData name="Tim Warner" userId="1d9b2d89684621c1" providerId="LiveId" clId="{049A3222-CDBA-4E39-B7BD-CAD1354B2092}" dt="2024-03-28T18:01:37.789" v="919"/>
          <pc:sldLayoutMkLst>
            <pc:docMk/>
            <pc:sldMasterMk cId="3561493546" sldId="2147483666"/>
            <pc:sldLayoutMk cId="1025742477" sldId="2147483667"/>
          </pc:sldLayoutMkLst>
        </pc:sldLayoutChg>
        <pc:sldLayoutChg chg="addSp">
          <pc:chgData name="Tim Warner" userId="1d9b2d89684621c1" providerId="LiveId" clId="{049A3222-CDBA-4E39-B7BD-CAD1354B2092}" dt="2024-03-28T18:01:37.789" v="919"/>
          <pc:sldLayoutMkLst>
            <pc:docMk/>
            <pc:sldMasterMk cId="3561493546" sldId="2147483666"/>
            <pc:sldLayoutMk cId="276551598" sldId="2147483668"/>
          </pc:sldLayoutMkLst>
        </pc:sldLayoutChg>
        <pc:sldLayoutChg chg="addSp">
          <pc:chgData name="Tim Warner" userId="1d9b2d89684621c1" providerId="LiveId" clId="{049A3222-CDBA-4E39-B7BD-CAD1354B2092}" dt="2024-03-28T18:01:37.789" v="919"/>
          <pc:sldLayoutMkLst>
            <pc:docMk/>
            <pc:sldMasterMk cId="3561493546" sldId="2147483666"/>
            <pc:sldLayoutMk cId="1684873760" sldId="2147483669"/>
          </pc:sldLayoutMkLst>
        </pc:sldLayoutChg>
        <pc:sldLayoutChg chg="addSp">
          <pc:chgData name="Tim Warner" userId="1d9b2d89684621c1" providerId="LiveId" clId="{049A3222-CDBA-4E39-B7BD-CAD1354B2092}" dt="2024-03-28T18:01:37.789" v="919"/>
          <pc:sldLayoutMkLst>
            <pc:docMk/>
            <pc:sldMasterMk cId="3561493546" sldId="2147483666"/>
            <pc:sldLayoutMk cId="3153504984" sldId="2147483670"/>
          </pc:sldLayoutMkLst>
        </pc:sldLayoutChg>
        <pc:sldLayoutChg chg="addSp">
          <pc:chgData name="Tim Warner" userId="1d9b2d89684621c1" providerId="LiveId" clId="{049A3222-CDBA-4E39-B7BD-CAD1354B2092}" dt="2024-03-28T18:01:37.789" v="919"/>
          <pc:sldLayoutMkLst>
            <pc:docMk/>
            <pc:sldMasterMk cId="3561493546" sldId="2147483666"/>
            <pc:sldLayoutMk cId="1151734571" sldId="2147483671"/>
          </pc:sldLayoutMkLst>
        </pc:sldLayoutChg>
        <pc:sldLayoutChg chg="addSp">
          <pc:chgData name="Tim Warner" userId="1d9b2d89684621c1" providerId="LiveId" clId="{049A3222-CDBA-4E39-B7BD-CAD1354B2092}" dt="2024-03-28T18:01:37.789" v="919"/>
          <pc:sldLayoutMkLst>
            <pc:docMk/>
            <pc:sldMasterMk cId="3561493546" sldId="2147483666"/>
            <pc:sldLayoutMk cId="276703820" sldId="2147483672"/>
          </pc:sldLayoutMkLst>
        </pc:sldLayoutChg>
        <pc:sldLayoutChg chg="addSp">
          <pc:chgData name="Tim Warner" userId="1d9b2d89684621c1" providerId="LiveId" clId="{049A3222-CDBA-4E39-B7BD-CAD1354B2092}" dt="2024-03-28T18:01:37.789" v="919"/>
          <pc:sldLayoutMkLst>
            <pc:docMk/>
            <pc:sldMasterMk cId="3561493546" sldId="2147483666"/>
            <pc:sldLayoutMk cId="1425080240" sldId="2147483673"/>
          </pc:sldLayoutMkLst>
        </pc:sldLayoutChg>
        <pc:sldLayoutChg chg="addSp">
          <pc:chgData name="Tim Warner" userId="1d9b2d89684621c1" providerId="LiveId" clId="{049A3222-CDBA-4E39-B7BD-CAD1354B2092}" dt="2024-03-28T18:01:37.789" v="919"/>
          <pc:sldLayoutMkLst>
            <pc:docMk/>
            <pc:sldMasterMk cId="3561493546" sldId="2147483666"/>
            <pc:sldLayoutMk cId="2395301852" sldId="2147483674"/>
          </pc:sldLayoutMkLst>
        </pc:sldLayoutChg>
        <pc:sldLayoutChg chg="addSp">
          <pc:chgData name="Tim Warner" userId="1d9b2d89684621c1" providerId="LiveId" clId="{049A3222-CDBA-4E39-B7BD-CAD1354B2092}" dt="2024-03-28T18:01:37.789" v="919"/>
          <pc:sldLayoutMkLst>
            <pc:docMk/>
            <pc:sldMasterMk cId="3561493546" sldId="2147483666"/>
            <pc:sldLayoutMk cId="146116765" sldId="2147483675"/>
          </pc:sldLayoutMkLst>
        </pc:sldLayoutChg>
      </pc:sldMasterChg>
      <pc:sldMasterChg chg="addSp modSldLayout">
        <pc:chgData name="Tim Warner" userId="1d9b2d89684621c1" providerId="LiveId" clId="{049A3222-CDBA-4E39-B7BD-CAD1354B2092}" dt="2024-03-28T18:02:01.089" v="920"/>
        <pc:sldMasterMkLst>
          <pc:docMk/>
          <pc:sldMasterMk cId="1213487532" sldId="2147483676"/>
        </pc:sldMasterMkLst>
        <pc:sldLayoutChg chg="addSp">
          <pc:chgData name="Tim Warner" userId="1d9b2d89684621c1" providerId="LiveId" clId="{049A3222-CDBA-4E39-B7BD-CAD1354B2092}" dt="2024-03-28T18:02:01.089" v="920"/>
          <pc:sldLayoutMkLst>
            <pc:docMk/>
            <pc:sldMasterMk cId="1213487532" sldId="2147483676"/>
            <pc:sldLayoutMk cId="201298863" sldId="2147483677"/>
          </pc:sldLayoutMkLst>
        </pc:sldLayoutChg>
        <pc:sldLayoutChg chg="addSp">
          <pc:chgData name="Tim Warner" userId="1d9b2d89684621c1" providerId="LiveId" clId="{049A3222-CDBA-4E39-B7BD-CAD1354B2092}" dt="2024-03-28T18:02:01.089" v="920"/>
          <pc:sldLayoutMkLst>
            <pc:docMk/>
            <pc:sldMasterMk cId="1213487532" sldId="2147483676"/>
            <pc:sldLayoutMk cId="835686182" sldId="2147483678"/>
          </pc:sldLayoutMkLst>
        </pc:sldLayoutChg>
        <pc:sldLayoutChg chg="addSp">
          <pc:chgData name="Tim Warner" userId="1d9b2d89684621c1" providerId="LiveId" clId="{049A3222-CDBA-4E39-B7BD-CAD1354B2092}" dt="2024-03-28T18:02:01.089" v="920"/>
          <pc:sldLayoutMkLst>
            <pc:docMk/>
            <pc:sldMasterMk cId="1213487532" sldId="2147483676"/>
            <pc:sldLayoutMk cId="974189448" sldId="2147483679"/>
          </pc:sldLayoutMkLst>
        </pc:sldLayoutChg>
        <pc:sldLayoutChg chg="addSp">
          <pc:chgData name="Tim Warner" userId="1d9b2d89684621c1" providerId="LiveId" clId="{049A3222-CDBA-4E39-B7BD-CAD1354B2092}" dt="2024-03-28T18:02:01.089" v="920"/>
          <pc:sldLayoutMkLst>
            <pc:docMk/>
            <pc:sldMasterMk cId="1213487532" sldId="2147483676"/>
            <pc:sldLayoutMk cId="3002776102" sldId="2147483680"/>
          </pc:sldLayoutMkLst>
        </pc:sldLayoutChg>
        <pc:sldLayoutChg chg="addSp">
          <pc:chgData name="Tim Warner" userId="1d9b2d89684621c1" providerId="LiveId" clId="{049A3222-CDBA-4E39-B7BD-CAD1354B2092}" dt="2024-03-28T18:02:01.089" v="920"/>
          <pc:sldLayoutMkLst>
            <pc:docMk/>
            <pc:sldMasterMk cId="1213487532" sldId="2147483676"/>
            <pc:sldLayoutMk cId="3123423124" sldId="2147483681"/>
          </pc:sldLayoutMkLst>
        </pc:sldLayoutChg>
        <pc:sldLayoutChg chg="addSp">
          <pc:chgData name="Tim Warner" userId="1d9b2d89684621c1" providerId="LiveId" clId="{049A3222-CDBA-4E39-B7BD-CAD1354B2092}" dt="2024-03-28T18:02:01.089" v="920"/>
          <pc:sldLayoutMkLst>
            <pc:docMk/>
            <pc:sldMasterMk cId="1213487532" sldId="2147483676"/>
            <pc:sldLayoutMk cId="1563496081" sldId="2147483682"/>
          </pc:sldLayoutMkLst>
        </pc:sldLayoutChg>
        <pc:sldLayoutChg chg="addSp">
          <pc:chgData name="Tim Warner" userId="1d9b2d89684621c1" providerId="LiveId" clId="{049A3222-CDBA-4E39-B7BD-CAD1354B2092}" dt="2024-03-28T18:02:01.089" v="920"/>
          <pc:sldLayoutMkLst>
            <pc:docMk/>
            <pc:sldMasterMk cId="1213487532" sldId="2147483676"/>
            <pc:sldLayoutMk cId="1234905106" sldId="2147483683"/>
          </pc:sldLayoutMkLst>
        </pc:sldLayoutChg>
        <pc:sldLayoutChg chg="addSp">
          <pc:chgData name="Tim Warner" userId="1d9b2d89684621c1" providerId="LiveId" clId="{049A3222-CDBA-4E39-B7BD-CAD1354B2092}" dt="2024-03-28T18:02:01.089" v="920"/>
          <pc:sldLayoutMkLst>
            <pc:docMk/>
            <pc:sldMasterMk cId="1213487532" sldId="2147483676"/>
            <pc:sldLayoutMk cId="3533376440" sldId="2147483684"/>
          </pc:sldLayoutMkLst>
        </pc:sldLayoutChg>
        <pc:sldLayoutChg chg="addSp">
          <pc:chgData name="Tim Warner" userId="1d9b2d89684621c1" providerId="LiveId" clId="{049A3222-CDBA-4E39-B7BD-CAD1354B2092}" dt="2024-03-28T18:02:01.089" v="920"/>
          <pc:sldLayoutMkLst>
            <pc:docMk/>
            <pc:sldMasterMk cId="1213487532" sldId="2147483676"/>
            <pc:sldLayoutMk cId="2581220670" sldId="2147483685"/>
          </pc:sldLayoutMkLst>
        </pc:sldLayoutChg>
      </pc:sldMasterChg>
      <pc:sldMasterChg chg="addSp modSldLayout">
        <pc:chgData name="Tim Warner" userId="1d9b2d89684621c1" providerId="LiveId" clId="{049A3222-CDBA-4E39-B7BD-CAD1354B2092}" dt="2024-03-28T18:02:52.272" v="921"/>
        <pc:sldMasterMkLst>
          <pc:docMk/>
          <pc:sldMasterMk cId="1891518489" sldId="2147483686"/>
        </pc:sldMasterMkLst>
        <pc:sldLayoutChg chg="addSp">
          <pc:chgData name="Tim Warner" userId="1d9b2d89684621c1" providerId="LiveId" clId="{049A3222-CDBA-4E39-B7BD-CAD1354B2092}" dt="2024-03-28T18:02:52.272" v="921"/>
          <pc:sldLayoutMkLst>
            <pc:docMk/>
            <pc:sldMasterMk cId="1891518489" sldId="2147483686"/>
            <pc:sldLayoutMk cId="1853577793" sldId="2147483687"/>
          </pc:sldLayoutMkLst>
        </pc:sldLayoutChg>
        <pc:sldLayoutChg chg="addSp">
          <pc:chgData name="Tim Warner" userId="1d9b2d89684621c1" providerId="LiveId" clId="{049A3222-CDBA-4E39-B7BD-CAD1354B2092}" dt="2024-03-28T18:02:52.272" v="921"/>
          <pc:sldLayoutMkLst>
            <pc:docMk/>
            <pc:sldMasterMk cId="1891518489" sldId="2147483686"/>
            <pc:sldLayoutMk cId="487866842" sldId="2147483688"/>
          </pc:sldLayoutMkLst>
        </pc:sldLayoutChg>
        <pc:sldLayoutChg chg="addSp">
          <pc:chgData name="Tim Warner" userId="1d9b2d89684621c1" providerId="LiveId" clId="{049A3222-CDBA-4E39-B7BD-CAD1354B2092}" dt="2024-03-28T18:02:52.272" v="921"/>
          <pc:sldLayoutMkLst>
            <pc:docMk/>
            <pc:sldMasterMk cId="1891518489" sldId="2147483686"/>
            <pc:sldLayoutMk cId="435833829" sldId="2147483689"/>
          </pc:sldLayoutMkLst>
        </pc:sldLayoutChg>
        <pc:sldLayoutChg chg="addSp">
          <pc:chgData name="Tim Warner" userId="1d9b2d89684621c1" providerId="LiveId" clId="{049A3222-CDBA-4E39-B7BD-CAD1354B2092}" dt="2024-03-28T18:02:52.272" v="921"/>
          <pc:sldLayoutMkLst>
            <pc:docMk/>
            <pc:sldMasterMk cId="1891518489" sldId="2147483686"/>
            <pc:sldLayoutMk cId="2721234625" sldId="2147483690"/>
          </pc:sldLayoutMkLst>
        </pc:sldLayoutChg>
        <pc:sldLayoutChg chg="addSp">
          <pc:chgData name="Tim Warner" userId="1d9b2d89684621c1" providerId="LiveId" clId="{049A3222-CDBA-4E39-B7BD-CAD1354B2092}" dt="2024-03-28T18:02:52.272" v="921"/>
          <pc:sldLayoutMkLst>
            <pc:docMk/>
            <pc:sldMasterMk cId="1891518489" sldId="2147483686"/>
            <pc:sldLayoutMk cId="271201559" sldId="2147483691"/>
          </pc:sldLayoutMkLst>
        </pc:sldLayoutChg>
        <pc:sldLayoutChg chg="addSp">
          <pc:chgData name="Tim Warner" userId="1d9b2d89684621c1" providerId="LiveId" clId="{049A3222-CDBA-4E39-B7BD-CAD1354B2092}" dt="2024-03-28T18:02:52.272" v="921"/>
          <pc:sldLayoutMkLst>
            <pc:docMk/>
            <pc:sldMasterMk cId="1891518489" sldId="2147483686"/>
            <pc:sldLayoutMk cId="3099102027" sldId="2147483692"/>
          </pc:sldLayoutMkLst>
        </pc:sldLayoutChg>
        <pc:sldLayoutChg chg="addSp">
          <pc:chgData name="Tim Warner" userId="1d9b2d89684621c1" providerId="LiveId" clId="{049A3222-CDBA-4E39-B7BD-CAD1354B2092}" dt="2024-03-28T18:02:52.272" v="921"/>
          <pc:sldLayoutMkLst>
            <pc:docMk/>
            <pc:sldMasterMk cId="1891518489" sldId="2147483686"/>
            <pc:sldLayoutMk cId="3922228819" sldId="2147483693"/>
          </pc:sldLayoutMkLst>
        </pc:sldLayoutChg>
        <pc:sldLayoutChg chg="addSp">
          <pc:chgData name="Tim Warner" userId="1d9b2d89684621c1" providerId="LiveId" clId="{049A3222-CDBA-4E39-B7BD-CAD1354B2092}" dt="2024-03-28T18:02:52.272" v="921"/>
          <pc:sldLayoutMkLst>
            <pc:docMk/>
            <pc:sldMasterMk cId="1891518489" sldId="2147483686"/>
            <pc:sldLayoutMk cId="4172994892" sldId="2147483694"/>
          </pc:sldLayoutMkLst>
        </pc:sldLayoutChg>
        <pc:sldLayoutChg chg="addSp">
          <pc:chgData name="Tim Warner" userId="1d9b2d89684621c1" providerId="LiveId" clId="{049A3222-CDBA-4E39-B7BD-CAD1354B2092}" dt="2024-03-28T18:02:52.272" v="921"/>
          <pc:sldLayoutMkLst>
            <pc:docMk/>
            <pc:sldMasterMk cId="1891518489" sldId="2147483686"/>
            <pc:sldLayoutMk cId="1880789326" sldId="2147483695"/>
          </pc:sldLayoutMkLst>
        </pc:sldLayoutChg>
      </pc:sldMasterChg>
      <pc:sldMasterChg chg="addSp modSldLayout">
        <pc:chgData name="Tim Warner" userId="1d9b2d89684621c1" providerId="LiveId" clId="{049A3222-CDBA-4E39-B7BD-CAD1354B2092}" dt="2024-03-28T18:03:16.114" v="922"/>
        <pc:sldMasterMkLst>
          <pc:docMk/>
          <pc:sldMasterMk cId="2798786579" sldId="2147483696"/>
        </pc:sldMasterMkLst>
        <pc:sldLayoutChg chg="addSp">
          <pc:chgData name="Tim Warner" userId="1d9b2d89684621c1" providerId="LiveId" clId="{049A3222-CDBA-4E39-B7BD-CAD1354B2092}" dt="2024-03-28T18:03:16.114" v="922"/>
          <pc:sldLayoutMkLst>
            <pc:docMk/>
            <pc:sldMasterMk cId="2798786579" sldId="2147483696"/>
            <pc:sldLayoutMk cId="264481297" sldId="2147483697"/>
          </pc:sldLayoutMkLst>
        </pc:sldLayoutChg>
        <pc:sldLayoutChg chg="addSp">
          <pc:chgData name="Tim Warner" userId="1d9b2d89684621c1" providerId="LiveId" clId="{049A3222-CDBA-4E39-B7BD-CAD1354B2092}" dt="2024-03-28T18:03:16.114" v="922"/>
          <pc:sldLayoutMkLst>
            <pc:docMk/>
            <pc:sldMasterMk cId="2798786579" sldId="2147483696"/>
            <pc:sldLayoutMk cId="2385385372" sldId="2147483698"/>
          </pc:sldLayoutMkLst>
        </pc:sldLayoutChg>
        <pc:sldLayoutChg chg="addSp">
          <pc:chgData name="Tim Warner" userId="1d9b2d89684621c1" providerId="LiveId" clId="{049A3222-CDBA-4E39-B7BD-CAD1354B2092}" dt="2024-03-28T18:03:16.114" v="922"/>
          <pc:sldLayoutMkLst>
            <pc:docMk/>
            <pc:sldMasterMk cId="2798786579" sldId="2147483696"/>
            <pc:sldLayoutMk cId="948486234" sldId="2147483699"/>
          </pc:sldLayoutMkLst>
        </pc:sldLayoutChg>
        <pc:sldLayoutChg chg="addSp">
          <pc:chgData name="Tim Warner" userId="1d9b2d89684621c1" providerId="LiveId" clId="{049A3222-CDBA-4E39-B7BD-CAD1354B2092}" dt="2024-03-28T18:03:16.114" v="922"/>
          <pc:sldLayoutMkLst>
            <pc:docMk/>
            <pc:sldMasterMk cId="2798786579" sldId="2147483696"/>
            <pc:sldLayoutMk cId="3044878592" sldId="2147483700"/>
          </pc:sldLayoutMkLst>
        </pc:sldLayoutChg>
        <pc:sldLayoutChg chg="addSp">
          <pc:chgData name="Tim Warner" userId="1d9b2d89684621c1" providerId="LiveId" clId="{049A3222-CDBA-4E39-B7BD-CAD1354B2092}" dt="2024-03-28T18:03:16.114" v="922"/>
          <pc:sldLayoutMkLst>
            <pc:docMk/>
            <pc:sldMasterMk cId="2798786579" sldId="2147483696"/>
            <pc:sldLayoutMk cId="3463076090" sldId="2147483701"/>
          </pc:sldLayoutMkLst>
        </pc:sldLayoutChg>
        <pc:sldLayoutChg chg="addSp">
          <pc:chgData name="Tim Warner" userId="1d9b2d89684621c1" providerId="LiveId" clId="{049A3222-CDBA-4E39-B7BD-CAD1354B2092}" dt="2024-03-28T18:03:16.114" v="922"/>
          <pc:sldLayoutMkLst>
            <pc:docMk/>
            <pc:sldMasterMk cId="2798786579" sldId="2147483696"/>
            <pc:sldLayoutMk cId="604207005" sldId="2147483702"/>
          </pc:sldLayoutMkLst>
        </pc:sldLayoutChg>
        <pc:sldLayoutChg chg="addSp">
          <pc:chgData name="Tim Warner" userId="1d9b2d89684621c1" providerId="LiveId" clId="{049A3222-CDBA-4E39-B7BD-CAD1354B2092}" dt="2024-03-28T18:03:16.114" v="922"/>
          <pc:sldLayoutMkLst>
            <pc:docMk/>
            <pc:sldMasterMk cId="2798786579" sldId="2147483696"/>
            <pc:sldLayoutMk cId="1728566151" sldId="2147483703"/>
          </pc:sldLayoutMkLst>
        </pc:sldLayoutChg>
        <pc:sldLayoutChg chg="addSp">
          <pc:chgData name="Tim Warner" userId="1d9b2d89684621c1" providerId="LiveId" clId="{049A3222-CDBA-4E39-B7BD-CAD1354B2092}" dt="2024-03-28T18:03:16.114" v="922"/>
          <pc:sldLayoutMkLst>
            <pc:docMk/>
            <pc:sldMasterMk cId="2798786579" sldId="2147483696"/>
            <pc:sldLayoutMk cId="3579316738" sldId="2147483704"/>
          </pc:sldLayoutMkLst>
        </pc:sldLayoutChg>
        <pc:sldLayoutChg chg="addSp">
          <pc:chgData name="Tim Warner" userId="1d9b2d89684621c1" providerId="LiveId" clId="{049A3222-CDBA-4E39-B7BD-CAD1354B2092}" dt="2024-03-28T18:03:16.114" v="922"/>
          <pc:sldLayoutMkLst>
            <pc:docMk/>
            <pc:sldMasterMk cId="2798786579" sldId="2147483696"/>
            <pc:sldLayoutMk cId="1820708096" sldId="2147483705"/>
          </pc:sldLayoutMkLst>
        </pc:sldLayoutChg>
      </pc:sldMasterChg>
    </pc:docChg>
  </pc:docChgLst>
  <pc:docChgLst>
    <pc:chgData name="Tim Warner" userId="1d9b2d89684621c1" providerId="LiveId" clId="{9EE537F5-4492-46A9-8A6E-F6D0D797EC45}"/>
    <pc:docChg chg="undo redo custSel addSld delSld modSld sldOrd">
      <pc:chgData name="Tim Warner" userId="1d9b2d89684621c1" providerId="LiveId" clId="{9EE537F5-4492-46A9-8A6E-F6D0D797EC45}" dt="2023-12-18T22:23:52.550" v="1866" actId="1076"/>
      <pc:docMkLst>
        <pc:docMk/>
      </pc:docMkLst>
      <pc:sldChg chg="del">
        <pc:chgData name="Tim Warner" userId="1d9b2d89684621c1" providerId="LiveId" clId="{9EE537F5-4492-46A9-8A6E-F6D0D797EC45}" dt="2023-12-07T13:21:45.177" v="15" actId="47"/>
        <pc:sldMkLst>
          <pc:docMk/>
          <pc:sldMk cId="1359141524" sldId="269"/>
        </pc:sldMkLst>
      </pc:sldChg>
      <pc:sldChg chg="del">
        <pc:chgData name="Tim Warner" userId="1d9b2d89684621c1" providerId="LiveId" clId="{9EE537F5-4492-46A9-8A6E-F6D0D797EC45}" dt="2023-12-07T13:21:45.177" v="15" actId="47"/>
        <pc:sldMkLst>
          <pc:docMk/>
          <pc:sldMk cId="1132663081" sldId="280"/>
        </pc:sldMkLst>
      </pc:sldChg>
      <pc:sldChg chg="del">
        <pc:chgData name="Tim Warner" userId="1d9b2d89684621c1" providerId="LiveId" clId="{9EE537F5-4492-46A9-8A6E-F6D0D797EC45}" dt="2023-12-07T13:21:45.177" v="15" actId="47"/>
        <pc:sldMkLst>
          <pc:docMk/>
          <pc:sldMk cId="3198364927" sldId="281"/>
        </pc:sldMkLst>
      </pc:sldChg>
      <pc:sldChg chg="del">
        <pc:chgData name="Tim Warner" userId="1d9b2d89684621c1" providerId="LiveId" clId="{9EE537F5-4492-46A9-8A6E-F6D0D797EC45}" dt="2023-12-07T13:26:14.928" v="85" actId="47"/>
        <pc:sldMkLst>
          <pc:docMk/>
          <pc:sldMk cId="3782181354" sldId="283"/>
        </pc:sldMkLst>
      </pc:sldChg>
      <pc:sldChg chg="del">
        <pc:chgData name="Tim Warner" userId="1d9b2d89684621c1" providerId="LiveId" clId="{9EE537F5-4492-46A9-8A6E-F6D0D797EC45}" dt="2023-12-07T13:21:58.595" v="16" actId="47"/>
        <pc:sldMkLst>
          <pc:docMk/>
          <pc:sldMk cId="2081080801" sldId="284"/>
        </pc:sldMkLst>
      </pc:sldChg>
      <pc:sldChg chg="del">
        <pc:chgData name="Tim Warner" userId="1d9b2d89684621c1" providerId="LiveId" clId="{9EE537F5-4492-46A9-8A6E-F6D0D797EC45}" dt="2023-12-07T13:21:58.595" v="16" actId="47"/>
        <pc:sldMkLst>
          <pc:docMk/>
          <pc:sldMk cId="2282038944" sldId="285"/>
        </pc:sldMkLst>
      </pc:sldChg>
      <pc:sldChg chg="modSp mod ord">
        <pc:chgData name="Tim Warner" userId="1d9b2d89684621c1" providerId="LiveId" clId="{9EE537F5-4492-46A9-8A6E-F6D0D797EC45}" dt="2023-12-11T15:13:43.547" v="1305" actId="20577"/>
        <pc:sldMkLst>
          <pc:docMk/>
          <pc:sldMk cId="921485155" sldId="286"/>
        </pc:sldMkLst>
      </pc:sldChg>
      <pc:sldChg chg="del">
        <pc:chgData name="Tim Warner" userId="1d9b2d89684621c1" providerId="LiveId" clId="{9EE537F5-4492-46A9-8A6E-F6D0D797EC45}" dt="2023-12-07T13:21:45.177" v="15" actId="47"/>
        <pc:sldMkLst>
          <pc:docMk/>
          <pc:sldMk cId="558020541" sldId="287"/>
        </pc:sldMkLst>
      </pc:sldChg>
      <pc:sldChg chg="del">
        <pc:chgData name="Tim Warner" userId="1d9b2d89684621c1" providerId="LiveId" clId="{9EE537F5-4492-46A9-8A6E-F6D0D797EC45}" dt="2023-12-07T13:21:45.177" v="15" actId="47"/>
        <pc:sldMkLst>
          <pc:docMk/>
          <pc:sldMk cId="3445464586" sldId="288"/>
        </pc:sldMkLst>
      </pc:sldChg>
      <pc:sldChg chg="del">
        <pc:chgData name="Tim Warner" userId="1d9b2d89684621c1" providerId="LiveId" clId="{9EE537F5-4492-46A9-8A6E-F6D0D797EC45}" dt="2023-12-07T13:21:45.177" v="15" actId="47"/>
        <pc:sldMkLst>
          <pc:docMk/>
          <pc:sldMk cId="2882273727" sldId="289"/>
        </pc:sldMkLst>
      </pc:sldChg>
      <pc:sldChg chg="del">
        <pc:chgData name="Tim Warner" userId="1d9b2d89684621c1" providerId="LiveId" clId="{9EE537F5-4492-46A9-8A6E-F6D0D797EC45}" dt="2023-12-07T13:21:45.177" v="15" actId="47"/>
        <pc:sldMkLst>
          <pc:docMk/>
          <pc:sldMk cId="811801111" sldId="290"/>
        </pc:sldMkLst>
      </pc:sldChg>
      <pc:sldChg chg="del">
        <pc:chgData name="Tim Warner" userId="1d9b2d89684621c1" providerId="LiveId" clId="{9EE537F5-4492-46A9-8A6E-F6D0D797EC45}" dt="2023-12-07T13:21:45.177" v="15" actId="47"/>
        <pc:sldMkLst>
          <pc:docMk/>
          <pc:sldMk cId="2200105640" sldId="291"/>
        </pc:sldMkLst>
      </pc:sldChg>
      <pc:sldChg chg="addSp delSp modSp add mod">
        <pc:chgData name="Tim Warner" userId="1d9b2d89684621c1" providerId="LiveId" clId="{9EE537F5-4492-46A9-8A6E-F6D0D797EC45}" dt="2023-12-07T13:25:58.818" v="84" actId="1076"/>
        <pc:sldMkLst>
          <pc:docMk/>
          <pc:sldMk cId="2539485740" sldId="292"/>
        </pc:sldMkLst>
      </pc:sldChg>
      <pc:sldChg chg="modSp add mod">
        <pc:chgData name="Tim Warner" userId="1d9b2d89684621c1" providerId="LiveId" clId="{9EE537F5-4492-46A9-8A6E-F6D0D797EC45}" dt="2023-12-07T13:23:54.908" v="63" actId="1076"/>
        <pc:sldMkLst>
          <pc:docMk/>
          <pc:sldMk cId="486668636" sldId="293"/>
        </pc:sldMkLst>
      </pc:sldChg>
      <pc:sldChg chg="modSp add mod">
        <pc:chgData name="Tim Warner" userId="1d9b2d89684621c1" providerId="LiveId" clId="{9EE537F5-4492-46A9-8A6E-F6D0D797EC45}" dt="2023-12-07T13:27:44.664" v="168" actId="20577"/>
        <pc:sldMkLst>
          <pc:docMk/>
          <pc:sldMk cId="4076051784" sldId="294"/>
        </pc:sldMkLst>
      </pc:sldChg>
      <pc:sldChg chg="addSp delSp modSp add mod">
        <pc:chgData name="Tim Warner" userId="1d9b2d89684621c1" providerId="LiveId" clId="{9EE537F5-4492-46A9-8A6E-F6D0D797EC45}" dt="2023-12-18T22:20:45.573" v="1760" actId="478"/>
        <pc:sldMkLst>
          <pc:docMk/>
          <pc:sldMk cId="3012217069" sldId="295"/>
        </pc:sldMkLst>
      </pc:sldChg>
      <pc:sldChg chg="modSp add mod">
        <pc:chgData name="Tim Warner" userId="1d9b2d89684621c1" providerId="LiveId" clId="{9EE537F5-4492-46A9-8A6E-F6D0D797EC45}" dt="2023-12-07T13:28:03.071" v="189" actId="20577"/>
        <pc:sldMkLst>
          <pc:docMk/>
          <pc:sldMk cId="3233535526" sldId="296"/>
        </pc:sldMkLst>
      </pc:sldChg>
      <pc:sldChg chg="addSp delSp modSp add mod">
        <pc:chgData name="Tim Warner" userId="1d9b2d89684621c1" providerId="LiveId" clId="{9EE537F5-4492-46A9-8A6E-F6D0D797EC45}" dt="2023-12-18T22:21:16.795" v="1766" actId="21"/>
        <pc:sldMkLst>
          <pc:docMk/>
          <pc:sldMk cId="432470322" sldId="297"/>
        </pc:sldMkLst>
      </pc:sldChg>
      <pc:sldChg chg="modSp add mod">
        <pc:chgData name="Tim Warner" userId="1d9b2d89684621c1" providerId="LiveId" clId="{9EE537F5-4492-46A9-8A6E-F6D0D797EC45}" dt="2023-12-07T13:28:16.186" v="208" actId="20577"/>
        <pc:sldMkLst>
          <pc:docMk/>
          <pc:sldMk cId="377717918" sldId="298"/>
        </pc:sldMkLst>
      </pc:sldChg>
      <pc:sldChg chg="addSp delSp modSp add mod">
        <pc:chgData name="Tim Warner" userId="1d9b2d89684621c1" providerId="LiveId" clId="{9EE537F5-4492-46A9-8A6E-F6D0D797EC45}" dt="2023-12-18T22:22:27.623" v="1855" actId="478"/>
        <pc:sldMkLst>
          <pc:docMk/>
          <pc:sldMk cId="1440321308" sldId="299"/>
        </pc:sldMkLst>
      </pc:sldChg>
      <pc:sldChg chg="modSp add mod">
        <pc:chgData name="Tim Warner" userId="1d9b2d89684621c1" providerId="LiveId" clId="{9EE537F5-4492-46A9-8A6E-F6D0D797EC45}" dt="2023-12-07T13:28:32.755" v="210" actId="1076"/>
        <pc:sldMkLst>
          <pc:docMk/>
          <pc:sldMk cId="490186796" sldId="300"/>
        </pc:sldMkLst>
      </pc:sldChg>
      <pc:sldChg chg="addSp delSp modSp add mod">
        <pc:chgData name="Tim Warner" userId="1d9b2d89684621c1" providerId="LiveId" clId="{9EE537F5-4492-46A9-8A6E-F6D0D797EC45}" dt="2023-12-18T22:23:25.095" v="1862" actId="113"/>
        <pc:sldMkLst>
          <pc:docMk/>
          <pc:sldMk cId="2614713382" sldId="301"/>
        </pc:sldMkLst>
      </pc:sldChg>
      <pc:sldChg chg="addSp delSp modSp new mod modClrScheme chgLayout">
        <pc:chgData name="Tim Warner" userId="1d9b2d89684621c1" providerId="LiveId" clId="{9EE537F5-4492-46A9-8A6E-F6D0D797EC45}" dt="2023-12-11T15:16:57.417" v="1611" actId="20577"/>
        <pc:sldMkLst>
          <pc:docMk/>
          <pc:sldMk cId="378133628" sldId="302"/>
        </pc:sldMkLst>
      </pc:sldChg>
      <pc:sldChg chg="addSp delSp modSp new mod chgLayout">
        <pc:chgData name="Tim Warner" userId="1d9b2d89684621c1" providerId="LiveId" clId="{9EE537F5-4492-46A9-8A6E-F6D0D797EC45}" dt="2023-12-07T13:31:06.281" v="338" actId="1076"/>
        <pc:sldMkLst>
          <pc:docMk/>
          <pc:sldMk cId="3662525184" sldId="303"/>
        </pc:sldMkLst>
      </pc:sldChg>
      <pc:sldChg chg="modSp add mod modCm">
        <pc:chgData name="Tim Warner" userId="1d9b2d89684621c1" providerId="LiveId" clId="{9EE537F5-4492-46A9-8A6E-F6D0D797EC45}" dt="2023-12-13T19:36:36.209" v="1697" actId="20577"/>
        <pc:sldMkLst>
          <pc:docMk/>
          <pc:sldMk cId="2507876813" sldId="30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Tim Warner" userId="1d9b2d89684621c1" providerId="LiveId" clId="{9EE537F5-4492-46A9-8A6E-F6D0D797EC45}" dt="2023-12-13T19:35:32.612" v="1627"/>
              <pc2:cmMkLst xmlns:pc2="http://schemas.microsoft.com/office/powerpoint/2019/9/main/command">
                <pc:docMk/>
                <pc:sldMk cId="2507876813" sldId="304"/>
                <pc2:cmMk id="{F9DC116C-7B99-44B4-A066-B9294A445BBE}"/>
              </pc2:cmMkLst>
              <pc226:cmRplyChg chg="add">
                <pc226:chgData name="Tim Warner" userId="1d9b2d89684621c1" providerId="LiveId" clId="{9EE537F5-4492-46A9-8A6E-F6D0D797EC45}" dt="2023-12-13T19:35:32.612" v="1627"/>
                <pc2:cmRplyMkLst xmlns:pc2="http://schemas.microsoft.com/office/powerpoint/2019/9/main/command">
                  <pc:docMk/>
                  <pc:sldMk cId="2507876813" sldId="304"/>
                  <pc2:cmMk id="{F9DC116C-7B99-44B4-A066-B9294A445BBE}"/>
                  <pc2:cmRplyMk id="{9754AD91-19EA-46C3-B507-59D99BC37D7D}"/>
                </pc2:cmRplyMkLst>
              </pc226:cmRplyChg>
            </pc226:cmChg>
          </p:ext>
        </pc:extLst>
      </pc:sldChg>
      <pc:sldChg chg="modSp add mod">
        <pc:chgData name="Tim Warner" userId="1d9b2d89684621c1" providerId="LiveId" clId="{9EE537F5-4492-46A9-8A6E-F6D0D797EC45}" dt="2023-12-11T14:47:29.823" v="444"/>
        <pc:sldMkLst>
          <pc:docMk/>
          <pc:sldMk cId="890312440" sldId="305"/>
        </pc:sldMkLst>
      </pc:sldChg>
      <pc:sldChg chg="addSp delSp modSp new mod">
        <pc:chgData name="Tim Warner" userId="1d9b2d89684621c1" providerId="LiveId" clId="{9EE537F5-4492-46A9-8A6E-F6D0D797EC45}" dt="2023-12-18T22:16:04.766" v="1731" actId="478"/>
        <pc:sldMkLst>
          <pc:docMk/>
          <pc:sldMk cId="1865509328" sldId="306"/>
        </pc:sldMkLst>
      </pc:sldChg>
      <pc:sldChg chg="modSp add mod">
        <pc:chgData name="Tim Warner" userId="1d9b2d89684621c1" providerId="LiveId" clId="{9EE537F5-4492-46A9-8A6E-F6D0D797EC45}" dt="2023-12-11T14:53:27.583" v="766" actId="20577"/>
        <pc:sldMkLst>
          <pc:docMk/>
          <pc:sldMk cId="1134760516" sldId="307"/>
        </pc:sldMkLst>
      </pc:sldChg>
      <pc:sldChg chg="delSp modSp add mod">
        <pc:chgData name="Tim Warner" userId="1d9b2d89684621c1" providerId="LiveId" clId="{9EE537F5-4492-46A9-8A6E-F6D0D797EC45}" dt="2023-12-18T22:16:01.822" v="1730" actId="20577"/>
        <pc:sldMkLst>
          <pc:docMk/>
          <pc:sldMk cId="2977991168" sldId="308"/>
        </pc:sldMkLst>
      </pc:sldChg>
      <pc:sldChg chg="delSp modSp add mod">
        <pc:chgData name="Tim Warner" userId="1d9b2d89684621c1" providerId="LiveId" clId="{9EE537F5-4492-46A9-8A6E-F6D0D797EC45}" dt="2023-12-18T22:20:35.543" v="1759" actId="20577"/>
        <pc:sldMkLst>
          <pc:docMk/>
          <pc:sldMk cId="656300170" sldId="309"/>
        </pc:sldMkLst>
      </pc:sldChg>
      <pc:sldChg chg="addSp delSp modSp add mod">
        <pc:chgData name="Tim Warner" userId="1d9b2d89684621c1" providerId="LiveId" clId="{9EE537F5-4492-46A9-8A6E-F6D0D797EC45}" dt="2023-12-18T22:21:38.707" v="1793" actId="478"/>
        <pc:sldMkLst>
          <pc:docMk/>
          <pc:sldMk cId="3223982532" sldId="310"/>
        </pc:sldMkLst>
      </pc:sldChg>
      <pc:sldChg chg="addSp delSp modSp add mod">
        <pc:chgData name="Tim Warner" userId="1d9b2d89684621c1" providerId="LiveId" clId="{9EE537F5-4492-46A9-8A6E-F6D0D797EC45}" dt="2023-12-18T22:22:24.694" v="1854" actId="478"/>
        <pc:sldMkLst>
          <pc:docMk/>
          <pc:sldMk cId="157688393" sldId="311"/>
        </pc:sldMkLst>
      </pc:sldChg>
      <pc:sldChg chg="modSp add mod">
        <pc:chgData name="Tim Warner" userId="1d9b2d89684621c1" providerId="LiveId" clId="{9EE537F5-4492-46A9-8A6E-F6D0D797EC45}" dt="2023-12-18T22:23:52.550" v="1866" actId="1076"/>
        <pc:sldMkLst>
          <pc:docMk/>
          <pc:sldMk cId="314385709" sldId="312"/>
        </pc:sldMkLst>
      </pc:sldChg>
      <pc:sldChg chg="add del">
        <pc:chgData name="Tim Warner" userId="1d9b2d89684621c1" providerId="LiveId" clId="{9EE537F5-4492-46A9-8A6E-F6D0D797EC45}" dt="2023-12-07T13:21:45.177" v="15" actId="47"/>
        <pc:sldMkLst>
          <pc:docMk/>
          <pc:sldMk cId="3301194106" sldId="779"/>
        </pc:sldMkLst>
      </pc:sldChg>
    </pc:docChg>
  </pc:docChgLst>
  <pc:docChgLst>
    <pc:chgData name="Tim Warner" userId="1d9b2d89684621c1" providerId="LiveId" clId="{D0B44B65-70BF-4519-8E4C-BDC5735B7FF3}"/>
    <pc:docChg chg="custSel addSld delSld modSld">
      <pc:chgData name="Tim Warner" userId="1d9b2d89684621c1" providerId="LiveId" clId="{D0B44B65-70BF-4519-8E4C-BDC5735B7FF3}" dt="2025-06-24T20:30:42.639" v="74"/>
      <pc:docMkLst>
        <pc:docMk/>
      </pc:docMkLst>
      <pc:sldChg chg="delSp modSp mod">
        <pc:chgData name="Tim Warner" userId="1d9b2d89684621c1" providerId="LiveId" clId="{D0B44B65-70BF-4519-8E4C-BDC5735B7FF3}" dt="2025-06-24T20:29:59.974" v="68" actId="1076"/>
        <pc:sldMkLst>
          <pc:docMk/>
          <pc:sldMk cId="2539485740" sldId="292"/>
        </pc:sldMkLst>
      </pc:sldChg>
      <pc:sldChg chg="modSp mod">
        <pc:chgData name="Tim Warner" userId="1d9b2d89684621c1" providerId="LiveId" clId="{D0B44B65-70BF-4519-8E4C-BDC5735B7FF3}" dt="2025-06-24T20:30:05.101" v="69"/>
        <pc:sldMkLst>
          <pc:docMk/>
          <pc:sldMk cId="486668636" sldId="293"/>
        </pc:sldMkLst>
      </pc:sldChg>
      <pc:sldChg chg="modSp mod">
        <pc:chgData name="Tim Warner" userId="1d9b2d89684621c1" providerId="LiveId" clId="{D0B44B65-70BF-4519-8E4C-BDC5735B7FF3}" dt="2025-06-24T20:16:51.778" v="1" actId="14100"/>
        <pc:sldMkLst>
          <pc:docMk/>
          <pc:sldMk cId="3662525184" sldId="303"/>
        </pc:sldMkLst>
      </pc:sldChg>
      <pc:sldChg chg="modSp add mod">
        <pc:chgData name="Tim Warner" userId="1d9b2d89684621c1" providerId="LiveId" clId="{D0B44B65-70BF-4519-8E4C-BDC5735B7FF3}" dt="2025-06-24T20:30:13.057" v="70"/>
        <pc:sldMkLst>
          <pc:docMk/>
          <pc:sldMk cId="1829040019" sldId="343"/>
        </pc:sldMkLst>
      </pc:sldChg>
      <pc:sldChg chg="del">
        <pc:chgData name="Tim Warner" userId="1d9b2d89684621c1" providerId="LiveId" clId="{D0B44B65-70BF-4519-8E4C-BDC5735B7FF3}" dt="2025-06-24T20:29:42.719" v="60" actId="47"/>
        <pc:sldMkLst>
          <pc:docMk/>
          <pc:sldMk cId="3522158024" sldId="343"/>
        </pc:sldMkLst>
      </pc:sldChg>
      <pc:sldChg chg="modSp add mod">
        <pc:chgData name="Tim Warner" userId="1d9b2d89684621c1" providerId="LiveId" clId="{D0B44B65-70BF-4519-8E4C-BDC5735B7FF3}" dt="2025-06-24T20:30:35.492" v="73"/>
        <pc:sldMkLst>
          <pc:docMk/>
          <pc:sldMk cId="1558763963" sldId="344"/>
        </pc:sldMkLst>
      </pc:sldChg>
      <pc:sldChg chg="del">
        <pc:chgData name="Tim Warner" userId="1d9b2d89684621c1" providerId="LiveId" clId="{D0B44B65-70BF-4519-8E4C-BDC5735B7FF3}" dt="2025-06-24T20:29:42.719" v="60" actId="47"/>
        <pc:sldMkLst>
          <pc:docMk/>
          <pc:sldMk cId="2930118785" sldId="344"/>
        </pc:sldMkLst>
      </pc:sldChg>
      <pc:sldChg chg="modSp add mod">
        <pc:chgData name="Tim Warner" userId="1d9b2d89684621c1" providerId="LiveId" clId="{D0B44B65-70BF-4519-8E4C-BDC5735B7FF3}" dt="2025-06-24T20:30:42.639" v="74"/>
        <pc:sldMkLst>
          <pc:docMk/>
          <pc:sldMk cId="4156641597" sldId="345"/>
        </pc:sldMkLst>
      </pc:sldChg>
      <pc:sldChg chg="modSp add mod">
        <pc:chgData name="Tim Warner" userId="1d9b2d89684621c1" providerId="LiveId" clId="{D0B44B65-70BF-4519-8E4C-BDC5735B7FF3}" dt="2025-06-24T20:30:20.473" v="71"/>
        <pc:sldMkLst>
          <pc:docMk/>
          <pc:sldMk cId="947907938" sldId="346"/>
        </pc:sldMkLst>
      </pc:sldChg>
      <pc:sldChg chg="modSp add mod">
        <pc:chgData name="Tim Warner" userId="1d9b2d89684621c1" providerId="LiveId" clId="{D0B44B65-70BF-4519-8E4C-BDC5735B7FF3}" dt="2025-06-24T20:30:27.393" v="72"/>
        <pc:sldMkLst>
          <pc:docMk/>
          <pc:sldMk cId="3422763557" sldId="347"/>
        </pc:sldMkLst>
      </pc:sldChg>
    </pc:docChg>
  </pc:docChgLst>
  <pc:docChgLst>
    <pc:chgData name="Tim Warner" userId="1d9b2d89684621c1" providerId="LiveId" clId="{9C1AC220-CD93-46E4-823F-E96AD2EFE762}"/>
    <pc:docChg chg="custSel addSld modSld sldOrd">
      <pc:chgData name="Tim Warner" userId="1d9b2d89684621c1" providerId="LiveId" clId="{9C1AC220-CD93-46E4-823F-E96AD2EFE762}" dt="2025-09-26T21:10:04.166" v="318" actId="20577"/>
      <pc:docMkLst>
        <pc:docMk/>
      </pc:docMkLst>
      <pc:sldChg chg="modNotesTx">
        <pc:chgData name="Tim Warner" userId="1d9b2d89684621c1" providerId="LiveId" clId="{9C1AC220-CD93-46E4-823F-E96AD2EFE762}" dt="2025-09-26T17:53:08.192" v="30" actId="20577"/>
        <pc:sldMkLst>
          <pc:docMk/>
          <pc:sldMk cId="4092314469" sldId="331"/>
        </pc:sldMkLst>
      </pc:sldChg>
      <pc:sldChg chg="addSp delSp modSp mod ord modShow modNotesTx">
        <pc:chgData name="Tim Warner" userId="1d9b2d89684621c1" providerId="LiveId" clId="{9C1AC220-CD93-46E4-823F-E96AD2EFE762}" dt="2025-09-26T19:48:07.125" v="182" actId="20577"/>
        <pc:sldMkLst>
          <pc:docMk/>
          <pc:sldMk cId="4080705565" sldId="342"/>
        </pc:sldMkLst>
        <pc:spChg chg="mod">
          <ac:chgData name="Tim Warner" userId="1d9b2d89684621c1" providerId="LiveId" clId="{9C1AC220-CD93-46E4-823F-E96AD2EFE762}" dt="2025-09-26T19:48:07.125" v="182" actId="20577"/>
          <ac:spMkLst>
            <pc:docMk/>
            <pc:sldMk cId="4080705565" sldId="342"/>
            <ac:spMk id="2" creationId="{BDF9E237-BA0D-A6D7-ABE0-D61274209EBE}"/>
          </ac:spMkLst>
        </pc:spChg>
        <pc:spChg chg="del">
          <ac:chgData name="Tim Warner" userId="1d9b2d89684621c1" providerId="LiveId" clId="{9C1AC220-CD93-46E4-823F-E96AD2EFE762}" dt="2025-09-26T19:40:02.464" v="38" actId="478"/>
          <ac:spMkLst>
            <pc:docMk/>
            <pc:sldMk cId="4080705565" sldId="342"/>
            <ac:spMk id="8" creationId="{1155EB2F-7448-A2AA-7CA9-989CB37A3F86}"/>
          </ac:spMkLst>
        </pc:spChg>
        <pc:picChg chg="add mod">
          <ac:chgData name="Tim Warner" userId="1d9b2d89684621c1" providerId="LiveId" clId="{9C1AC220-CD93-46E4-823F-E96AD2EFE762}" dt="2025-09-26T19:40:15.121" v="41" actId="1076"/>
          <ac:picMkLst>
            <pc:docMk/>
            <pc:sldMk cId="4080705565" sldId="342"/>
            <ac:picMk id="4" creationId="{79EB4744-4C5D-E028-9473-663754D6149D}"/>
          </ac:picMkLst>
        </pc:picChg>
      </pc:sldChg>
      <pc:sldChg chg="modNotesTx">
        <pc:chgData name="Tim Warner" userId="1d9b2d89684621c1" providerId="LiveId" clId="{9C1AC220-CD93-46E4-823F-E96AD2EFE762}" dt="2025-09-26T17:51:50.025" v="8" actId="20577"/>
        <pc:sldMkLst>
          <pc:docMk/>
          <pc:sldMk cId="602601551" sldId="348"/>
        </pc:sldMkLst>
      </pc:sldChg>
      <pc:sldChg chg="modNotesTx">
        <pc:chgData name="Tim Warner" userId="1d9b2d89684621c1" providerId="LiveId" clId="{9C1AC220-CD93-46E4-823F-E96AD2EFE762}" dt="2025-09-26T17:52:07.987" v="14" actId="20577"/>
        <pc:sldMkLst>
          <pc:docMk/>
          <pc:sldMk cId="170318054" sldId="349"/>
        </pc:sldMkLst>
      </pc:sldChg>
      <pc:sldChg chg="modNotesTx">
        <pc:chgData name="Tim Warner" userId="1d9b2d89684621c1" providerId="LiveId" clId="{9C1AC220-CD93-46E4-823F-E96AD2EFE762}" dt="2025-09-26T17:52:27.217" v="23" actId="20577"/>
        <pc:sldMkLst>
          <pc:docMk/>
          <pc:sldMk cId="2081072343" sldId="350"/>
        </pc:sldMkLst>
      </pc:sldChg>
      <pc:sldChg chg="addSp delSp modSp add mod modNotesTx">
        <pc:chgData name="Tim Warner" userId="1d9b2d89684621c1" providerId="LiveId" clId="{9C1AC220-CD93-46E4-823F-E96AD2EFE762}" dt="2025-09-26T19:53:13.429" v="259" actId="20577"/>
        <pc:sldMkLst>
          <pc:docMk/>
          <pc:sldMk cId="3674012657" sldId="351"/>
        </pc:sldMkLst>
        <pc:spChg chg="mod">
          <ac:chgData name="Tim Warner" userId="1d9b2d89684621c1" providerId="LiveId" clId="{9C1AC220-CD93-46E4-823F-E96AD2EFE762}" dt="2025-09-26T19:48:14.853" v="210" actId="20577"/>
          <ac:spMkLst>
            <pc:docMk/>
            <pc:sldMk cId="3674012657" sldId="351"/>
            <ac:spMk id="2" creationId="{BDF9E237-BA0D-A6D7-ABE0-D61274209EBE}"/>
          </ac:spMkLst>
        </pc:spChg>
        <pc:spChg chg="del">
          <ac:chgData name="Tim Warner" userId="1d9b2d89684621c1" providerId="LiveId" clId="{9C1AC220-CD93-46E4-823F-E96AD2EFE762}" dt="2025-09-26T19:48:17.309" v="211" actId="478"/>
          <ac:spMkLst>
            <pc:docMk/>
            <pc:sldMk cId="3674012657" sldId="351"/>
            <ac:spMk id="8" creationId="{1155EB2F-7448-A2AA-7CA9-989CB37A3F86}"/>
          </ac:spMkLst>
        </pc:spChg>
        <pc:picChg chg="add mod">
          <ac:chgData name="Tim Warner" userId="1d9b2d89684621c1" providerId="LiveId" clId="{9C1AC220-CD93-46E4-823F-E96AD2EFE762}" dt="2025-09-26T19:51:34.189" v="215" actId="14100"/>
          <ac:picMkLst>
            <pc:docMk/>
            <pc:sldMk cId="3674012657" sldId="351"/>
            <ac:picMk id="4" creationId="{161941EC-0408-84C3-A172-7C5AC1135EAC}"/>
          </ac:picMkLst>
        </pc:picChg>
      </pc:sldChg>
      <pc:sldChg chg="addSp delSp modSp add mod modNotesTx">
        <pc:chgData name="Tim Warner" userId="1d9b2d89684621c1" providerId="LiveId" clId="{9C1AC220-CD93-46E4-823F-E96AD2EFE762}" dt="2025-09-26T21:10:04.166" v="318" actId="20577"/>
        <pc:sldMkLst>
          <pc:docMk/>
          <pc:sldMk cId="2744032592" sldId="352"/>
        </pc:sldMkLst>
        <pc:spChg chg="mod">
          <ac:chgData name="Tim Warner" userId="1d9b2d89684621c1" providerId="LiveId" clId="{9C1AC220-CD93-46E4-823F-E96AD2EFE762}" dt="2025-09-26T21:07:42.515" v="291" actId="20577"/>
          <ac:spMkLst>
            <pc:docMk/>
            <pc:sldMk cId="2744032592" sldId="352"/>
            <ac:spMk id="2" creationId="{BDF9E237-BA0D-A6D7-ABE0-D61274209EBE}"/>
          </ac:spMkLst>
        </pc:spChg>
        <pc:picChg chg="del">
          <ac:chgData name="Tim Warner" userId="1d9b2d89684621c1" providerId="LiveId" clId="{9C1AC220-CD93-46E4-823F-E96AD2EFE762}" dt="2025-09-26T21:07:35.886" v="261" actId="478"/>
          <ac:picMkLst>
            <pc:docMk/>
            <pc:sldMk cId="2744032592" sldId="352"/>
            <ac:picMk id="4" creationId="{161941EC-0408-84C3-A172-7C5AC1135EAC}"/>
          </ac:picMkLst>
        </pc:picChg>
        <pc:picChg chg="add mod">
          <ac:chgData name="Tim Warner" userId="1d9b2d89684621c1" providerId="LiveId" clId="{9C1AC220-CD93-46E4-823F-E96AD2EFE762}" dt="2025-09-26T21:08:51.902" v="294" actId="1076"/>
          <ac:picMkLst>
            <pc:docMk/>
            <pc:sldMk cId="2744032592" sldId="352"/>
            <ac:picMk id="5" creationId="{643536A6-BE2B-A017-5B1D-7D783F3FA43B}"/>
          </ac:picMkLst>
        </pc:picChg>
      </pc:sldChg>
    </pc:docChg>
  </pc:docChgLst>
  <pc:docChgLst>
    <pc:chgData name="Tim Warner" userId="1d9b2d89684621c1" providerId="LiveId" clId="{714D1BBA-1A26-4734-9F47-2E733DD8EF17}"/>
    <pc:docChg chg="modSld">
      <pc:chgData name="Tim Warner" userId="1d9b2d89684621c1" providerId="LiveId" clId="{714D1BBA-1A26-4734-9F47-2E733DD8EF17}" dt="2025-06-24T20:50:19.480" v="62"/>
      <pc:docMkLst>
        <pc:docMk/>
      </pc:docMkLst>
      <pc:sldChg chg="modSp mod">
        <pc:chgData name="Tim Warner" userId="1d9b2d89684621c1" providerId="LiveId" clId="{714D1BBA-1A26-4734-9F47-2E733DD8EF17}" dt="2025-06-24T20:49:40.418" v="57" actId="20577"/>
        <pc:sldMkLst>
          <pc:docMk/>
          <pc:sldMk cId="2539485740" sldId="292"/>
        </pc:sldMkLst>
      </pc:sldChg>
      <pc:sldChg chg="modSp mod">
        <pc:chgData name="Tim Warner" userId="1d9b2d89684621c1" providerId="LiveId" clId="{714D1BBA-1A26-4734-9F47-2E733DD8EF17}" dt="2025-06-24T20:49:49.862" v="58"/>
        <pc:sldMkLst>
          <pc:docMk/>
          <pc:sldMk cId="486668636" sldId="293"/>
        </pc:sldMkLst>
      </pc:sldChg>
      <pc:sldChg chg="modSp mod">
        <pc:chgData name="Tim Warner" userId="1d9b2d89684621c1" providerId="LiveId" clId="{714D1BBA-1A26-4734-9F47-2E733DD8EF17}" dt="2025-06-24T20:49:57.282" v="59"/>
        <pc:sldMkLst>
          <pc:docMk/>
          <pc:sldMk cId="1829040019" sldId="343"/>
        </pc:sldMkLst>
      </pc:sldChg>
      <pc:sldChg chg="modSp mod">
        <pc:chgData name="Tim Warner" userId="1d9b2d89684621c1" providerId="LiveId" clId="{714D1BBA-1A26-4734-9F47-2E733DD8EF17}" dt="2025-06-24T20:50:04.324" v="60"/>
        <pc:sldMkLst>
          <pc:docMk/>
          <pc:sldMk cId="947907938" sldId="346"/>
        </pc:sldMkLst>
      </pc:sldChg>
      <pc:sldChg chg="modSp mod">
        <pc:chgData name="Tim Warner" userId="1d9b2d89684621c1" providerId="LiveId" clId="{714D1BBA-1A26-4734-9F47-2E733DD8EF17}" dt="2025-06-24T20:50:12.538" v="61"/>
        <pc:sldMkLst>
          <pc:docMk/>
          <pc:sldMk cId="914007193" sldId="347"/>
        </pc:sldMkLst>
      </pc:sldChg>
      <pc:sldChg chg="modSp mod">
        <pc:chgData name="Tim Warner" userId="1d9b2d89684621c1" providerId="LiveId" clId="{714D1BBA-1A26-4734-9F47-2E733DD8EF17}" dt="2025-06-24T20:50:19.480" v="62"/>
        <pc:sldMkLst>
          <pc:docMk/>
          <pc:sldMk cId="1161106545" sldId="348"/>
        </pc:sldMkLst>
      </pc:sldChg>
    </pc:docChg>
  </pc:docChgLst>
  <pc:docChgLst>
    <pc:chgData name="Tim Warner" userId="1d9b2d89684621c1" providerId="LiveId" clId="{F70FC672-E669-40ED-876E-721E7E559E1C}"/>
    <pc:docChg chg="delSld modSld">
      <pc:chgData name="Tim Warner" userId="1d9b2d89684621c1" providerId="LiveId" clId="{F70FC672-E669-40ED-876E-721E7E559E1C}" dt="2025-06-24T20:52:01.720" v="51"/>
      <pc:docMkLst>
        <pc:docMk/>
      </pc:docMkLst>
      <pc:sldChg chg="modSp mod">
        <pc:chgData name="Tim Warner" userId="1d9b2d89684621c1" providerId="LiveId" clId="{F70FC672-E669-40ED-876E-721E7E559E1C}" dt="2025-06-24T20:51:29.721" v="46" actId="20577"/>
        <pc:sldMkLst>
          <pc:docMk/>
          <pc:sldMk cId="2539485740" sldId="292"/>
        </pc:sldMkLst>
      </pc:sldChg>
      <pc:sldChg chg="modSp mod">
        <pc:chgData name="Tim Warner" userId="1d9b2d89684621c1" providerId="LiveId" clId="{F70FC672-E669-40ED-876E-721E7E559E1C}" dt="2025-06-24T20:51:41.070" v="48"/>
        <pc:sldMkLst>
          <pc:docMk/>
          <pc:sldMk cId="486668636" sldId="293"/>
        </pc:sldMkLst>
      </pc:sldChg>
      <pc:sldChg chg="modSp mod">
        <pc:chgData name="Tim Warner" userId="1d9b2d89684621c1" providerId="LiveId" clId="{F70FC672-E669-40ED-876E-721E7E559E1C}" dt="2025-06-24T20:51:48.386" v="49"/>
        <pc:sldMkLst>
          <pc:docMk/>
          <pc:sldMk cId="1829040019" sldId="343"/>
        </pc:sldMkLst>
      </pc:sldChg>
      <pc:sldChg chg="modSp mod">
        <pc:chgData name="Tim Warner" userId="1d9b2d89684621c1" providerId="LiveId" clId="{F70FC672-E669-40ED-876E-721E7E559E1C}" dt="2025-06-24T20:51:55.197" v="50"/>
        <pc:sldMkLst>
          <pc:docMk/>
          <pc:sldMk cId="947907938" sldId="346"/>
        </pc:sldMkLst>
      </pc:sldChg>
      <pc:sldChg chg="modSp mod">
        <pc:chgData name="Tim Warner" userId="1d9b2d89684621c1" providerId="LiveId" clId="{F70FC672-E669-40ED-876E-721E7E559E1C}" dt="2025-06-24T20:52:01.720" v="51"/>
        <pc:sldMkLst>
          <pc:docMk/>
          <pc:sldMk cId="914007193" sldId="347"/>
        </pc:sldMkLst>
      </pc:sldChg>
      <pc:sldChg chg="del">
        <pc:chgData name="Tim Warner" userId="1d9b2d89684621c1" providerId="LiveId" clId="{F70FC672-E669-40ED-876E-721E7E559E1C}" dt="2025-06-24T20:51:33.607" v="47" actId="2696"/>
        <pc:sldMkLst>
          <pc:docMk/>
          <pc:sldMk cId="1161106545" sldId="348"/>
        </pc:sldMkLst>
      </pc:sldChg>
    </pc:docChg>
  </pc:docChgLst>
  <pc:docChgLst>
    <pc:chgData name="Tim Warner" userId="1d9b2d89684621c1" providerId="LiveId" clId="{CADB1D46-7252-45D7-9D19-151817DC0A18}"/>
    <pc:docChg chg="custSel addSld delSld modSld sldOrd">
      <pc:chgData name="Tim Warner" userId="1d9b2d89684621c1" providerId="LiveId" clId="{CADB1D46-7252-45D7-9D19-151817DC0A18}" dt="2025-06-21T15:14:02.879" v="325" actId="20577"/>
      <pc:docMkLst>
        <pc:docMk/>
      </pc:docMkLst>
      <pc:sldChg chg="addSp delSp modSp mod modNotesTx">
        <pc:chgData name="Tim Warner" userId="1d9b2d89684621c1" providerId="LiveId" clId="{CADB1D46-7252-45D7-9D19-151817DC0A18}" dt="2025-06-21T15:13:06.135" v="318" actId="20577"/>
        <pc:sldMkLst>
          <pc:docMk/>
          <pc:sldMk cId="2539485740" sldId="292"/>
        </pc:sldMkLst>
      </pc:sldChg>
      <pc:sldChg chg="modSp mod">
        <pc:chgData name="Tim Warner" userId="1d9b2d89684621c1" providerId="LiveId" clId="{CADB1D46-7252-45D7-9D19-151817DC0A18}" dt="2025-06-21T15:13:28.197" v="321"/>
        <pc:sldMkLst>
          <pc:docMk/>
          <pc:sldMk cId="486668636" sldId="293"/>
        </pc:sldMkLst>
      </pc:sldChg>
      <pc:sldChg chg="modSp mod">
        <pc:chgData name="Tim Warner" userId="1d9b2d89684621c1" providerId="LiveId" clId="{CADB1D46-7252-45D7-9D19-151817DC0A18}" dt="2025-06-21T15:04:00.366" v="54" actId="20577"/>
        <pc:sldMkLst>
          <pc:docMk/>
          <pc:sldMk cId="3662525184" sldId="303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1061264812" sldId="326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4082615972" sldId="328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55801264" sldId="330"/>
        </pc:sldMkLst>
      </pc:sldChg>
      <pc:sldChg chg="modSp mod ord modAnim">
        <pc:chgData name="Tim Warner" userId="1d9b2d89684621c1" providerId="LiveId" clId="{CADB1D46-7252-45D7-9D19-151817DC0A18}" dt="2025-06-21T15:07:02.591" v="147" actId="14100"/>
        <pc:sldMkLst>
          <pc:docMk/>
          <pc:sldMk cId="4092314469" sldId="331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2913861116" sldId="332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1635652136" sldId="333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3777493193" sldId="334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3654406668" sldId="335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1056272041" sldId="336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754597853" sldId="337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180794652" sldId="338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3976232242" sldId="339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4040746147" sldId="340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4170127553" sldId="341"/>
        </pc:sldMkLst>
      </pc:sldChg>
      <pc:sldChg chg="delSp modSp mod ord">
        <pc:chgData name="Tim Warner" userId="1d9b2d89684621c1" providerId="LiveId" clId="{CADB1D46-7252-45D7-9D19-151817DC0A18}" dt="2025-06-21T15:08:44.441" v="198" actId="1076"/>
        <pc:sldMkLst>
          <pc:docMk/>
          <pc:sldMk cId="4080705565" sldId="342"/>
        </pc:sldMkLst>
      </pc:sldChg>
      <pc:sldChg chg="modSp add mod">
        <pc:chgData name="Tim Warner" userId="1d9b2d89684621c1" providerId="LiveId" clId="{CADB1D46-7252-45D7-9D19-151817DC0A18}" dt="2025-06-21T15:14:02.879" v="325" actId="20577"/>
        <pc:sldMkLst>
          <pc:docMk/>
          <pc:sldMk cId="3522158024" sldId="343"/>
        </pc:sldMkLst>
      </pc:sldChg>
      <pc:sldChg chg="addSp delSp modSp add del mod">
        <pc:chgData name="Tim Warner" userId="1d9b2d89684621c1" providerId="LiveId" clId="{CADB1D46-7252-45D7-9D19-151817DC0A18}" dt="2025-06-21T15:12:04.409" v="215" actId="2696"/>
        <pc:sldMkLst>
          <pc:docMk/>
          <pc:sldMk cId="3523129307" sldId="343"/>
        </pc:sldMkLst>
      </pc:sldChg>
      <pc:sldChg chg="modSp add mod">
        <pc:chgData name="Tim Warner" userId="1d9b2d89684621c1" providerId="LiveId" clId="{CADB1D46-7252-45D7-9D19-151817DC0A18}" dt="2025-06-21T15:13:35.814" v="322"/>
        <pc:sldMkLst>
          <pc:docMk/>
          <pc:sldMk cId="2930118785" sldId="344"/>
        </pc:sldMkLst>
      </pc:sldChg>
    </pc:docChg>
  </pc:docChgLst>
  <pc:docChgLst>
    <pc:chgData name="Tim Warner" userId="1d9b2d89684621c1" providerId="LiveId" clId="{D3B804F1-31BB-4684-80BA-7BDCF2BE2A5E}"/>
    <pc:docChg chg="modSld">
      <pc:chgData name="Tim Warner" userId="1d9b2d89684621c1" providerId="LiveId" clId="{D3B804F1-31BB-4684-80BA-7BDCF2BE2A5E}" dt="2025-06-24T20:46:52.963" v="42"/>
      <pc:docMkLst>
        <pc:docMk/>
      </pc:docMkLst>
      <pc:sldChg chg="modSp mod">
        <pc:chgData name="Tim Warner" userId="1d9b2d89684621c1" providerId="LiveId" clId="{D3B804F1-31BB-4684-80BA-7BDCF2BE2A5E}" dt="2025-06-24T20:46:30.047" v="39" actId="14100"/>
        <pc:sldMkLst>
          <pc:docMk/>
          <pc:sldMk cId="2539485740" sldId="292"/>
        </pc:sldMkLst>
      </pc:sldChg>
      <pc:sldChg chg="modSp mod">
        <pc:chgData name="Tim Warner" userId="1d9b2d89684621c1" providerId="LiveId" clId="{D3B804F1-31BB-4684-80BA-7BDCF2BE2A5E}" dt="2025-06-24T20:46:38.978" v="40"/>
        <pc:sldMkLst>
          <pc:docMk/>
          <pc:sldMk cId="486668636" sldId="293"/>
        </pc:sldMkLst>
      </pc:sldChg>
      <pc:sldChg chg="modSp mod">
        <pc:chgData name="Tim Warner" userId="1d9b2d89684621c1" providerId="LiveId" clId="{D3B804F1-31BB-4684-80BA-7BDCF2BE2A5E}" dt="2025-06-24T20:46:46.059" v="41"/>
        <pc:sldMkLst>
          <pc:docMk/>
          <pc:sldMk cId="1829040019" sldId="343"/>
        </pc:sldMkLst>
      </pc:sldChg>
      <pc:sldChg chg="modSp mod">
        <pc:chgData name="Tim Warner" userId="1d9b2d89684621c1" providerId="LiveId" clId="{D3B804F1-31BB-4684-80BA-7BDCF2BE2A5E}" dt="2025-06-24T20:46:52.963" v="42"/>
        <pc:sldMkLst>
          <pc:docMk/>
          <pc:sldMk cId="947907938" sldId="346"/>
        </pc:sldMkLst>
      </pc:sldChg>
    </pc:docChg>
  </pc:docChgLst>
  <pc:docChgLst>
    <pc:chgData name="Tim Warner" userId="1d9b2d89684621c1" providerId="LiveId" clId="{343A2213-58AD-4493-8DC2-414358758523}"/>
    <pc:docChg chg="addSld modSld">
      <pc:chgData name="Tim Warner" userId="1d9b2d89684621c1" providerId="LiveId" clId="{343A2213-58AD-4493-8DC2-414358758523}" dt="2025-08-22T20:41:38.711" v="138" actId="20577"/>
      <pc:docMkLst>
        <pc:docMk/>
      </pc:docMkLst>
      <pc:sldChg chg="modSp mod">
        <pc:chgData name="Tim Warner" userId="1d9b2d89684621c1" providerId="LiveId" clId="{343A2213-58AD-4493-8DC2-414358758523}" dt="2025-08-21T16:41:45.636" v="0" actId="20577"/>
        <pc:sldMkLst>
          <pc:docMk/>
          <pc:sldMk cId="486668636" sldId="293"/>
        </pc:sldMkLst>
      </pc:sldChg>
      <pc:sldChg chg="modSp mod modAnim">
        <pc:chgData name="Tim Warner" userId="1d9b2d89684621c1" providerId="LiveId" clId="{343A2213-58AD-4493-8DC2-414358758523}" dt="2025-08-22T20:41:38.711" v="138" actId="20577"/>
        <pc:sldMkLst>
          <pc:docMk/>
          <pc:sldMk cId="4092314469" sldId="331"/>
        </pc:sldMkLst>
      </pc:sldChg>
      <pc:sldChg chg="modSp mod">
        <pc:chgData name="Tim Warner" userId="1d9b2d89684621c1" providerId="LiveId" clId="{343A2213-58AD-4493-8DC2-414358758523}" dt="2025-08-21T16:41:49.668" v="1" actId="20577"/>
        <pc:sldMkLst>
          <pc:docMk/>
          <pc:sldMk cId="1829040019" sldId="343"/>
        </pc:sldMkLst>
      </pc:sldChg>
      <pc:sldChg chg="modSp mod">
        <pc:chgData name="Tim Warner" userId="1d9b2d89684621c1" providerId="LiveId" clId="{343A2213-58AD-4493-8DC2-414358758523}" dt="2025-08-21T16:41:52.507" v="2" actId="20577"/>
        <pc:sldMkLst>
          <pc:docMk/>
          <pc:sldMk cId="947907938" sldId="346"/>
        </pc:sldMkLst>
      </pc:sldChg>
      <pc:sldChg chg="modSp mod">
        <pc:chgData name="Tim Warner" userId="1d9b2d89684621c1" providerId="LiveId" clId="{343A2213-58AD-4493-8DC2-414358758523}" dt="2025-08-21T16:41:55.387" v="3" actId="20577"/>
        <pc:sldMkLst>
          <pc:docMk/>
          <pc:sldMk cId="914007193" sldId="347"/>
        </pc:sldMkLst>
      </pc:sldChg>
      <pc:sldChg chg="modSp add mod modAnim">
        <pc:chgData name="Tim Warner" userId="1d9b2d89684621c1" providerId="LiveId" clId="{343A2213-58AD-4493-8DC2-414358758523}" dt="2025-08-22T18:08:08.463" v="118" actId="20577"/>
        <pc:sldMkLst>
          <pc:docMk/>
          <pc:sldMk cId="602601551" sldId="348"/>
        </pc:sldMkLst>
      </pc:sldChg>
      <pc:sldChg chg="modSp add mod modAnim">
        <pc:chgData name="Tim Warner" userId="1d9b2d89684621c1" providerId="LiveId" clId="{343A2213-58AD-4493-8DC2-414358758523}" dt="2025-08-22T20:40:40.120" v="125" actId="20577"/>
        <pc:sldMkLst>
          <pc:docMk/>
          <pc:sldMk cId="170318054" sldId="349"/>
        </pc:sldMkLst>
      </pc:sldChg>
      <pc:sldChg chg="modSp add mod modAnim">
        <pc:chgData name="Tim Warner" userId="1d9b2d89684621c1" providerId="LiveId" clId="{343A2213-58AD-4493-8DC2-414358758523}" dt="2025-08-22T20:41:10.617" v="131" actId="20577"/>
        <pc:sldMkLst>
          <pc:docMk/>
          <pc:sldMk cId="2081072343" sldId="350"/>
        </pc:sldMkLst>
      </pc:sldChg>
    </pc:docChg>
  </pc:docChgLst>
  <pc:docChgLst>
    <pc:chgData name="Tim Warner" userId="1d9b2d89684621c1" providerId="LiveId" clId="{53524EDE-485A-47DD-9453-A419D6719EBE}"/>
    <pc:docChg chg="addSld delSld modSld">
      <pc:chgData name="Tim Warner" userId="1d9b2d89684621c1" providerId="LiveId" clId="{53524EDE-485A-47DD-9453-A419D6719EBE}" dt="2024-04-10T22:18:06.398" v="115" actId="20577"/>
      <pc:docMkLst>
        <pc:docMk/>
      </pc:docMkLst>
      <pc:sldChg chg="modSp mod modAnim">
        <pc:chgData name="Tim Warner" userId="1d9b2d89684621c1" providerId="LiveId" clId="{53524EDE-485A-47DD-9453-A419D6719EBE}" dt="2024-04-10T18:02:34.574" v="7" actId="20577"/>
        <pc:sldMkLst>
          <pc:docMk/>
          <pc:sldMk cId="921485155" sldId="286"/>
        </pc:sldMkLst>
      </pc:sldChg>
      <pc:sldChg chg="modSp mod">
        <pc:chgData name="Tim Warner" userId="1d9b2d89684621c1" providerId="LiveId" clId="{53524EDE-485A-47DD-9453-A419D6719EBE}" dt="2024-04-10T21:58:37.087" v="104" actId="20577"/>
        <pc:sldMkLst>
          <pc:docMk/>
          <pc:sldMk cId="378133628" sldId="302"/>
        </pc:sldMkLst>
      </pc:sldChg>
      <pc:sldChg chg="del">
        <pc:chgData name="Tim Warner" userId="1d9b2d89684621c1" providerId="LiveId" clId="{53524EDE-485A-47DD-9453-A419D6719EBE}" dt="2024-04-10T18:23:53.330" v="94" actId="2696"/>
        <pc:sldMkLst>
          <pc:docMk/>
          <pc:sldMk cId="157688393" sldId="311"/>
        </pc:sldMkLst>
      </pc:sldChg>
      <pc:sldChg chg="modSp mod modAnim">
        <pc:chgData name="Tim Warner" userId="1d9b2d89684621c1" providerId="LiveId" clId="{53524EDE-485A-47DD-9453-A419D6719EBE}" dt="2024-04-10T18:03:09.531" v="13" actId="20577"/>
        <pc:sldMkLst>
          <pc:docMk/>
          <pc:sldMk cId="2714711897" sldId="313"/>
        </pc:sldMkLst>
      </pc:sldChg>
      <pc:sldChg chg="modSp mod modAnim">
        <pc:chgData name="Tim Warner" userId="1d9b2d89684621c1" providerId="LiveId" clId="{53524EDE-485A-47DD-9453-A419D6719EBE}" dt="2024-04-10T22:18:01.139" v="114" actId="20577"/>
        <pc:sldMkLst>
          <pc:docMk/>
          <pc:sldMk cId="3757843041" sldId="315"/>
        </pc:sldMkLst>
      </pc:sldChg>
      <pc:sldChg chg="modSp mod modAnim">
        <pc:chgData name="Tim Warner" userId="1d9b2d89684621c1" providerId="LiveId" clId="{53524EDE-485A-47DD-9453-A419D6719EBE}" dt="2024-04-10T22:18:06.398" v="115" actId="20577"/>
        <pc:sldMkLst>
          <pc:docMk/>
          <pc:sldMk cId="3196191762" sldId="317"/>
        </pc:sldMkLst>
      </pc:sldChg>
      <pc:sldChg chg="modSp mod modAnim">
        <pc:chgData name="Tim Warner" userId="1d9b2d89684621c1" providerId="LiveId" clId="{53524EDE-485A-47DD-9453-A419D6719EBE}" dt="2024-04-10T22:17:25.589" v="110" actId="20577"/>
        <pc:sldMkLst>
          <pc:docMk/>
          <pc:sldMk cId="1902191890" sldId="319"/>
        </pc:sldMkLst>
      </pc:sldChg>
      <pc:sldChg chg="modSp mod modAnim">
        <pc:chgData name="Tim Warner" userId="1d9b2d89684621c1" providerId="LiveId" clId="{53524EDE-485A-47DD-9453-A419D6719EBE}" dt="2024-04-10T22:16:41.357" v="106" actId="20577"/>
        <pc:sldMkLst>
          <pc:docMk/>
          <pc:sldMk cId="2142833354" sldId="321"/>
        </pc:sldMkLst>
      </pc:sldChg>
      <pc:sldChg chg="modSp add mod modAnim">
        <pc:chgData name="Tim Warner" userId="1d9b2d89684621c1" providerId="LiveId" clId="{53524EDE-485A-47DD-9453-A419D6719EBE}" dt="2024-04-10T18:23:45.959" v="93" actId="14100"/>
        <pc:sldMkLst>
          <pc:docMk/>
          <pc:sldMk cId="1576907163" sldId="322"/>
        </pc:sldMkLst>
      </pc:sldChg>
    </pc:docChg>
  </pc:docChgLst>
  <pc:docChgLst>
    <pc:chgData name="Axel Cain" userId="d0c9bf4b9e7c87bb" providerId="LiveId" clId="{172E5107-2A9F-44C6-B6F0-396E08119876}"/>
    <pc:docChg chg="custSel delSld modSld">
      <pc:chgData name="Axel Cain" userId="d0c9bf4b9e7c87bb" providerId="LiveId" clId="{172E5107-2A9F-44C6-B6F0-396E08119876}" dt="2024-03-30T10:37:12.469" v="22" actId="20577"/>
      <pc:docMkLst>
        <pc:docMk/>
      </pc:docMkLst>
      <pc:sldChg chg="del">
        <pc:chgData name="Axel Cain" userId="d0c9bf4b9e7c87bb" providerId="LiveId" clId="{172E5107-2A9F-44C6-B6F0-396E08119876}" dt="2024-03-30T10:24:21.843" v="6" actId="2696"/>
        <pc:sldMkLst>
          <pc:docMk/>
          <pc:sldMk cId="2200105640" sldId="291"/>
        </pc:sldMkLst>
      </pc:sldChg>
      <pc:sldChg chg="modSp mod">
        <pc:chgData name="Axel Cain" userId="d0c9bf4b9e7c87bb" providerId="LiveId" clId="{172E5107-2A9F-44C6-B6F0-396E08119876}" dt="2024-03-30T10:37:12.469" v="22" actId="20577"/>
        <pc:sldMkLst>
          <pc:docMk/>
          <pc:sldMk cId="3662525184" sldId="303"/>
        </pc:sldMkLst>
      </pc:sldChg>
      <pc:sldChg chg="modSp">
        <pc:chgData name="Axel Cain" userId="d0c9bf4b9e7c87bb" providerId="LiveId" clId="{172E5107-2A9F-44C6-B6F0-396E08119876}" dt="2024-03-30T10:22:22.552" v="1" actId="20577"/>
        <pc:sldMkLst>
          <pc:docMk/>
          <pc:sldMk cId="2601488157" sldId="313"/>
        </pc:sldMkLst>
      </pc:sldChg>
      <pc:sldChg chg="modSp">
        <pc:chgData name="Axel Cain" userId="d0c9bf4b9e7c87bb" providerId="LiveId" clId="{172E5107-2A9F-44C6-B6F0-396E08119876}" dt="2024-03-30T10:23:26.234" v="5" actId="20577"/>
        <pc:sldMkLst>
          <pc:docMk/>
          <pc:sldMk cId="2319311322" sldId="324"/>
        </pc:sldMkLst>
      </pc:sldChg>
    </pc:docChg>
  </pc:docChgLst>
  <pc:docChgLst>
    <pc:chgData name="scsjcain84" userId="S::scsjcain84_gmail.com#ext#@pearsoneducationinc.onmicrosoft.com::4399dd98-ee8b-4212-9001-7919755a3260" providerId="AD" clId="Web-{5EC06FD0-219E-4A60-944A-60A3F207E9F0}"/>
    <pc:docChg chg="">
      <pc:chgData name="scsjcain84" userId="S::scsjcain84_gmail.com#ext#@pearsoneducationinc.onmicrosoft.com::4399dd98-ee8b-4212-9001-7919755a3260" providerId="AD" clId="Web-{5EC06FD0-219E-4A60-944A-60A3F207E9F0}" dt="2023-12-15T08:40:15.373" v="0"/>
      <pc:docMkLst>
        <pc:docMk/>
      </pc:docMkLst>
      <pc:sldChg chg="modCm">
        <pc:chgData name="scsjcain84" userId="S::scsjcain84_gmail.com#ext#@pearsoneducationinc.onmicrosoft.com::4399dd98-ee8b-4212-9001-7919755a3260" providerId="AD" clId="Web-{5EC06FD0-219E-4A60-944A-60A3F207E9F0}" dt="2023-12-15T08:40:15.373" v="0"/>
        <pc:sldMkLst>
          <pc:docMk/>
          <pc:sldMk cId="2507876813" sldId="30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scsjcain84" userId="S::scsjcain84_gmail.com#ext#@pearsoneducationinc.onmicrosoft.com::4399dd98-ee8b-4212-9001-7919755a3260" providerId="AD" clId="Web-{5EC06FD0-219E-4A60-944A-60A3F207E9F0}" dt="2023-12-15T08:40:15.373" v="0"/>
              <pc2:cmMkLst xmlns:pc2="http://schemas.microsoft.com/office/powerpoint/2019/9/main/command">
                <pc:docMk/>
                <pc:sldMk cId="2507876813" sldId="304"/>
                <pc2:cmMk id="{F9DC116C-7B99-44B4-A066-B9294A445BBE}"/>
              </pc2:cmMkLst>
            </pc226:cmChg>
          </p:ext>
        </pc:extLst>
      </pc:sldChg>
    </pc:docChg>
  </pc:docChgLst>
  <pc:docChgLst>
    <pc:chgData name="Axel Cain" userId="d0c9bf4b9e7c87bb" providerId="LiveId" clId="{1CE0FA44-3ADF-4706-8970-798A5395084E}"/>
    <pc:docChg chg="modSld">
      <pc:chgData name="Axel Cain" userId="d0c9bf4b9e7c87bb" providerId="LiveId" clId="{1CE0FA44-3ADF-4706-8970-798A5395084E}" dt="2025-04-16T08:19:19.641" v="18" actId="6549"/>
      <pc:docMkLst>
        <pc:docMk/>
      </pc:docMkLst>
      <pc:sldChg chg="modSp">
        <pc:chgData name="Axel Cain" userId="d0c9bf4b9e7c87bb" providerId="LiveId" clId="{1CE0FA44-3ADF-4706-8970-798A5395084E}" dt="2025-04-16T08:17:16.202" v="1" actId="113"/>
        <pc:sldMkLst>
          <pc:docMk/>
          <pc:sldMk cId="55801264" sldId="330"/>
        </pc:sldMkLst>
      </pc:sldChg>
      <pc:sldChg chg="modSp">
        <pc:chgData name="Axel Cain" userId="d0c9bf4b9e7c87bb" providerId="LiveId" clId="{1CE0FA44-3ADF-4706-8970-798A5395084E}" dt="2025-04-16T08:17:44.980" v="7" actId="113"/>
        <pc:sldMkLst>
          <pc:docMk/>
          <pc:sldMk cId="2913861116" sldId="332"/>
        </pc:sldMkLst>
      </pc:sldChg>
      <pc:sldChg chg="modSp">
        <pc:chgData name="Axel Cain" userId="d0c9bf4b9e7c87bb" providerId="LiveId" clId="{1CE0FA44-3ADF-4706-8970-798A5395084E}" dt="2025-04-16T08:18:28.460" v="8" actId="20577"/>
        <pc:sldMkLst>
          <pc:docMk/>
          <pc:sldMk cId="3654406668" sldId="335"/>
        </pc:sldMkLst>
      </pc:sldChg>
      <pc:sldChg chg="modSp modAnim">
        <pc:chgData name="Axel Cain" userId="d0c9bf4b9e7c87bb" providerId="LiveId" clId="{1CE0FA44-3ADF-4706-8970-798A5395084E}" dt="2025-04-16T08:19:06.760" v="17" actId="20577"/>
        <pc:sldMkLst>
          <pc:docMk/>
          <pc:sldMk cId="3976232242" sldId="339"/>
        </pc:sldMkLst>
      </pc:sldChg>
      <pc:sldChg chg="modSp">
        <pc:chgData name="Axel Cain" userId="d0c9bf4b9e7c87bb" providerId="LiveId" clId="{1CE0FA44-3ADF-4706-8970-798A5395084E}" dt="2025-04-16T08:19:19.641" v="18" actId="6549"/>
        <pc:sldMkLst>
          <pc:docMk/>
          <pc:sldMk cId="4040746147" sldId="340"/>
        </pc:sldMkLst>
      </pc:sldChg>
    </pc:docChg>
  </pc:docChgLst>
  <pc:docChgLst>
    <pc:chgData name="scsjcain84" userId="S::scsjcain84_gmail.com#ext#@pearsoneducationinc.onmicrosoft.com::4399dd98-ee8b-4212-9001-7919755a3260" providerId="AD" clId="Web-{D7CB73C6-AD9A-433E-B4B2-B10FA2AC5A30}"/>
    <pc:docChg chg="modSld">
      <pc:chgData name="scsjcain84" userId="S::scsjcain84_gmail.com#ext#@pearsoneducationinc.onmicrosoft.com::4399dd98-ee8b-4212-9001-7919755a3260" providerId="AD" clId="Web-{D7CB73C6-AD9A-433E-B4B2-B10FA2AC5A30}" dt="2025-08-23T00:43:41.783" v="1"/>
      <pc:docMkLst>
        <pc:docMk/>
      </pc:docMkLst>
      <pc:sldChg chg="modSp">
        <pc:chgData name="scsjcain84" userId="S::scsjcain84_gmail.com#ext#@pearsoneducationinc.onmicrosoft.com::4399dd98-ee8b-4212-9001-7919755a3260" providerId="AD" clId="Web-{D7CB73C6-AD9A-433E-B4B2-B10FA2AC5A30}" dt="2025-08-23T00:43:37.315" v="0" actId="20577"/>
        <pc:sldMkLst>
          <pc:docMk/>
          <pc:sldMk cId="4092314469" sldId="331"/>
        </pc:sldMkLst>
      </pc:sldChg>
      <pc:sldChg chg="mod modShow">
        <pc:chgData name="scsjcain84" userId="S::scsjcain84_gmail.com#ext#@pearsoneducationinc.onmicrosoft.com::4399dd98-ee8b-4212-9001-7919755a3260" providerId="AD" clId="Web-{D7CB73C6-AD9A-433E-B4B2-B10FA2AC5A30}" dt="2025-08-23T00:43:41.783" v="1"/>
        <pc:sldMkLst>
          <pc:docMk/>
          <pc:sldMk cId="4080705565" sldId="342"/>
        </pc:sldMkLst>
      </pc:sldChg>
    </pc:docChg>
  </pc:docChgLst>
  <pc:docChgLst>
    <pc:chgData name="Tim Warner" userId="1d9b2d89684621c1" providerId="LiveId" clId="{C51613CA-9081-4D80-8B21-3ED98F1A1FC0}"/>
    <pc:docChg chg="custSel delSld modSld">
      <pc:chgData name="Tim Warner" userId="1d9b2d89684621c1" providerId="LiveId" clId="{C51613CA-9081-4D80-8B21-3ED98F1A1FC0}" dt="2025-06-24T20:45:32.397" v="52" actId="1076"/>
      <pc:docMkLst>
        <pc:docMk/>
      </pc:docMkLst>
      <pc:sldChg chg="addSp modSp mod modClrScheme chgLayout">
        <pc:chgData name="Tim Warner" userId="1d9b2d89684621c1" providerId="LiveId" clId="{C51613CA-9081-4D80-8B21-3ED98F1A1FC0}" dt="2025-06-24T20:45:32.397" v="52" actId="1076"/>
        <pc:sldMkLst>
          <pc:docMk/>
          <pc:sldMk cId="2539485740" sldId="292"/>
        </pc:sldMkLst>
      </pc:sldChg>
      <pc:sldChg chg="modSp mod">
        <pc:chgData name="Tim Warner" userId="1d9b2d89684621c1" providerId="LiveId" clId="{C51613CA-9081-4D80-8B21-3ED98F1A1FC0}" dt="2025-06-24T20:36:24.916" v="42"/>
        <pc:sldMkLst>
          <pc:docMk/>
          <pc:sldMk cId="486668636" sldId="293"/>
        </pc:sldMkLst>
      </pc:sldChg>
      <pc:sldChg chg="modSp mod">
        <pc:chgData name="Tim Warner" userId="1d9b2d89684621c1" providerId="LiveId" clId="{C51613CA-9081-4D80-8B21-3ED98F1A1FC0}" dt="2025-06-24T20:36:32.145" v="43"/>
        <pc:sldMkLst>
          <pc:docMk/>
          <pc:sldMk cId="1829040019" sldId="343"/>
        </pc:sldMkLst>
      </pc:sldChg>
      <pc:sldChg chg="del">
        <pc:chgData name="Tim Warner" userId="1d9b2d89684621c1" providerId="LiveId" clId="{C51613CA-9081-4D80-8B21-3ED98F1A1FC0}" dt="2025-06-24T20:36:15.013" v="41" actId="2696"/>
        <pc:sldMkLst>
          <pc:docMk/>
          <pc:sldMk cId="1558763963" sldId="344"/>
        </pc:sldMkLst>
      </pc:sldChg>
      <pc:sldChg chg="del">
        <pc:chgData name="Tim Warner" userId="1d9b2d89684621c1" providerId="LiveId" clId="{C51613CA-9081-4D80-8B21-3ED98F1A1FC0}" dt="2025-06-24T20:36:15.013" v="41" actId="2696"/>
        <pc:sldMkLst>
          <pc:docMk/>
          <pc:sldMk cId="4156641597" sldId="345"/>
        </pc:sldMkLst>
      </pc:sldChg>
      <pc:sldChg chg="modSp mod">
        <pc:chgData name="Tim Warner" userId="1d9b2d89684621c1" providerId="LiveId" clId="{C51613CA-9081-4D80-8B21-3ED98F1A1FC0}" dt="2025-06-24T20:36:38.385" v="44"/>
        <pc:sldMkLst>
          <pc:docMk/>
          <pc:sldMk cId="947907938" sldId="346"/>
        </pc:sldMkLst>
      </pc:sldChg>
      <pc:sldChg chg="del">
        <pc:chgData name="Tim Warner" userId="1d9b2d89684621c1" providerId="LiveId" clId="{C51613CA-9081-4D80-8B21-3ED98F1A1FC0}" dt="2025-06-24T20:36:15.013" v="41" actId="2696"/>
        <pc:sldMkLst>
          <pc:docMk/>
          <pc:sldMk cId="3422763557" sldId="347"/>
        </pc:sldMkLst>
      </pc:sldChg>
    </pc:docChg>
  </pc:docChgLst>
  <pc:docChgLst>
    <pc:chgData name="scsjcain84" userId="S::scsjcain84_gmail.com#ext#@pearsoneducationinc.onmicrosoft.com::4399dd98-ee8b-4212-9001-7919755a3260" providerId="AD" clId="Web-{BA81FB52-7D97-407B-A053-23D8E211ED4C}"/>
    <pc:docChg chg="mod modSld">
      <pc:chgData name="scsjcain84" userId="S::scsjcain84_gmail.com#ext#@pearsoneducationinc.onmicrosoft.com::4399dd98-ee8b-4212-9001-7919755a3260" providerId="AD" clId="Web-{BA81FB52-7D97-407B-A053-23D8E211ED4C}" dt="2023-12-13T17:51:58.220" v="8" actId="20577"/>
      <pc:docMkLst>
        <pc:docMk/>
      </pc:docMkLst>
      <pc:sldChg chg="modSp">
        <pc:chgData name="scsjcain84" userId="S::scsjcain84_gmail.com#ext#@pearsoneducationinc.onmicrosoft.com::4399dd98-ee8b-4212-9001-7919755a3260" providerId="AD" clId="Web-{BA81FB52-7D97-407B-A053-23D8E211ED4C}" dt="2023-12-13T17:47:28.078" v="2" actId="20577"/>
        <pc:sldMkLst>
          <pc:docMk/>
          <pc:sldMk cId="921485155" sldId="286"/>
        </pc:sldMkLst>
      </pc:sldChg>
      <pc:sldChg chg="modSp">
        <pc:chgData name="scsjcain84" userId="S::scsjcain84_gmail.com#ext#@pearsoneducationinc.onmicrosoft.com::4399dd98-ee8b-4212-9001-7919755a3260" providerId="AD" clId="Web-{BA81FB52-7D97-407B-A053-23D8E211ED4C}" dt="2023-12-13T17:51:58.220" v="8" actId="20577"/>
        <pc:sldMkLst>
          <pc:docMk/>
          <pc:sldMk cId="2614713382" sldId="301"/>
        </pc:sldMkLst>
      </pc:sldChg>
      <pc:sldChg chg="addCm">
        <pc:chgData name="scsjcain84" userId="S::scsjcain84_gmail.com#ext#@pearsoneducationinc.onmicrosoft.com::4399dd98-ee8b-4212-9001-7919755a3260" providerId="AD" clId="Web-{BA81FB52-7D97-407B-A053-23D8E211ED4C}" dt="2023-12-13T17:48:13.065" v="4"/>
        <pc:sldMkLst>
          <pc:docMk/>
          <pc:sldMk cId="2507876813" sldId="30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csjcain84" userId="S::scsjcain84_gmail.com#ext#@pearsoneducationinc.onmicrosoft.com::4399dd98-ee8b-4212-9001-7919755a3260" providerId="AD" clId="Web-{BA81FB52-7D97-407B-A053-23D8E211ED4C}" dt="2023-12-13T17:48:13.065" v="4"/>
              <pc2:cmMkLst xmlns:pc2="http://schemas.microsoft.com/office/powerpoint/2019/9/main/command">
                <pc:docMk/>
                <pc:sldMk cId="2507876813" sldId="304"/>
                <pc2:cmMk id="{F9DC116C-7B99-44B4-A066-B9294A445BBE}"/>
              </pc2:cmMkLst>
            </pc226:cmChg>
          </p:ext>
        </pc:extLst>
      </pc:sldChg>
    </pc:docChg>
  </pc:docChgLst>
  <pc:docChgLst>
    <pc:chgData name="Tim Warner" userId="1d9b2d89684621c1" providerId="LiveId" clId="{D492D3F7-A47E-49C7-A890-44F786178671}"/>
    <pc:docChg chg="addSld modSld">
      <pc:chgData name="Tim Warner" userId="1d9b2d89684621c1" providerId="LiveId" clId="{D492D3F7-A47E-49C7-A890-44F786178671}" dt="2025-06-24T20:48:36.970" v="50"/>
      <pc:docMkLst>
        <pc:docMk/>
      </pc:docMkLst>
      <pc:sldChg chg="modSp mod">
        <pc:chgData name="Tim Warner" userId="1d9b2d89684621c1" providerId="LiveId" clId="{D492D3F7-A47E-49C7-A890-44F786178671}" dt="2025-06-24T20:47:54.867" v="43" actId="20577"/>
        <pc:sldMkLst>
          <pc:docMk/>
          <pc:sldMk cId="2539485740" sldId="292"/>
        </pc:sldMkLst>
      </pc:sldChg>
      <pc:sldChg chg="modSp mod">
        <pc:chgData name="Tim Warner" userId="1d9b2d89684621c1" providerId="LiveId" clId="{D492D3F7-A47E-49C7-A890-44F786178671}" dt="2025-06-24T20:48:05.402" v="45"/>
        <pc:sldMkLst>
          <pc:docMk/>
          <pc:sldMk cId="486668636" sldId="293"/>
        </pc:sldMkLst>
      </pc:sldChg>
      <pc:sldChg chg="modSp mod">
        <pc:chgData name="Tim Warner" userId="1d9b2d89684621c1" providerId="LiveId" clId="{D492D3F7-A47E-49C7-A890-44F786178671}" dt="2025-06-24T20:48:11.870" v="46"/>
        <pc:sldMkLst>
          <pc:docMk/>
          <pc:sldMk cId="1829040019" sldId="343"/>
        </pc:sldMkLst>
      </pc:sldChg>
      <pc:sldChg chg="modSp mod">
        <pc:chgData name="Tim Warner" userId="1d9b2d89684621c1" providerId="LiveId" clId="{D492D3F7-A47E-49C7-A890-44F786178671}" dt="2025-06-24T20:48:18.143" v="47"/>
        <pc:sldMkLst>
          <pc:docMk/>
          <pc:sldMk cId="947907938" sldId="346"/>
        </pc:sldMkLst>
      </pc:sldChg>
      <pc:sldChg chg="modSp add mod">
        <pc:chgData name="Tim Warner" userId="1d9b2d89684621c1" providerId="LiveId" clId="{D492D3F7-A47E-49C7-A890-44F786178671}" dt="2025-06-24T20:48:25.657" v="48"/>
        <pc:sldMkLst>
          <pc:docMk/>
          <pc:sldMk cId="914007193" sldId="347"/>
        </pc:sldMkLst>
      </pc:sldChg>
      <pc:sldChg chg="modSp add mod">
        <pc:chgData name="Tim Warner" userId="1d9b2d89684621c1" providerId="LiveId" clId="{D492D3F7-A47E-49C7-A890-44F786178671}" dt="2025-06-24T20:48:36.970" v="50"/>
        <pc:sldMkLst>
          <pc:docMk/>
          <pc:sldMk cId="1161106545" sldId="34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4D36D-3512-6D44-83C8-1A4DB417EA2C}" type="datetimeFigureOut">
              <a:rPr lang="en-US" smtClean="0"/>
              <a:t>Fri, 9/26/2025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3C8BCB-A8D7-074E-AD53-2B9312150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348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credit: Tim + ChatGPT Image Generation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C8BCB-A8D7-074E-AD53-2B9312150B6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3588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Time to master </a:t>
            </a:r>
            <a:r>
              <a:rPr lang="en-US" b="1" dirty="0"/>
              <a:t>Windows Defender Firewall</a:t>
            </a:r>
            <a:r>
              <a:rPr lang="en-US" dirty="0"/>
              <a:t> — the unsung hero protecting Windows servers while everyone shops for expensive appliances.</a:t>
            </a:r>
          </a:p>
          <a:p>
            <a:endParaRPr lang="en-US" b="1" dirty="0"/>
          </a:p>
          <a:p>
            <a:r>
              <a:rPr lang="en-US" b="1" dirty="0"/>
              <a:t>Windows Defender Firewall (WDF)</a:t>
            </a:r>
            <a:r>
              <a:rPr lang="en-US" dirty="0"/>
              <a:t> WDF tracks connection state and makes intelligent decisions based on whether traffic is part of an established session. It understands full conversation context, not just individual packets.</a:t>
            </a:r>
          </a:p>
          <a:p>
            <a:endParaRPr lang="en-US" b="1" dirty="0"/>
          </a:p>
          <a:p>
            <a:r>
              <a:rPr lang="en-US" b="1" dirty="0"/>
              <a:t>Profiles (Domain, Private, Public) adapt to network context</a:t>
            </a:r>
            <a:r>
              <a:rPr lang="en-US" dirty="0"/>
              <a:t> When your server detects the corporate domain, it applies relaxed internal rules. Move to an untrusted network, and the Public profile automatically locks everything down.</a:t>
            </a:r>
          </a:p>
          <a:p>
            <a:endParaRPr lang="en-US" b="1" dirty="0"/>
          </a:p>
          <a:p>
            <a:r>
              <a:rPr lang="en-US" b="1" dirty="0"/>
              <a:t>Inbound and outbound rules filter traffic at host level</a:t>
            </a:r>
            <a:r>
              <a:rPr lang="en-US" dirty="0"/>
              <a:t> You're not just blocking incoming attacks — you're preventing data exfiltration by controlling what leaves your servers. Every rule can specify protocols, ports, programs, users, and IPsec requirements.</a:t>
            </a:r>
          </a:p>
          <a:p>
            <a:endParaRPr lang="en-US" b="1" dirty="0"/>
          </a:p>
          <a:p>
            <a:r>
              <a:rPr lang="en-US" b="1" dirty="0"/>
              <a:t>PowerShell automates firewall configuration at scale</a:t>
            </a:r>
            <a:r>
              <a:rPr lang="en-US" dirty="0"/>
              <a:t> With cmdlets like New-</a:t>
            </a:r>
            <a:r>
              <a:rPr lang="en-US" dirty="0" err="1"/>
              <a:t>NetFirewallRule</a:t>
            </a:r>
            <a:r>
              <a:rPr lang="en-US" dirty="0"/>
              <a:t>, you can deploy complex configurations to hundreds of servers in minutes. Infrastructure as code for your firewall policies.</a:t>
            </a:r>
          </a:p>
          <a:p>
            <a:endParaRPr lang="en-US" b="1" dirty="0"/>
          </a:p>
          <a:p>
            <a:r>
              <a:rPr lang="en-US" b="1" dirty="0"/>
              <a:t>Group Policy enforces consistent firewall baselines</a:t>
            </a:r>
            <a:r>
              <a:rPr lang="en-US" dirty="0"/>
              <a:t> One GPO ensures every domain server gets identical firewall rules, automatically applied and continuously enforced. Manual configuration drift becomes impossible.</a:t>
            </a:r>
          </a:p>
          <a:p>
            <a:endParaRPr lang="en-US" b="1" dirty="0"/>
          </a:p>
          <a:p>
            <a:r>
              <a:rPr lang="en-US" b="1" dirty="0"/>
              <a:t>Adventure Works logs firewall events for auditing</a:t>
            </a:r>
            <a:r>
              <a:rPr lang="en-US" dirty="0"/>
              <a:t> They log every blocked connection and every access to sensitive services. When auditors ask "who accessed what," you have forensic-level detail ready.</a:t>
            </a:r>
          </a:p>
          <a:p>
            <a:endParaRPr lang="en-US" dirty="0"/>
          </a:p>
          <a:p>
            <a:r>
              <a:rPr lang="en-US" dirty="0"/>
              <a:t>💡 </a:t>
            </a:r>
            <a:r>
              <a:rPr lang="en-US" b="1" dirty="0"/>
              <a:t>Exam Tip:</a:t>
            </a:r>
            <a:r>
              <a:rPr lang="en-US" dirty="0"/>
              <a:t> Watch for </a:t>
            </a:r>
            <a:r>
              <a:rPr lang="en-US" b="1" dirty="0"/>
              <a:t>"allowing RDP only from jump boxes."</a:t>
            </a:r>
            <a:r>
              <a:rPr lang="en-US" dirty="0"/>
              <a:t> The answer involves creating inbound rules with source IP restrictions, deployed through Group Policy.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C8BCB-A8D7-074E-AD53-2B9312150B6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4089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credit: Tim + Claude AI</a:t>
            </a:r>
          </a:p>
          <a:p>
            <a:endParaRPr lang="en-US" dirty="0"/>
          </a:p>
          <a:p>
            <a:r>
              <a:rPr lang="en-US" dirty="0"/>
              <a:t>“Windows Firewall doesn’t just guess which rules to apply — the </a:t>
            </a:r>
            <a:r>
              <a:rPr lang="en-US" b="1" dirty="0"/>
              <a:t>Network Location Awareness service</a:t>
            </a:r>
            <a:r>
              <a:rPr lang="en-US" dirty="0"/>
              <a:t>, or NLA, makes that call.</a:t>
            </a:r>
          </a:p>
          <a:p>
            <a:endParaRPr lang="en-US" dirty="0"/>
          </a:p>
          <a:p>
            <a:r>
              <a:rPr lang="en-US" dirty="0"/>
              <a:t>On the left, if the computer can </a:t>
            </a:r>
            <a:r>
              <a:rPr lang="en-US" b="1" dirty="0"/>
              <a:t>reach a domain controller</a:t>
            </a:r>
            <a:r>
              <a:rPr lang="en-US" dirty="0"/>
              <a:t> and successfully </a:t>
            </a:r>
            <a:r>
              <a:rPr lang="en-US" b="1" dirty="0"/>
              <a:t>authenticate</a:t>
            </a:r>
            <a:r>
              <a:rPr lang="en-US" dirty="0"/>
              <a:t>, NLA knows we’re on the corporate LAN. That’s the </a:t>
            </a:r>
            <a:r>
              <a:rPr lang="en-US" b="1" dirty="0"/>
              <a:t>Domain profile</a:t>
            </a:r>
            <a:r>
              <a:rPr lang="en-US" dirty="0"/>
              <a:t> — most permissive, since we’re in a managed environment.</a:t>
            </a:r>
          </a:p>
          <a:p>
            <a:endParaRPr lang="en-US" dirty="0"/>
          </a:p>
          <a:p>
            <a:r>
              <a:rPr lang="en-US" dirty="0"/>
              <a:t>In the middle, if we’re not domain-joined but we or policy mark the network as </a:t>
            </a:r>
            <a:r>
              <a:rPr lang="en-US" b="1" dirty="0"/>
              <a:t>trusted</a:t>
            </a:r>
            <a:r>
              <a:rPr lang="en-US" dirty="0"/>
              <a:t>, NLA applies the </a:t>
            </a:r>
            <a:r>
              <a:rPr lang="en-US" b="1" dirty="0"/>
              <a:t>Private profile</a:t>
            </a:r>
            <a:r>
              <a:rPr lang="en-US" dirty="0"/>
              <a:t> — good for home or office, with moderate security and network discovery turned on.</a:t>
            </a:r>
          </a:p>
          <a:p>
            <a:endParaRPr lang="en-US" dirty="0"/>
          </a:p>
          <a:p>
            <a:r>
              <a:rPr lang="en-US" dirty="0"/>
              <a:t>On the right, if the network is brand new or looks untrusted, NLA sets the </a:t>
            </a:r>
            <a:r>
              <a:rPr lang="en-US" b="1" dirty="0"/>
              <a:t>Public profile</a:t>
            </a:r>
            <a:r>
              <a:rPr lang="en-US" dirty="0"/>
              <a:t>. That’s maximum lockdown — network discovery is off, and it’s what you want at the coffee shop or airport.</a:t>
            </a:r>
          </a:p>
          <a:p>
            <a:endParaRPr lang="en-US" dirty="0"/>
          </a:p>
          <a:p>
            <a:r>
              <a:rPr lang="en-US" dirty="0"/>
              <a:t>Now, look at the bottom flow: NLA kicks in whenever Windows detects a </a:t>
            </a:r>
            <a:r>
              <a:rPr lang="en-US" b="1" dirty="0"/>
              <a:t>network connection</a:t>
            </a:r>
            <a:r>
              <a:rPr lang="en-US" dirty="0"/>
              <a:t> or change. First, it does a </a:t>
            </a:r>
            <a:r>
              <a:rPr lang="en-US" b="1" dirty="0"/>
              <a:t>DC check</a:t>
            </a:r>
            <a:r>
              <a:rPr lang="en-US" dirty="0"/>
              <a:t> — can I reach a domain controller on LDAP port 389? Next, it runs an </a:t>
            </a:r>
            <a:r>
              <a:rPr lang="en-US" b="1" dirty="0"/>
              <a:t>authentication test</a:t>
            </a:r>
            <a:r>
              <a:rPr lang="en-US" dirty="0"/>
              <a:t> with Kerberos or LDAP. If that succeeds, Domain profile wins. If not, we fall back to Private or Public. </a:t>
            </a:r>
          </a:p>
          <a:p>
            <a:endParaRPr lang="en-US" dirty="0"/>
          </a:p>
          <a:p>
            <a:r>
              <a:rPr lang="en-US" dirty="0"/>
              <a:t>Finally, it </a:t>
            </a:r>
            <a:r>
              <a:rPr lang="en-US" b="1" dirty="0"/>
              <a:t>applies the matching firewall rule set</a:t>
            </a:r>
            <a:r>
              <a:rPr lang="en-US" dirty="0"/>
              <a:t>.</a:t>
            </a:r>
          </a:p>
          <a:p>
            <a:endParaRPr lang="en-US"/>
          </a:p>
          <a:p>
            <a:r>
              <a:rPr lang="en-US"/>
              <a:t>That’s </a:t>
            </a:r>
            <a:r>
              <a:rPr lang="en-US" dirty="0"/>
              <a:t>how Windows Firewall dynamically adjusts security — NLA evaluates the environment, then flips profiles automatically.”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C8BCB-A8D7-074E-AD53-2B9312150B6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6069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</a:t>
            </a:r>
            <a:r>
              <a:rPr lang="en-US" b="1" dirty="0"/>
              <a:t>Domain isolation</a:t>
            </a:r>
            <a:r>
              <a:rPr lang="en-US" dirty="0"/>
              <a:t> is an invisible moat around your domain-joined computers. IPsec and Kerberos create network boundaries that follow Active Directory trust, not VLANs.</a:t>
            </a:r>
          </a:p>
          <a:p>
            <a:endParaRPr lang="en-US" b="1" dirty="0"/>
          </a:p>
          <a:p>
            <a:r>
              <a:rPr lang="en-US" b="1" dirty="0"/>
              <a:t>IPsec authenticates and encrypts all domain traffic</a:t>
            </a:r>
            <a:r>
              <a:rPr lang="en-US" dirty="0"/>
              <a:t> Every packet gets mutual authentication using Kerberos, followed by ESP encryption. It's a private encrypted tunnel for every connection.</a:t>
            </a:r>
          </a:p>
          <a:p>
            <a:endParaRPr lang="en-US" b="1" dirty="0"/>
          </a:p>
          <a:p>
            <a:r>
              <a:rPr lang="en-US" b="1" dirty="0"/>
              <a:t>Server isolation policies restrict access to sensitive systems</a:t>
            </a:r>
            <a:r>
              <a:rPr lang="en-US" dirty="0"/>
              <a:t> Domain isolation keeps outsiders out, but server isolation goes further — only specific accounts or computers can connect. Your SQL Server only accepts connections from web servers.</a:t>
            </a:r>
          </a:p>
          <a:p>
            <a:endParaRPr lang="en-US" b="1" dirty="0"/>
          </a:p>
          <a:p>
            <a:r>
              <a:rPr lang="en-US" b="1" dirty="0"/>
              <a:t>Authentication exemptions handle legacy or non-domain devices</a:t>
            </a:r>
            <a:r>
              <a:rPr lang="en-US" dirty="0"/>
              <a:t> That ancient printer that can't do IPsec gets a specific exemption, identified by IP or MAC address. You punch controlled holes in your isolation policy.</a:t>
            </a:r>
          </a:p>
          <a:p>
            <a:endParaRPr lang="en-US" b="1" dirty="0"/>
          </a:p>
          <a:p>
            <a:r>
              <a:rPr lang="en-US" b="1" dirty="0"/>
              <a:t>Certificate-based auth strengthens identity verification</a:t>
            </a:r>
            <a:r>
              <a:rPr lang="en-US" dirty="0"/>
              <a:t> Critical servers can require both Kerberos and a specific certificate — two-factor authentication at the network level.</a:t>
            </a:r>
          </a:p>
          <a:p>
            <a:endParaRPr lang="en-US" b="1" dirty="0"/>
          </a:p>
          <a:p>
            <a:r>
              <a:rPr lang="en-US" b="1" dirty="0"/>
              <a:t>Contoso segments production servers from test environments</a:t>
            </a:r>
            <a:r>
              <a:rPr lang="en-US" dirty="0"/>
              <a:t> Even if someone misconfigures a connection string, the network itself refuses connections from test to production systems.</a:t>
            </a:r>
          </a:p>
          <a:p>
            <a:endParaRPr lang="en-US" dirty="0"/>
          </a:p>
          <a:p>
            <a:r>
              <a:rPr lang="en-US" dirty="0"/>
              <a:t>💡 </a:t>
            </a:r>
            <a:r>
              <a:rPr lang="en-US" b="1" dirty="0"/>
              <a:t>Exam Tip:</a:t>
            </a:r>
            <a:r>
              <a:rPr lang="en-US" dirty="0"/>
              <a:t> Microsoft loves </a:t>
            </a:r>
            <a:r>
              <a:rPr lang="en-US" b="1" dirty="0"/>
              <a:t>"non-domain computers must be prevented from connecting to file servers."</a:t>
            </a:r>
            <a:r>
              <a:rPr lang="en-US" dirty="0"/>
              <a:t> That's domain isolation using Request Authentication rules in Windows Defender Firewall with Advanced Security.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C8BCB-A8D7-074E-AD53-2B9312150B6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9492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</a:t>
            </a:r>
            <a:r>
              <a:rPr lang="en-US" b="1" dirty="0"/>
              <a:t>Connection security rules</a:t>
            </a:r>
            <a:r>
              <a:rPr lang="en-US" dirty="0"/>
              <a:t> mandate encryption and authentication for specific traffic flows without rebuilding your network.</a:t>
            </a:r>
          </a:p>
          <a:p>
            <a:endParaRPr lang="en-US" b="1" dirty="0"/>
          </a:p>
          <a:p>
            <a:r>
              <a:rPr lang="en-US" b="1" dirty="0"/>
              <a:t>Connection security rules establish authenticated channels</a:t>
            </a:r>
            <a:r>
              <a:rPr lang="en-US" dirty="0"/>
              <a:t> These rules require proof of identity with Kerberos and encryption with AES before the first data packet flows.</a:t>
            </a:r>
          </a:p>
          <a:p>
            <a:endParaRPr lang="en-US" b="1" dirty="0"/>
          </a:p>
          <a:p>
            <a:r>
              <a:rPr lang="en-US" b="1" dirty="0"/>
              <a:t>Authentication methods include Kerberos, certs, pre-shared keys</a:t>
            </a:r>
            <a:r>
              <a:rPr lang="en-US" dirty="0"/>
              <a:t> Domain members use Kerberos by default. Add certificates for extra security or pre-shared keys for non-domain devices. Each method fits different security needs.</a:t>
            </a:r>
          </a:p>
          <a:p>
            <a:endParaRPr lang="en-US" b="1" dirty="0"/>
          </a:p>
          <a:p>
            <a:r>
              <a:rPr lang="en-US" b="1" dirty="0"/>
              <a:t>Encryption ensures confidentiality and integrity of data</a:t>
            </a:r>
            <a:r>
              <a:rPr lang="en-US" dirty="0"/>
              <a:t> Rules don't just authenticate — they encrypt using ESP with AES-256. Your data travels in encrypted tunnels that prevent eavesdropping and tampering.</a:t>
            </a:r>
          </a:p>
          <a:p>
            <a:endParaRPr lang="en-US" b="1" dirty="0"/>
          </a:p>
          <a:p>
            <a:r>
              <a:rPr lang="en-US" b="1" dirty="0"/>
              <a:t>NAT traversal allows secure comms across network address translation</a:t>
            </a:r>
            <a:r>
              <a:rPr lang="en-US" dirty="0"/>
              <a:t> Connection security rules include NAT-T support that encapsulates IPsec in UDP port 4500. Secure connections work across complex network topologies.</a:t>
            </a:r>
          </a:p>
          <a:p>
            <a:endParaRPr lang="en-US" b="1" dirty="0"/>
          </a:p>
          <a:p>
            <a:r>
              <a:rPr lang="en-US" b="1" dirty="0" err="1"/>
              <a:t>Fabrikam</a:t>
            </a:r>
            <a:r>
              <a:rPr lang="en-US" b="1" dirty="0"/>
              <a:t> configures Quick Mode and Main Mode settings for VPN traffic</a:t>
            </a:r>
            <a:r>
              <a:rPr lang="en-US" dirty="0"/>
              <a:t> They fine-tune IPsec parameters for both security and performance — Main Mode for security associations, Quick Mode for data protection.</a:t>
            </a:r>
          </a:p>
          <a:p>
            <a:endParaRPr lang="en-US" dirty="0"/>
          </a:p>
          <a:p>
            <a:r>
              <a:rPr lang="en-US" dirty="0"/>
              <a:t>💡 </a:t>
            </a:r>
            <a:r>
              <a:rPr lang="en-US" b="1" dirty="0"/>
              <a:t>Exam Tip:</a:t>
            </a:r>
            <a:r>
              <a:rPr lang="en-US" dirty="0"/>
              <a:t> Look for </a:t>
            </a:r>
            <a:r>
              <a:rPr lang="en-US" b="1" dirty="0"/>
              <a:t>"requiring encryption for database traffic."</a:t>
            </a:r>
            <a:r>
              <a:rPr lang="en-US" dirty="0"/>
              <a:t> Create connection security rules requiring authentication and encryption, combined with firewall rules blocking non-IPsec traffic.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C8BCB-A8D7-074E-AD53-2B9312150B6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2565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Image: Created and owned by Tim Warner with assistance from Claude AI</a:t>
            </a:r>
            <a:br>
              <a:rPr lang="en-US" dirty="0"/>
            </a:br>
            <a:endParaRPr lang="en-US" dirty="0"/>
          </a:p>
          <a:p>
            <a:r>
              <a:rPr lang="en-US" dirty="0"/>
              <a:t>Alright, </a:t>
            </a:r>
            <a:r>
              <a:rPr lang="en-US" b="1" dirty="0"/>
              <a:t>three zones, three security levels</a:t>
            </a:r>
            <a:r>
              <a:rPr lang="en-US" dirty="0"/>
              <a:t> — that's the modern IPsec architecture.</a:t>
            </a:r>
          </a:p>
          <a:p>
            <a:endParaRPr lang="en-US" dirty="0"/>
          </a:p>
          <a:p>
            <a:r>
              <a:rPr lang="en-US" dirty="0"/>
              <a:t>Start at the top. </a:t>
            </a:r>
            <a:r>
              <a:rPr lang="en-US" b="1" dirty="0"/>
              <a:t>Domain Clients</a:t>
            </a:r>
            <a:r>
              <a:rPr lang="en-US" dirty="0"/>
              <a:t> on the left have Kerberos tickets. </a:t>
            </a:r>
            <a:r>
              <a:rPr lang="en-US" b="1" dirty="0"/>
              <a:t>Non-Domain Devices</a:t>
            </a:r>
            <a:r>
              <a:rPr lang="en-US" dirty="0"/>
              <a:t> on the right? They've got nothing. Watch what happens.</a:t>
            </a:r>
          </a:p>
          <a:p>
            <a:endParaRPr lang="en-US" b="1" dirty="0"/>
          </a:p>
          <a:p>
            <a:r>
              <a:rPr lang="en-US" b="1" dirty="0"/>
              <a:t>Red zone</a:t>
            </a:r>
            <a:r>
              <a:rPr lang="en-US" dirty="0"/>
              <a:t> — your crown jewels. Domain Controllers, SQL Servers, Key Vault. These demand </a:t>
            </a:r>
            <a:r>
              <a:rPr lang="en-US" b="1" dirty="0"/>
              <a:t>authentication plus AES-256 encryption</a:t>
            </a:r>
            <a:r>
              <a:rPr lang="en-US" dirty="0"/>
              <a:t>. Domain clients get the green light straight through. Non-domain devices? See that red X? </a:t>
            </a:r>
            <a:r>
              <a:rPr lang="en-US" b="1" dirty="0"/>
              <a:t>Blocked completely</a:t>
            </a:r>
            <a:r>
              <a:rPr lang="en-US" dirty="0"/>
              <a:t>. They can't even knock on the door.</a:t>
            </a:r>
          </a:p>
          <a:p>
            <a:endParaRPr lang="en-US" b="1" dirty="0"/>
          </a:p>
          <a:p>
            <a:r>
              <a:rPr lang="en-US" b="1" dirty="0"/>
              <a:t>Blue zone</a:t>
            </a:r>
            <a:r>
              <a:rPr lang="en-US" dirty="0"/>
              <a:t> — your everyday servers. App servers, file servers, jump boxes. These require </a:t>
            </a:r>
            <a:r>
              <a:rPr lang="en-US" b="1" dirty="0"/>
              <a:t>Kerberos authentication</a:t>
            </a:r>
            <a:r>
              <a:rPr lang="en-US" dirty="0"/>
              <a:t> but skip encryption for performance. Domain clients sail through. Non-domain devices hit another wall — </a:t>
            </a:r>
            <a:r>
              <a:rPr lang="en-US" b="1" dirty="0"/>
              <a:t>access denied</a:t>
            </a:r>
            <a:r>
              <a:rPr lang="en-US" dirty="0"/>
              <a:t>.</a:t>
            </a:r>
          </a:p>
          <a:p>
            <a:endParaRPr lang="en-US" b="1" dirty="0"/>
          </a:p>
          <a:p>
            <a:r>
              <a:rPr lang="en-US" b="1" dirty="0"/>
              <a:t>Gray zone</a:t>
            </a:r>
            <a:r>
              <a:rPr lang="en-US" dirty="0"/>
              <a:t> at the bottom — your legacy junk. Old printers, IoT devices, guest </a:t>
            </a:r>
            <a:r>
              <a:rPr lang="en-US" dirty="0" err="1"/>
              <a:t>WiFi</a:t>
            </a:r>
            <a:r>
              <a:rPr lang="en-US" dirty="0"/>
              <a:t>. IPsec is optional because half this stuff runs firmware from 2002. Even non-domain devices can reach these. It's your </a:t>
            </a:r>
            <a:r>
              <a:rPr lang="en-US" b="1" dirty="0"/>
              <a:t>demilitarized zone for ancient tech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See Azure Services on the right? This isn't just on-prem — your NSGs in Azure follow the same pattern.</a:t>
            </a:r>
          </a:p>
          <a:p>
            <a:endParaRPr lang="en-US" b="1" dirty="0"/>
          </a:p>
          <a:p>
            <a:r>
              <a:rPr lang="en-US" b="1" dirty="0"/>
              <a:t>Here's the magic</a:t>
            </a:r>
            <a:r>
              <a:rPr lang="en-US" dirty="0"/>
              <a:t>: Zero firewall rules. Zero IP management. Just Group Policy saying 'if you're domain-joined, you're in. If not, you're out.' </a:t>
            </a:r>
            <a:r>
              <a:rPr lang="en-US" b="1" dirty="0"/>
              <a:t>Simple, scalable, bulletproof.</a:t>
            </a:r>
            <a:r>
              <a:rPr lang="en-US" dirty="0"/>
              <a:t>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C8BCB-A8D7-074E-AD53-2B9312150B6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5426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Slide: Create and configure network security groups (NSGs) for Windows Server virtual machines on Azure</a:t>
            </a:r>
            <a:endParaRPr lang="en-US" dirty="0"/>
          </a:p>
          <a:p>
            <a:endParaRPr lang="en-US" dirty="0"/>
          </a:p>
          <a:p>
            <a:r>
              <a:rPr lang="en-US" dirty="0"/>
              <a:t>Framing: </a:t>
            </a:r>
            <a:r>
              <a:rPr lang="en-US" b="1" dirty="0"/>
              <a:t>Network Security Groups</a:t>
            </a:r>
            <a:r>
              <a:rPr lang="en-US" dirty="0"/>
              <a:t> are cloud-native firewalls in Azure, filtering traffic at the fabric level before it reaches your VMs.</a:t>
            </a:r>
          </a:p>
          <a:p>
            <a:endParaRPr lang="en-US" b="1" dirty="0"/>
          </a:p>
          <a:p>
            <a:r>
              <a:rPr lang="en-US" b="1" dirty="0"/>
              <a:t>NSGs act as distributed firewalls at NIC and subnet levels</a:t>
            </a:r>
            <a:r>
              <a:rPr lang="en-US" dirty="0"/>
              <a:t> Unlike edge firewalls, NSGs attach directly to network interfaces or subnets. Every VM gets personal firewall rules that follow it anywhere in Azure.</a:t>
            </a:r>
          </a:p>
          <a:p>
            <a:endParaRPr lang="en-US" b="1" dirty="0"/>
          </a:p>
          <a:p>
            <a:r>
              <a:rPr lang="en-US" b="1" dirty="0"/>
              <a:t>Application security groups simplify management by workload type</a:t>
            </a:r>
            <a:r>
              <a:rPr lang="en-US" dirty="0"/>
              <a:t> Instead of maintaining changing IP lists, tag VMs as "</a:t>
            </a:r>
            <a:r>
              <a:rPr lang="en-US" dirty="0" err="1"/>
              <a:t>WebServers</a:t>
            </a:r>
            <a:r>
              <a:rPr lang="en-US" dirty="0"/>
              <a:t>" or "</a:t>
            </a:r>
            <a:r>
              <a:rPr lang="en-US" dirty="0" err="1"/>
              <a:t>DatabaseServers</a:t>
            </a:r>
            <a:r>
              <a:rPr lang="en-US" dirty="0"/>
              <a:t>" and write rules using logical groups. Scaling VMs automatically inherit the right rules.</a:t>
            </a:r>
          </a:p>
          <a:p>
            <a:endParaRPr lang="en-US" b="1" dirty="0"/>
          </a:p>
          <a:p>
            <a:r>
              <a:rPr lang="en-US" b="1" dirty="0"/>
              <a:t>Service tags represent trusted Microsoft services (e.g., </a:t>
            </a:r>
            <a:r>
              <a:rPr lang="en-US" b="1" dirty="0" err="1"/>
              <a:t>AzureBackup</a:t>
            </a:r>
            <a:r>
              <a:rPr lang="en-US" b="1" dirty="0"/>
              <a:t>)</a:t>
            </a:r>
            <a:r>
              <a:rPr lang="en-US" dirty="0"/>
              <a:t> Rather than tracking IP ranges, use tags like "</a:t>
            </a:r>
            <a:r>
              <a:rPr lang="en-US" dirty="0" err="1"/>
              <a:t>Storage.WestUS</a:t>
            </a:r>
            <a:r>
              <a:rPr lang="en-US" dirty="0"/>
              <a:t>" or "</a:t>
            </a:r>
            <a:r>
              <a:rPr lang="en-US" dirty="0" err="1"/>
              <a:t>AzureActiveDirectory</a:t>
            </a:r>
            <a:r>
              <a:rPr lang="en-US" dirty="0"/>
              <a:t>" in your rules. Microsoft maintains these ranges for you.</a:t>
            </a:r>
          </a:p>
          <a:p>
            <a:endParaRPr lang="en-US" b="1" dirty="0"/>
          </a:p>
          <a:p>
            <a:r>
              <a:rPr lang="en-US" b="1" dirty="0"/>
              <a:t>Priority rules determine evaluation order and enforcement</a:t>
            </a:r>
            <a:r>
              <a:rPr lang="en-US" dirty="0"/>
              <a:t> Rules process from 100 to 4096, lower numbers first. Once a rule matches, processing stops — put your most specific rules at the lowest priorities.</a:t>
            </a:r>
          </a:p>
          <a:p>
            <a:endParaRPr lang="en-US" b="1" dirty="0"/>
          </a:p>
          <a:p>
            <a:r>
              <a:rPr lang="en-US" b="1" dirty="0"/>
              <a:t>Tailwind Traders analyzes NSG flow logs to detect blocked traffic</a:t>
            </a:r>
            <a:r>
              <a:rPr lang="en-US" dirty="0"/>
              <a:t> They send flow logs to Log Analytics to identify suspicious patterns, seeing every allowed and denied connection across their Azure infrastructure.</a:t>
            </a:r>
          </a:p>
          <a:p>
            <a:endParaRPr lang="en-US" dirty="0"/>
          </a:p>
          <a:p>
            <a:r>
              <a:rPr lang="en-US" dirty="0"/>
              <a:t>💡 </a:t>
            </a:r>
            <a:r>
              <a:rPr lang="en-US" b="1" dirty="0"/>
              <a:t>Exam Tip:</a:t>
            </a:r>
            <a:r>
              <a:rPr lang="en-US" dirty="0"/>
              <a:t> Microsoft asks about </a:t>
            </a:r>
            <a:r>
              <a:rPr lang="en-US" b="1" dirty="0"/>
              <a:t>"allowing Azure Backup while blocking internet."</a:t>
            </a:r>
            <a:r>
              <a:rPr lang="en-US" dirty="0"/>
              <a:t> Use service tags — allow "</a:t>
            </a:r>
            <a:r>
              <a:rPr lang="en-US" dirty="0" err="1"/>
              <a:t>AzureBackup</a:t>
            </a:r>
            <a:r>
              <a:rPr lang="en-US" dirty="0"/>
              <a:t>" while denying "Internet." No IP maintenance required.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C8BCB-A8D7-074E-AD53-2B9312150B6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2641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credit: Tim’s own work in Visio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C8BCB-A8D7-074E-AD53-2B9312150B6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235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1_Cours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 with medium confidence">
            <a:extLst>
              <a:ext uri="{FF2B5EF4-FFF2-40B4-BE49-F238E27FC236}">
                <a16:creationId xmlns:a16="http://schemas.microsoft.com/office/drawing/2014/main" id="{315FA5AA-E7FF-BD49-A92D-7A8757895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pic>
      <p:pic>
        <p:nvPicPr>
          <p:cNvPr id="7" name="Picture 6" descr="A blue and white background&#10;&#10;Description automatically generated">
            <a:extLst>
              <a:ext uri="{FF2B5EF4-FFF2-40B4-BE49-F238E27FC236}">
                <a16:creationId xmlns:a16="http://schemas.microsoft.com/office/drawing/2014/main" id="{DCB4EE68-6906-C0D2-628A-07C92F878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40663" y="1365666"/>
            <a:ext cx="6143485" cy="674899"/>
          </a:xfrm>
        </p:spPr>
        <p:txBody>
          <a:bodyPr>
            <a:normAutofit/>
          </a:bodyPr>
          <a:lstStyle>
            <a:lvl1pPr marL="685800" indent="-630936" algn="l">
              <a:buNone/>
              <a:tabLst>
                <a:tab pos="574675" algn="l"/>
              </a:tabLst>
              <a:defRPr sz="4400" b="0" baseline="0">
                <a:solidFill>
                  <a:srgbClr val="454D4E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Course Title Here: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DCF20B5-BDCC-4D4B-9EB2-D0FDA548FAD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259980" y="3095097"/>
            <a:ext cx="1112885" cy="116858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r>
              <a:rPr lang="en-US" dirty="0"/>
              <a:t>Insert </a:t>
            </a:r>
          </a:p>
          <a:p>
            <a:r>
              <a:rPr lang="en-US" dirty="0"/>
              <a:t>Author </a:t>
            </a:r>
          </a:p>
          <a:p>
            <a:r>
              <a:rPr lang="en-US" dirty="0"/>
              <a:t>Headshot </a:t>
            </a:r>
          </a:p>
          <a:p>
            <a:r>
              <a:rPr lang="en-US" dirty="0"/>
              <a:t>Photo</a:t>
            </a:r>
          </a:p>
          <a:p>
            <a:r>
              <a:rPr lang="en-US" dirty="0"/>
              <a:t>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069A88D-4483-164E-BD65-F3FA79A5214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62819" y="3263590"/>
            <a:ext cx="3802750" cy="384813"/>
          </a:xfrm>
        </p:spPr>
        <p:txBody>
          <a:bodyPr>
            <a:noAutofit/>
          </a:bodyPr>
          <a:lstStyle>
            <a:lvl1pPr marL="0" indent="0">
              <a:buNone/>
              <a:defRPr sz="2000" b="0" i="0" u="none" baseline="0">
                <a:latin typeface="Open Sans" panose="020B0606030504020204" pitchFamily="34" charset="0"/>
              </a:defRPr>
            </a:lvl1pPr>
          </a:lstStyle>
          <a:p>
            <a:pPr algn="l"/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Author Name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C2A0807-1CDE-5F49-A30A-6B9B299977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62347" y="3648402"/>
            <a:ext cx="2739170" cy="584200"/>
          </a:xfrm>
        </p:spPr>
        <p:txBody>
          <a:bodyPr>
            <a:normAutofit/>
          </a:bodyPr>
          <a:lstStyle>
            <a:lvl1pPr marL="0" indent="0">
              <a:buNone/>
              <a:defRPr sz="1200" baseline="0">
                <a:latin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Lower Third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641A57-2545-0CDA-3A11-C1281610CCD7}"/>
              </a:ext>
            </a:extLst>
          </p:cNvPr>
          <p:cNvSpPr txBox="1"/>
          <p:nvPr/>
        </p:nvSpPr>
        <p:spPr>
          <a:xfrm>
            <a:off x="1923165" y="312433"/>
            <a:ext cx="5239240" cy="628091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algn="l"/>
            <a:r>
              <a:rPr lang="en-US" sz="3000" b="1" i="0" baseline="0" dirty="0">
                <a:solidFill>
                  <a:srgbClr val="454D4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Introduction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7709AF5-2D39-3318-476A-B7DB868293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40662" y="2040565"/>
            <a:ext cx="6143485" cy="771235"/>
          </a:xfrm>
        </p:spPr>
        <p:txBody>
          <a:bodyPr>
            <a:noAutofit/>
          </a:bodyPr>
          <a:lstStyle>
            <a:lvl1pPr marL="0" indent="0">
              <a:buNone/>
              <a:defRPr sz="3600"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 dirty="0"/>
              <a:t> Subtitle here</a:t>
            </a:r>
          </a:p>
        </p:txBody>
      </p:sp>
      <p:pic>
        <p:nvPicPr>
          <p:cNvPr id="2" name="Picture 1" descr="Shape&#10;&#10;Description automatically generated with medium confidence">
            <a:extLst>
              <a:ext uri="{FF2B5EF4-FFF2-40B4-BE49-F238E27FC236}">
                <a16:creationId xmlns:a16="http://schemas.microsoft.com/office/drawing/2014/main" id="{9F21EB85-4E6B-81AF-E3DE-25146E89F7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pic>
      <p:pic>
        <p:nvPicPr>
          <p:cNvPr id="4" name="Picture 3" descr="A blue and white background&#10;&#10;Description automatically generated">
            <a:extLst>
              <a:ext uri="{FF2B5EF4-FFF2-40B4-BE49-F238E27FC236}">
                <a16:creationId xmlns:a16="http://schemas.microsoft.com/office/drawing/2014/main" id="{37032E1F-36A3-E746-345C-BA05CE6121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5657EAA-C43A-E155-4654-56E83B180ABB}"/>
              </a:ext>
            </a:extLst>
          </p:cNvPr>
          <p:cNvSpPr txBox="1"/>
          <p:nvPr userDrawn="1"/>
        </p:nvSpPr>
        <p:spPr>
          <a:xfrm>
            <a:off x="1923165" y="312433"/>
            <a:ext cx="5239240" cy="628091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algn="l"/>
            <a:r>
              <a:rPr lang="en-US" sz="3000" b="1" i="0" baseline="0" dirty="0">
                <a:solidFill>
                  <a:srgbClr val="454D4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64481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2_Course Intro (headshot sl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urse Intro slide for slide-based headshot (when recording on-camera is not an option)">
            <a:extLst>
              <a:ext uri="{FF2B5EF4-FFF2-40B4-BE49-F238E27FC236}">
                <a16:creationId xmlns:a16="http://schemas.microsoft.com/office/drawing/2014/main" id="{9289594B-CEE2-DA79-8D6C-78D7B18EF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F18C1000-CFD1-814F-9DAF-2DC7FBADDD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0544" y="664995"/>
            <a:ext cx="3358265" cy="356074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4601DF-3D69-3D45-B976-F47622BD40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20635" y="382901"/>
            <a:ext cx="3966571" cy="863804"/>
          </a:xfrm>
        </p:spPr>
        <p:txBody>
          <a:bodyPr>
            <a:normAutofit/>
          </a:bodyPr>
          <a:lstStyle>
            <a:lvl1pPr marL="0" indent="0" algn="ctr">
              <a:buNone/>
              <a:defRPr sz="2000" b="0" i="0" kern="8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dirty="0"/>
              <a:t>Course Title Goes Here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258BD1F-B284-28B8-2B50-52C6221AEC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20634" y="1246704"/>
            <a:ext cx="3966571" cy="2979037"/>
          </a:xfrm>
        </p:spPr>
        <p:txBody>
          <a:bodyPr>
            <a:normAutofit/>
          </a:bodyPr>
          <a:lstStyle>
            <a:lvl1pPr marL="0" indent="0">
              <a:buNone/>
              <a:defRPr sz="1600" b="0" i="0" kern="8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dirty="0"/>
              <a:t>Lesson 1: Title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Lesson 2: Title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Lesson 3: Title</a:t>
            </a:r>
            <a:br>
              <a:rPr lang="en-US" dirty="0"/>
            </a:br>
            <a:endParaRPr lang="en-US" dirty="0"/>
          </a:p>
          <a:p>
            <a:pPr lvl="0"/>
            <a:r>
              <a:rPr lang="en-US" dirty="0"/>
              <a:t>Lesson 4: Title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Lesson 5: Title</a:t>
            </a:r>
          </a:p>
        </p:txBody>
      </p:sp>
      <p:pic>
        <p:nvPicPr>
          <p:cNvPr id="2" name="Picture 1" descr="Course Intro slide for slide-based headshot (when recording on-camera is not an option)">
            <a:extLst>
              <a:ext uri="{FF2B5EF4-FFF2-40B4-BE49-F238E27FC236}">
                <a16:creationId xmlns:a16="http://schemas.microsoft.com/office/drawing/2014/main" id="{08182D27-E2F5-2883-AF50-ABB7E42A41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385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3_Lesson Intro (headshot sl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background with blue border&#10;&#10;Description automatically generated">
            <a:extLst>
              <a:ext uri="{FF2B5EF4-FFF2-40B4-BE49-F238E27FC236}">
                <a16:creationId xmlns:a16="http://schemas.microsoft.com/office/drawing/2014/main" id="{9289594B-CEE2-DA79-8D6C-78D7B18EF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" y="36599"/>
            <a:ext cx="9144000" cy="51435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4601DF-3D69-3D45-B976-F47622BD40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20635" y="382901"/>
            <a:ext cx="3966571" cy="728568"/>
          </a:xfrm>
        </p:spPr>
        <p:txBody>
          <a:bodyPr>
            <a:normAutofit/>
          </a:bodyPr>
          <a:lstStyle>
            <a:lvl1pPr marL="0" indent="0">
              <a:buNone/>
              <a:defRPr sz="2000" b="0" i="0" kern="8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dirty="0"/>
              <a:t>Lesson Title Goes Here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258BD1F-B284-28B8-2B50-52C6221AEC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20634" y="1124147"/>
            <a:ext cx="3966571" cy="728568"/>
          </a:xfrm>
        </p:spPr>
        <p:txBody>
          <a:bodyPr>
            <a:normAutofit/>
          </a:bodyPr>
          <a:lstStyle>
            <a:lvl1pPr marL="0" indent="0">
              <a:buNone/>
              <a:defRPr sz="1600" b="0" i="0" kern="8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dirty="0"/>
              <a:t>• 1.1 Sub-lesson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7ED1EBB-6BC5-DFD0-E2B6-8349F2148C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19297" y="1869540"/>
            <a:ext cx="3966571" cy="728568"/>
          </a:xfrm>
        </p:spPr>
        <p:txBody>
          <a:bodyPr>
            <a:normAutofit/>
          </a:bodyPr>
          <a:lstStyle>
            <a:lvl1pPr marL="0" indent="0">
              <a:buNone/>
              <a:defRPr sz="1600" b="0" i="0" kern="8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dirty="0"/>
              <a:t>• 1.2 Sub-lesson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5BEAFDF9-6B1A-C0EB-0DEB-8FFA696AC9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19298" y="2598108"/>
            <a:ext cx="3966571" cy="728568"/>
          </a:xfrm>
        </p:spPr>
        <p:txBody>
          <a:bodyPr>
            <a:normAutofit/>
          </a:bodyPr>
          <a:lstStyle>
            <a:lvl1pPr marL="0" indent="0">
              <a:buNone/>
              <a:defRPr sz="1600" b="0" i="0" kern="8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dirty="0"/>
              <a:t>• 1.3 Sub-lesson Title</a:t>
            </a:r>
          </a:p>
        </p:txBody>
      </p:sp>
      <p:sp>
        <p:nvSpPr>
          <p:cNvPr id="7" name="Picture Placeholder 11">
            <a:extLst>
              <a:ext uri="{FF2B5EF4-FFF2-40B4-BE49-F238E27FC236}">
                <a16:creationId xmlns:a16="http://schemas.microsoft.com/office/drawing/2014/main" id="{41F5051F-7083-3DC3-EC81-E04D81C975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0544" y="664995"/>
            <a:ext cx="3358265" cy="356074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6" name="Picture 5" descr="A white background with blue border&#10;&#10;Description automatically generated">
            <a:extLst>
              <a:ext uri="{FF2B5EF4-FFF2-40B4-BE49-F238E27FC236}">
                <a16:creationId xmlns:a16="http://schemas.microsoft.com/office/drawing/2014/main" id="{69F2EE42-E762-6F5F-CC37-7233E5D117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09" y="36599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486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4_Content Slide (top title ba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object with a black border&#10;&#10;Description automatically generated with medium confidence">
            <a:extLst>
              <a:ext uri="{FF2B5EF4-FFF2-40B4-BE49-F238E27FC236}">
                <a16:creationId xmlns:a16="http://schemas.microsoft.com/office/drawing/2014/main" id="{6F592B98-E829-4D75-987C-E10A1777D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BF004E1-6C6E-A41B-2708-AF445AAF3B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342" y="9336"/>
            <a:ext cx="7548179" cy="46362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aseline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0E15C9-D306-B736-F041-3C5729A18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01" y="987374"/>
            <a:ext cx="7333862" cy="3655572"/>
          </a:xfrm>
        </p:spPr>
        <p:txBody>
          <a:bodyPr>
            <a:noAutofit/>
          </a:bodyPr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Picture 1" descr="A white object with a black border&#10;&#10;Description automatically generated with medium confidence">
            <a:extLst>
              <a:ext uri="{FF2B5EF4-FFF2-40B4-BE49-F238E27FC236}">
                <a16:creationId xmlns:a16="http://schemas.microsoft.com/office/drawing/2014/main" id="{1E03FF75-F906-DFC4-F2DB-E6A0D0C643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878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5_Content Slide (bo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rectangular object with a grey background&#10;&#10;Description automatically generated">
            <a:extLst>
              <a:ext uri="{FF2B5EF4-FFF2-40B4-BE49-F238E27FC236}">
                <a16:creationId xmlns:a16="http://schemas.microsoft.com/office/drawing/2014/main" id="{8F5A7659-558D-5850-50C2-72AB7FD8F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9A3BCAA-490B-BAA5-D814-04214EC502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342" y="9336"/>
            <a:ext cx="7548179" cy="46362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aseline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043A29F-9950-00FC-54AD-2F3EA9126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01" y="987374"/>
            <a:ext cx="7333862" cy="3655572"/>
          </a:xfrm>
        </p:spPr>
        <p:txBody>
          <a:bodyPr>
            <a:noAutofit/>
          </a:bodyPr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Picture 1" descr="A white rectangular object with a grey background&#10;&#10;Description automatically generated">
            <a:extLst>
              <a:ext uri="{FF2B5EF4-FFF2-40B4-BE49-F238E27FC236}">
                <a16:creationId xmlns:a16="http://schemas.microsoft.com/office/drawing/2014/main" id="{5E576AAE-EDF3-8574-4732-C4A9E1587D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076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6_Content Slide (header and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and blue logo&#10;&#10;Description automatically generated with medium confidence">
            <a:extLst>
              <a:ext uri="{FF2B5EF4-FFF2-40B4-BE49-F238E27FC236}">
                <a16:creationId xmlns:a16="http://schemas.microsoft.com/office/drawing/2014/main" id="{10F185E1-4992-9D3A-B3E8-45EEBB7E6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0501" y="775629"/>
            <a:ext cx="7333862" cy="3742941"/>
          </a:xfrm>
        </p:spPr>
        <p:txBody>
          <a:bodyPr>
            <a:noAutofit/>
          </a:bodyPr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Picture 1" descr="A white and blue logo&#10;&#10;Description automatically generated with medium confidence">
            <a:extLst>
              <a:ext uri="{FF2B5EF4-FFF2-40B4-BE49-F238E27FC236}">
                <a16:creationId xmlns:a16="http://schemas.microsoft.com/office/drawing/2014/main" id="{F92DCD30-BA28-F0D3-0128-BF69D7B726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207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7_Content Slide (footer onl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6ED5F27-70E5-4B4C-988B-9232507CFD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0501" y="775629"/>
            <a:ext cx="7333862" cy="3742941"/>
          </a:xfrm>
        </p:spPr>
        <p:txBody>
          <a:bodyPr>
            <a:noAutofit/>
          </a:bodyPr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5FABB46-522D-9531-1393-55BDDBA980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342" y="9336"/>
            <a:ext cx="7548179" cy="46362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C88AC8A-674A-76E5-9602-A90DC8B808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566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8_Content Slide (footer only w/ two content box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2225C24-701B-6B4D-B8C3-DFB49DB8C6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46140"/>
            <a:ext cx="4038600" cy="3394472"/>
          </a:xfrm>
        </p:spPr>
        <p:txBody>
          <a:bodyPr/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7344" y="946356"/>
            <a:ext cx="4038600" cy="3394472"/>
          </a:xfrm>
        </p:spPr>
        <p:txBody>
          <a:bodyPr/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F0EB95E-AB5B-2489-EDB6-8BD32E98EC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342" y="9336"/>
            <a:ext cx="7548179" cy="46362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6BBD1A7-D040-8AA9-D945-8E9453D4DA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316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9_Content Slide (open spac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EB9D5BD-777B-FB47-A928-3A74870851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9336"/>
            <a:ext cx="9144000" cy="51435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15979BF-344D-CDD6-5808-1E3A396E91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342" y="9336"/>
            <a:ext cx="7548179" cy="46362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E038BA8-C749-8779-4A17-788983663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01" y="775629"/>
            <a:ext cx="7333862" cy="3742941"/>
          </a:xfrm>
        </p:spPr>
        <p:txBody>
          <a:bodyPr>
            <a:noAutofit/>
          </a:bodyPr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06A0AD5-CB3F-8169-AF25-456262A7BA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9336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708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urs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 with medium confidence">
            <a:extLst>
              <a:ext uri="{FF2B5EF4-FFF2-40B4-BE49-F238E27FC236}">
                <a16:creationId xmlns:a16="http://schemas.microsoft.com/office/drawing/2014/main" id="{315FA5AA-E7FF-BD49-A92D-7A87578950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pic>
      <p:pic>
        <p:nvPicPr>
          <p:cNvPr id="7" name="Picture 6" descr="A blue and white background&#10;&#10;Description automatically generated">
            <a:extLst>
              <a:ext uri="{FF2B5EF4-FFF2-40B4-BE49-F238E27FC236}">
                <a16:creationId xmlns:a16="http://schemas.microsoft.com/office/drawing/2014/main" id="{DCB4EE68-6906-C0D2-628A-07C92F8789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40663" y="1365666"/>
            <a:ext cx="6143485" cy="674899"/>
          </a:xfrm>
        </p:spPr>
        <p:txBody>
          <a:bodyPr>
            <a:normAutofit/>
          </a:bodyPr>
          <a:lstStyle>
            <a:lvl1pPr marL="685800" indent="-630936" algn="l">
              <a:buNone/>
              <a:tabLst>
                <a:tab pos="574675" algn="l"/>
              </a:tabLst>
              <a:defRPr sz="4400" b="0" baseline="0">
                <a:solidFill>
                  <a:srgbClr val="454D4E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Course Title Here: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DCF20B5-BDCC-4D4B-9EB2-D0FDA548FAD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259980" y="3095097"/>
            <a:ext cx="1112885" cy="116858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r>
              <a:rPr lang="en-US" dirty="0"/>
              <a:t>Insert </a:t>
            </a:r>
          </a:p>
          <a:p>
            <a:r>
              <a:rPr lang="en-US" dirty="0"/>
              <a:t>Author </a:t>
            </a:r>
          </a:p>
          <a:p>
            <a:r>
              <a:rPr lang="en-US" dirty="0"/>
              <a:t>Headshot </a:t>
            </a:r>
          </a:p>
          <a:p>
            <a:r>
              <a:rPr lang="en-US" dirty="0"/>
              <a:t>Photo</a:t>
            </a:r>
          </a:p>
          <a:p>
            <a:r>
              <a:rPr lang="en-US" dirty="0"/>
              <a:t>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069A88D-4483-164E-BD65-F3FA79A5214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62819" y="3263590"/>
            <a:ext cx="3802750" cy="384813"/>
          </a:xfrm>
        </p:spPr>
        <p:txBody>
          <a:bodyPr>
            <a:noAutofit/>
          </a:bodyPr>
          <a:lstStyle>
            <a:lvl1pPr marL="0" indent="0">
              <a:buNone/>
              <a:defRPr sz="2000" b="0" i="0" u="none" baseline="0">
                <a:latin typeface="Open Sans" panose="020B0606030504020204" pitchFamily="34" charset="0"/>
              </a:defRPr>
            </a:lvl1pPr>
          </a:lstStyle>
          <a:p>
            <a:pPr algn="l"/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Author Name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C2A0807-1CDE-5F49-A30A-6B9B299977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62347" y="3648402"/>
            <a:ext cx="2739170" cy="584200"/>
          </a:xfrm>
        </p:spPr>
        <p:txBody>
          <a:bodyPr>
            <a:normAutofit/>
          </a:bodyPr>
          <a:lstStyle>
            <a:lvl1pPr marL="0" indent="0">
              <a:buNone/>
              <a:defRPr sz="1200" baseline="0">
                <a:latin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Lower Third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641A57-2545-0CDA-3A11-C1281610CCD7}"/>
              </a:ext>
            </a:extLst>
          </p:cNvPr>
          <p:cNvSpPr txBox="1"/>
          <p:nvPr userDrawn="1"/>
        </p:nvSpPr>
        <p:spPr>
          <a:xfrm>
            <a:off x="1923165" y="312433"/>
            <a:ext cx="5239240" cy="628091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algn="l"/>
            <a:r>
              <a:rPr lang="en-US" sz="3000" b="1" i="0" baseline="0" dirty="0">
                <a:solidFill>
                  <a:srgbClr val="454D4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Introduction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7709AF5-2D39-3318-476A-B7DB868293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40662" y="2040565"/>
            <a:ext cx="6143485" cy="771235"/>
          </a:xfrm>
        </p:spPr>
        <p:txBody>
          <a:bodyPr>
            <a:noAutofit/>
          </a:bodyPr>
          <a:lstStyle>
            <a:lvl1pPr marL="0" indent="0">
              <a:buNone/>
              <a:defRPr sz="3600"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 dirty="0"/>
              <a:t>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128257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urse Intro (headshot sl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urse Intro slide for slide-based headshot (when recording on-camera is not an option)">
            <a:extLst>
              <a:ext uri="{FF2B5EF4-FFF2-40B4-BE49-F238E27FC236}">
                <a16:creationId xmlns:a16="http://schemas.microsoft.com/office/drawing/2014/main" id="{9289594B-CEE2-DA79-8D6C-78D7B18EF0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F18C1000-CFD1-814F-9DAF-2DC7FBADDD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0544" y="664995"/>
            <a:ext cx="3358265" cy="356074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</a:lstStyle>
          <a:p>
            <a:endParaRPr lang="en-US" dirty="0"/>
          </a:p>
          <a:p>
            <a:r>
              <a:rPr lang="en-US" dirty="0"/>
              <a:t>Insert Author </a:t>
            </a:r>
          </a:p>
          <a:p>
            <a:r>
              <a:rPr lang="en-US" dirty="0"/>
              <a:t>Headshot Photo</a:t>
            </a:r>
          </a:p>
          <a:p>
            <a:r>
              <a:rPr lang="en-US" dirty="0"/>
              <a:t>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4601DF-3D69-3D45-B976-F47622BD40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20635" y="382901"/>
            <a:ext cx="3966571" cy="863804"/>
          </a:xfrm>
        </p:spPr>
        <p:txBody>
          <a:bodyPr>
            <a:normAutofit/>
          </a:bodyPr>
          <a:lstStyle>
            <a:lvl1pPr marL="0" indent="0" algn="ctr">
              <a:buNone/>
              <a:defRPr sz="2000" b="0" i="0" kern="8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dirty="0"/>
              <a:t>Course Title Goes Here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258BD1F-B284-28B8-2B50-52C6221AEC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20634" y="1246704"/>
            <a:ext cx="3966571" cy="2979037"/>
          </a:xfrm>
        </p:spPr>
        <p:txBody>
          <a:bodyPr>
            <a:normAutofit/>
          </a:bodyPr>
          <a:lstStyle>
            <a:lvl1pPr marL="0" indent="0">
              <a:buNone/>
              <a:defRPr sz="1600" b="0" i="0" kern="8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dirty="0"/>
              <a:t>Lesson 1: Title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Lesson 2: Title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Lesson 3: Title</a:t>
            </a:r>
            <a:br>
              <a:rPr lang="en-US" dirty="0"/>
            </a:br>
            <a:endParaRPr lang="en-US" dirty="0"/>
          </a:p>
          <a:p>
            <a:pPr lvl="0"/>
            <a:r>
              <a:rPr lang="en-US" dirty="0"/>
              <a:t>Lesson 4: Title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Lesson 5: Title</a:t>
            </a:r>
          </a:p>
        </p:txBody>
      </p:sp>
    </p:spTree>
    <p:extLst>
      <p:ext uri="{BB962C8B-B14F-4D97-AF65-F5344CB8AC3E}">
        <p14:creationId xmlns:p14="http://schemas.microsoft.com/office/powerpoint/2010/main" val="38532289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esson Intro (headshot sl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background with blue border&#10;&#10;Description automatically generated">
            <a:extLst>
              <a:ext uri="{FF2B5EF4-FFF2-40B4-BE49-F238E27FC236}">
                <a16:creationId xmlns:a16="http://schemas.microsoft.com/office/drawing/2014/main" id="{9289594B-CEE2-DA79-8D6C-78D7B18EF0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09" y="36599"/>
            <a:ext cx="9144000" cy="51435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4601DF-3D69-3D45-B976-F47622BD40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20635" y="382901"/>
            <a:ext cx="3966571" cy="728568"/>
          </a:xfrm>
        </p:spPr>
        <p:txBody>
          <a:bodyPr>
            <a:normAutofit/>
          </a:bodyPr>
          <a:lstStyle>
            <a:lvl1pPr marL="0" indent="0">
              <a:buNone/>
              <a:defRPr sz="2000" b="0" i="0" kern="8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dirty="0"/>
              <a:t>Lesson Title Goes Here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258BD1F-B284-28B8-2B50-52C6221AEC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20634" y="1124147"/>
            <a:ext cx="3966571" cy="728568"/>
          </a:xfrm>
        </p:spPr>
        <p:txBody>
          <a:bodyPr>
            <a:normAutofit/>
          </a:bodyPr>
          <a:lstStyle>
            <a:lvl1pPr marL="0" indent="0">
              <a:buNone/>
              <a:defRPr sz="1600" b="0" i="0" kern="8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dirty="0"/>
              <a:t>• 1.1 Sub-lesson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7ED1EBB-6BC5-DFD0-E2B6-8349F2148C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19297" y="1869540"/>
            <a:ext cx="3966571" cy="728568"/>
          </a:xfrm>
        </p:spPr>
        <p:txBody>
          <a:bodyPr>
            <a:normAutofit/>
          </a:bodyPr>
          <a:lstStyle>
            <a:lvl1pPr marL="0" indent="0">
              <a:buNone/>
              <a:defRPr sz="1600" b="0" i="0" kern="8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dirty="0"/>
              <a:t>• 1.2 Sub-lesson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5BEAFDF9-6B1A-C0EB-0DEB-8FFA696AC9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19298" y="2598108"/>
            <a:ext cx="3966571" cy="728568"/>
          </a:xfrm>
        </p:spPr>
        <p:txBody>
          <a:bodyPr>
            <a:normAutofit/>
          </a:bodyPr>
          <a:lstStyle>
            <a:lvl1pPr marL="0" indent="0">
              <a:buNone/>
              <a:defRPr sz="1600" b="0" i="0" kern="8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dirty="0"/>
              <a:t>• 1.3 Sub-lesson Title</a:t>
            </a:r>
          </a:p>
        </p:txBody>
      </p:sp>
      <p:sp>
        <p:nvSpPr>
          <p:cNvPr id="7" name="Picture Placeholder 11">
            <a:extLst>
              <a:ext uri="{FF2B5EF4-FFF2-40B4-BE49-F238E27FC236}">
                <a16:creationId xmlns:a16="http://schemas.microsoft.com/office/drawing/2014/main" id="{41F5051F-7083-3DC3-EC81-E04D81C975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0544" y="664995"/>
            <a:ext cx="3358265" cy="356074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</a:lstStyle>
          <a:p>
            <a:endParaRPr lang="en-US" dirty="0"/>
          </a:p>
          <a:p>
            <a:r>
              <a:rPr lang="en-US" dirty="0"/>
              <a:t>Insert Author </a:t>
            </a:r>
          </a:p>
          <a:p>
            <a:r>
              <a:rPr lang="en-US" dirty="0"/>
              <a:t>Headshot Photo</a:t>
            </a:r>
          </a:p>
          <a:p>
            <a:r>
              <a:rPr lang="en-US" dirty="0"/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4578789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Slide (top title ba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object with a black border&#10;&#10;Description automatically generated with medium confidence">
            <a:extLst>
              <a:ext uri="{FF2B5EF4-FFF2-40B4-BE49-F238E27FC236}">
                <a16:creationId xmlns:a16="http://schemas.microsoft.com/office/drawing/2014/main" id="{6F592B98-E829-4D75-987C-E10A1777DF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BF004E1-6C6E-A41B-2708-AF445AAF3B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342" y="9336"/>
            <a:ext cx="7548179" cy="46362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aseline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0E15C9-D306-B736-F041-3C5729A18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01" y="987374"/>
            <a:ext cx="7333862" cy="3655572"/>
          </a:xfrm>
        </p:spPr>
        <p:txBody>
          <a:bodyPr>
            <a:noAutofit/>
          </a:bodyPr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615701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 Slide (bo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rectangular object with a grey background&#10;&#10;Description automatically generated">
            <a:extLst>
              <a:ext uri="{FF2B5EF4-FFF2-40B4-BE49-F238E27FC236}">
                <a16:creationId xmlns:a16="http://schemas.microsoft.com/office/drawing/2014/main" id="{8F5A7659-558D-5850-50C2-72AB7FD8FC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9A3BCAA-490B-BAA5-D814-04214EC502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342" y="9336"/>
            <a:ext cx="7548179" cy="46362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aseline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043A29F-9950-00FC-54AD-2F3EA9126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01" y="987374"/>
            <a:ext cx="7333862" cy="3655572"/>
          </a:xfrm>
        </p:spPr>
        <p:txBody>
          <a:bodyPr>
            <a:noAutofit/>
          </a:bodyPr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653760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 Slide (header and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and blue logo&#10;&#10;Description automatically generated with medium confidence">
            <a:extLst>
              <a:ext uri="{FF2B5EF4-FFF2-40B4-BE49-F238E27FC236}">
                <a16:creationId xmlns:a16="http://schemas.microsoft.com/office/drawing/2014/main" id="{10F185E1-4992-9D3A-B3E8-45EEBB7E67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0501" y="775629"/>
            <a:ext cx="7333862" cy="3742941"/>
          </a:xfrm>
        </p:spPr>
        <p:txBody>
          <a:bodyPr>
            <a:noAutofit/>
          </a:bodyPr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0485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 Slide (footer onl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6ED5F27-70E5-4B4C-988B-9232507CFD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0501" y="775629"/>
            <a:ext cx="7333862" cy="3742941"/>
          </a:xfrm>
        </p:spPr>
        <p:txBody>
          <a:bodyPr>
            <a:noAutofit/>
          </a:bodyPr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5FABB46-522D-9531-1393-55BDDBA980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342" y="9336"/>
            <a:ext cx="7548179" cy="46362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24892205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 Slide (footer only w/ two content box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2225C24-701B-6B4D-B8C3-DFB49DB8C6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46140"/>
            <a:ext cx="4038600" cy="3394472"/>
          </a:xfrm>
        </p:spPr>
        <p:txBody>
          <a:bodyPr/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7344" y="946356"/>
            <a:ext cx="4038600" cy="3394472"/>
          </a:xfrm>
        </p:spPr>
        <p:txBody>
          <a:bodyPr/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F0EB95E-AB5B-2489-EDB6-8BD32E98EC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342" y="9336"/>
            <a:ext cx="7548179" cy="46362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7340113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 Slide (open spac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EB9D5BD-777B-FB47-A928-3A74870851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9336"/>
            <a:ext cx="9144000" cy="51435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15979BF-344D-CDD6-5808-1E3A396E91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342" y="9336"/>
            <a:ext cx="7548179" cy="46362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E038BA8-C749-8779-4A17-788983663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01" y="775629"/>
            <a:ext cx="7333862" cy="3742941"/>
          </a:xfrm>
        </p:spPr>
        <p:txBody>
          <a:bodyPr>
            <a:noAutofit/>
          </a:bodyPr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03666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0">
            <a:alphaModFix amt="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8B0A6C-EF38-9441-ADBF-8FE45FA6C46E}" type="datetimeFigureOut">
              <a:rPr lang="en-US" smtClean="0"/>
              <a:t>Fri, 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032D76-6BE4-154B-A130-37D069E4235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57200" y="210636"/>
            <a:ext cx="8229600" cy="560552"/>
          </a:xfrm>
          <a:prstGeom prst="rect">
            <a:avLst/>
          </a:prstGeom>
        </p:spPr>
        <p:txBody>
          <a:bodyPr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EF7376-91BF-E078-2A66-21FFC1EC9B9D}"/>
              </a:ext>
            </a:extLst>
          </p:cNvPr>
          <p:cNvSpPr txBox="1">
            <a:spLocks/>
          </p:cNvSpPr>
          <p:nvPr userDrawn="1"/>
        </p:nvSpPr>
        <p:spPr>
          <a:xfrm>
            <a:off x="457200" y="210636"/>
            <a:ext cx="8229600" cy="560552"/>
          </a:xfrm>
          <a:prstGeom prst="rect">
            <a:avLst/>
          </a:prstGeom>
        </p:spPr>
        <p:txBody>
          <a:bodyPr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98786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649" r:id="rId10"/>
    <p:sldLayoutId id="2147483659" r:id="rId11"/>
    <p:sldLayoutId id="2147483658" r:id="rId12"/>
    <p:sldLayoutId id="2147483664" r:id="rId13"/>
    <p:sldLayoutId id="2147483662" r:id="rId14"/>
    <p:sldLayoutId id="2147483665" r:id="rId15"/>
    <p:sldLayoutId id="2147483660" r:id="rId16"/>
    <p:sldLayoutId id="2147483661" r:id="rId17"/>
    <p:sldLayoutId id="2147483663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9B06A7D5-89E7-EAD9-D088-2A2125602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962" y="265417"/>
            <a:ext cx="3673828" cy="838095"/>
          </a:xfrm>
          <a:prstGeom prst="rect">
            <a:avLst/>
          </a:prstGeom>
        </p:spPr>
      </p:pic>
      <p:sp>
        <p:nvSpPr>
          <p:cNvPr id="7" name="Subtitle 6">
            <a:extLst>
              <a:ext uri="{FF2B5EF4-FFF2-40B4-BE49-F238E27FC236}">
                <a16:creationId xmlns:a16="http://schemas.microsoft.com/office/drawing/2014/main" id="{5E025FF1-FA05-58E9-B110-E456E82B45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52594" y="652894"/>
            <a:ext cx="6933141" cy="674899"/>
          </a:xfrm>
        </p:spPr>
        <p:txBody>
          <a:bodyPr>
            <a:noAutofit/>
          </a:bodyPr>
          <a:lstStyle/>
          <a:p>
            <a:r>
              <a:rPr lang="en-US" sz="3600" b="1"/>
              <a:t>Exam AZ-801: Configuring Windows Server Hybrid Advanced Services, 2nd Ed </a:t>
            </a:r>
            <a:endParaRPr lang="en-US" sz="3600" b="1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56C324-4E4C-B0F4-6DC5-3C9DDA851E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Tim Warner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5C667F3-A6DD-AE8F-325F-B5B6FE741D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62347" y="3648402"/>
            <a:ext cx="3023362" cy="584200"/>
          </a:xfrm>
        </p:spPr>
        <p:txBody>
          <a:bodyPr/>
          <a:lstStyle/>
          <a:p>
            <a:r>
              <a:rPr lang="en-US" dirty="0"/>
              <a:t>Microsoft Certified Trainer and Microsoft MVP</a:t>
            </a:r>
          </a:p>
        </p:txBody>
      </p:sp>
      <p:pic>
        <p:nvPicPr>
          <p:cNvPr id="5" name="Picture Placeholder 4" descr="A person wearing glasses and a black jacket&#10;&#10;AI-generated content may be incorrect.">
            <a:extLst>
              <a:ext uri="{FF2B5EF4-FFF2-40B4-BE49-F238E27FC236}">
                <a16:creationId xmlns:a16="http://schemas.microsoft.com/office/drawing/2014/main" id="{272C23CC-6DAA-D474-5879-59974AA40D0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378" r="2378"/>
          <a:stretch>
            <a:fillRect/>
          </a:stretch>
        </p:blipFill>
        <p:spPr>
          <a:xfrm>
            <a:off x="2294356" y="3064110"/>
            <a:ext cx="1112885" cy="1168586"/>
          </a:xfrm>
        </p:spPr>
      </p:pic>
    </p:spTree>
    <p:extLst>
      <p:ext uri="{BB962C8B-B14F-4D97-AF65-F5344CB8AC3E}">
        <p14:creationId xmlns:p14="http://schemas.microsoft.com/office/powerpoint/2010/main" val="3662525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cloud with icons&#10;&#10;AI-generated content may be incorrect.">
            <a:extLst>
              <a:ext uri="{FF2B5EF4-FFF2-40B4-BE49-F238E27FC236}">
                <a16:creationId xmlns:a16="http://schemas.microsoft.com/office/drawing/2014/main" id="{1FA7CD43-BA80-82DD-E644-E85660A8E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995" y="741009"/>
            <a:ext cx="3617287" cy="315608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E785BEF-5805-305A-23FF-1BB88D477F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20635" y="382901"/>
            <a:ext cx="3966571" cy="863804"/>
          </a:xfrm>
        </p:spPr>
        <p:txBody>
          <a:bodyPr>
            <a:normAutofit/>
          </a:bodyPr>
          <a:lstStyle/>
          <a:p>
            <a:r>
              <a:rPr lang="en-US" dirty="0"/>
              <a:t>Lesson 6: Secure Windows Server Networking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CDC3F4-DF86-6837-4352-BE6EBD43046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90686" y="1246704"/>
            <a:ext cx="3516430" cy="2979037"/>
          </a:xfrm>
        </p:spPr>
        <p:txBody>
          <a:bodyPr>
            <a:norm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en-US" dirty="0"/>
              <a:t>6.1. Manage Windows Defender Firewall 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en-US" dirty="0"/>
              <a:t>6.2. Implement domain isolation 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en-US" dirty="0"/>
              <a:t>6.3. Implement connection security rules 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en-US" dirty="0"/>
              <a:t>6.4. Create and configure network security groups (NSGs) for Windows Server virtual machines on Azure </a:t>
            </a:r>
          </a:p>
        </p:txBody>
      </p:sp>
    </p:spTree>
    <p:extLst>
      <p:ext uri="{BB962C8B-B14F-4D97-AF65-F5344CB8AC3E}">
        <p14:creationId xmlns:p14="http://schemas.microsoft.com/office/powerpoint/2010/main" val="2539485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CE19171-B11A-F0B2-D185-CC8FB87A16DC}"/>
              </a:ext>
            </a:extLst>
          </p:cNvPr>
          <p:cNvSpPr txBox="1">
            <a:spLocks/>
          </p:cNvSpPr>
          <p:nvPr/>
        </p:nvSpPr>
        <p:spPr>
          <a:xfrm>
            <a:off x="1500187" y="1971242"/>
            <a:ext cx="6143625" cy="7715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3600" dirty="0">
                <a:solidFill>
                  <a:srgbClr val="0978D8"/>
                </a:solidFill>
              </a:rPr>
              <a:t>6.1 Manage Windows Defender Firewall </a:t>
            </a:r>
          </a:p>
        </p:txBody>
      </p:sp>
    </p:spTree>
    <p:extLst>
      <p:ext uri="{BB962C8B-B14F-4D97-AF65-F5344CB8AC3E}">
        <p14:creationId xmlns:p14="http://schemas.microsoft.com/office/powerpoint/2010/main" val="486668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E03C8-8D21-7742-BC45-5373CF43F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network access with WDF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D88C4-C6AF-3654-026D-9E5843DEC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01" y="782059"/>
            <a:ext cx="7197363" cy="431074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dirty="0"/>
              <a:t>Windows Defender Firewall (WDF)</a:t>
            </a:r>
          </a:p>
          <a:p>
            <a:r>
              <a:rPr lang="en-US" sz="1800" dirty="0"/>
              <a:t>Profiles (Domain, Private, Public) adapt to network context</a:t>
            </a:r>
          </a:p>
          <a:p>
            <a:r>
              <a:rPr lang="en-US" sz="1800" dirty="0"/>
              <a:t>Inbound and outbound rules filter traffic at host level</a:t>
            </a:r>
          </a:p>
          <a:p>
            <a:r>
              <a:rPr lang="en-US" sz="1800" dirty="0"/>
              <a:t>PowerShell automates firewall configuration at scale</a:t>
            </a:r>
          </a:p>
          <a:p>
            <a:r>
              <a:rPr lang="en-US" sz="1800" dirty="0"/>
              <a:t>Group Policy enforces consistent firewall baselines</a:t>
            </a:r>
          </a:p>
          <a:p>
            <a:r>
              <a:rPr lang="en-US" sz="1800" dirty="0"/>
              <a:t>Adventure Works logs firewall events for auditing</a:t>
            </a:r>
          </a:p>
        </p:txBody>
      </p:sp>
    </p:spTree>
    <p:extLst>
      <p:ext uri="{BB962C8B-B14F-4D97-AF65-F5344CB8AC3E}">
        <p14:creationId xmlns:p14="http://schemas.microsoft.com/office/powerpoint/2010/main" val="602601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9E237-BA0D-A6D7-ABE0-D61274209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Windows Firewall NLA in 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3536A6-BE2B-A017-5B1D-7D783F3FA4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548" y="890615"/>
            <a:ext cx="7036904" cy="3905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032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CE19171-B11A-F0B2-D185-CC8FB87A16DC}"/>
              </a:ext>
            </a:extLst>
          </p:cNvPr>
          <p:cNvSpPr txBox="1">
            <a:spLocks/>
          </p:cNvSpPr>
          <p:nvPr/>
        </p:nvSpPr>
        <p:spPr>
          <a:xfrm>
            <a:off x="1500187" y="1971242"/>
            <a:ext cx="6143625" cy="7715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3600" dirty="0">
                <a:solidFill>
                  <a:srgbClr val="0978D8"/>
                </a:solidFill>
              </a:rPr>
              <a:t>6.2 Implement domain isolation </a:t>
            </a:r>
          </a:p>
        </p:txBody>
      </p:sp>
    </p:spTree>
    <p:extLst>
      <p:ext uri="{BB962C8B-B14F-4D97-AF65-F5344CB8AC3E}">
        <p14:creationId xmlns:p14="http://schemas.microsoft.com/office/powerpoint/2010/main" val="1829040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E03C8-8D21-7742-BC45-5373CF43F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342" y="9336"/>
            <a:ext cx="8502375" cy="463628"/>
          </a:xfrm>
        </p:spPr>
        <p:txBody>
          <a:bodyPr/>
          <a:lstStyle/>
          <a:p>
            <a:r>
              <a:rPr lang="en-US"/>
              <a:t>Enforce trusted boundaries with domain isolation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D88C4-C6AF-3654-026D-9E5843DEC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01" y="782059"/>
            <a:ext cx="7197363" cy="431074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dirty="0"/>
              <a:t>IPsec authenticates and encrypts all domain traffic</a:t>
            </a:r>
          </a:p>
          <a:p>
            <a:r>
              <a:rPr lang="en-US" sz="1800" dirty="0"/>
              <a:t>Server isolation policies restrict access to sensitive systems</a:t>
            </a:r>
          </a:p>
          <a:p>
            <a:r>
              <a:rPr lang="en-US" sz="1800" dirty="0"/>
              <a:t>Authentication exemptions handle legacy or non-domain devices</a:t>
            </a:r>
          </a:p>
          <a:p>
            <a:r>
              <a:rPr lang="en-US" sz="1800" dirty="0"/>
              <a:t>Certificate-based auth strengthens identity verification</a:t>
            </a:r>
          </a:p>
          <a:p>
            <a:r>
              <a:rPr lang="en-US" sz="1800" dirty="0"/>
              <a:t>Contoso segments production servers from test environments</a:t>
            </a:r>
          </a:p>
        </p:txBody>
      </p:sp>
    </p:spTree>
    <p:extLst>
      <p:ext uri="{BB962C8B-B14F-4D97-AF65-F5344CB8AC3E}">
        <p14:creationId xmlns:p14="http://schemas.microsoft.com/office/powerpoint/2010/main" val="170318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CE19171-B11A-F0B2-D185-CC8FB87A16DC}"/>
              </a:ext>
            </a:extLst>
          </p:cNvPr>
          <p:cNvSpPr txBox="1">
            <a:spLocks/>
          </p:cNvSpPr>
          <p:nvPr/>
        </p:nvSpPr>
        <p:spPr>
          <a:xfrm>
            <a:off x="1500187" y="1971242"/>
            <a:ext cx="6143625" cy="7715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3600" dirty="0">
                <a:solidFill>
                  <a:srgbClr val="0978D8"/>
                </a:solidFill>
              </a:rPr>
              <a:t>6.3 Implement connection security rules </a:t>
            </a:r>
          </a:p>
        </p:txBody>
      </p:sp>
    </p:spTree>
    <p:extLst>
      <p:ext uri="{BB962C8B-B14F-4D97-AF65-F5344CB8AC3E}">
        <p14:creationId xmlns:p14="http://schemas.microsoft.com/office/powerpoint/2010/main" val="947907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E03C8-8D21-7742-BC45-5373CF43F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Secure data in transit with IPsec rules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D88C4-C6AF-3654-026D-9E5843DEC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01" y="782059"/>
            <a:ext cx="7197363" cy="431074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dirty="0"/>
              <a:t>Connection security rules establish authenticated channels</a:t>
            </a:r>
          </a:p>
          <a:p>
            <a:r>
              <a:rPr lang="en-US" sz="1800" dirty="0"/>
              <a:t>Authentication methods include Kerberos, certs, pre-shared keys</a:t>
            </a:r>
          </a:p>
          <a:p>
            <a:r>
              <a:rPr lang="en-US" sz="1800" dirty="0"/>
              <a:t>Encryption ensures confidentiality and integrity of data</a:t>
            </a:r>
          </a:p>
          <a:p>
            <a:r>
              <a:rPr lang="en-US" sz="1800" dirty="0"/>
              <a:t>NAT traversal allows secure comms across network address translation</a:t>
            </a:r>
          </a:p>
          <a:p>
            <a:r>
              <a:rPr lang="en-US" sz="1800" dirty="0" err="1"/>
              <a:t>Fabrikam</a:t>
            </a:r>
            <a:r>
              <a:rPr lang="en-US" sz="1800" dirty="0"/>
              <a:t> configures Quick Mode and Main Mode settings for VPN traffic</a:t>
            </a:r>
          </a:p>
        </p:txBody>
      </p:sp>
    </p:spTree>
    <p:extLst>
      <p:ext uri="{BB962C8B-B14F-4D97-AF65-F5344CB8AC3E}">
        <p14:creationId xmlns:p14="http://schemas.microsoft.com/office/powerpoint/2010/main" val="2081072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9E237-BA0D-A6D7-ABE0-D61274209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Connection Security Rules in action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EB4744-4C5D-E028-9473-663754D61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74" y="1008821"/>
            <a:ext cx="6248252" cy="3737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7055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CE19171-B11A-F0B2-D185-CC8FB87A16DC}"/>
              </a:ext>
            </a:extLst>
          </p:cNvPr>
          <p:cNvSpPr txBox="1">
            <a:spLocks/>
          </p:cNvSpPr>
          <p:nvPr/>
        </p:nvSpPr>
        <p:spPr>
          <a:xfrm>
            <a:off x="1500187" y="1971242"/>
            <a:ext cx="6143625" cy="7715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3600">
                <a:solidFill>
                  <a:srgbClr val="0978D8"/>
                </a:solidFill>
              </a:rPr>
              <a:t>6.4 </a:t>
            </a:r>
            <a:r>
              <a:rPr lang="en-US" sz="3600" dirty="0">
                <a:solidFill>
                  <a:srgbClr val="0978D8"/>
                </a:solidFill>
              </a:rPr>
              <a:t>Create and configure network security groups (NSGs) for Windows Server virtual machines on Azure </a:t>
            </a:r>
          </a:p>
        </p:txBody>
      </p:sp>
    </p:spTree>
    <p:extLst>
      <p:ext uri="{BB962C8B-B14F-4D97-AF65-F5344CB8AC3E}">
        <p14:creationId xmlns:p14="http://schemas.microsoft.com/office/powerpoint/2010/main" val="914007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E03C8-8D21-7742-BC45-5373CF43F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342" y="9336"/>
            <a:ext cx="8293252" cy="463628"/>
          </a:xfrm>
        </p:spPr>
        <p:txBody>
          <a:bodyPr/>
          <a:lstStyle/>
          <a:p>
            <a:r>
              <a:rPr lang="en-US"/>
              <a:t>Protect Azure VMs with network security groups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D88C4-C6AF-3654-026D-9E5843DEC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01" y="782059"/>
            <a:ext cx="7197363" cy="431074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dirty="0"/>
              <a:t>NSGs act as distributed firewalls at NIC and subnet levels</a:t>
            </a:r>
          </a:p>
          <a:p>
            <a:r>
              <a:rPr lang="en-US" sz="1800" dirty="0"/>
              <a:t>Application security groups simplify management by workload type</a:t>
            </a:r>
          </a:p>
          <a:p>
            <a:r>
              <a:rPr lang="en-US" sz="1800" dirty="0">
                <a:latin typeface="Open Sans"/>
                <a:ea typeface="Open Sans"/>
                <a:cs typeface="Open Sans"/>
              </a:rPr>
              <a:t>Service tags represent trusted Microsoft services </a:t>
            </a:r>
            <a:br>
              <a:rPr lang="en-US" sz="1800" dirty="0">
                <a:latin typeface="Open Sans"/>
                <a:ea typeface="Open Sans"/>
                <a:cs typeface="Open Sans"/>
              </a:rPr>
            </a:br>
            <a:r>
              <a:rPr lang="en-US" sz="1800" dirty="0">
                <a:latin typeface="Open Sans"/>
                <a:ea typeface="Open Sans"/>
                <a:cs typeface="Open Sans"/>
              </a:rPr>
              <a:t>(e.g., 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AzureStorage</a:t>
            </a:r>
            <a:r>
              <a:rPr lang="en-US" sz="1800" dirty="0">
                <a:latin typeface="Open Sans"/>
                <a:ea typeface="Open Sans"/>
                <a:cs typeface="Open Sans"/>
              </a:rPr>
              <a:t>)</a:t>
            </a:r>
          </a:p>
          <a:p>
            <a:r>
              <a:rPr lang="en-US" sz="1800" dirty="0"/>
              <a:t>Priority rules determine evaluation order and enforcement</a:t>
            </a:r>
          </a:p>
          <a:p>
            <a:r>
              <a:rPr lang="en-US" sz="1800" dirty="0"/>
              <a:t>Tailwind Traders analyzes NSG flow logs to detect blocked traffic</a:t>
            </a:r>
          </a:p>
        </p:txBody>
      </p:sp>
    </p:spTree>
    <p:extLst>
      <p:ext uri="{BB962C8B-B14F-4D97-AF65-F5344CB8AC3E}">
        <p14:creationId xmlns:p14="http://schemas.microsoft.com/office/powerpoint/2010/main" val="4092314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9E237-BA0D-A6D7-ABE0-D61274209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NSGs in action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1941EC-0408-84C3-A172-7C5AC1135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646" y="660951"/>
            <a:ext cx="3121858" cy="4283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012657"/>
      </p:ext>
    </p:extLst>
  </p:cSld>
  <p:clrMapOvr>
    <a:masterClrMapping/>
  </p:clrMapOvr>
</p:sld>
</file>

<file path=ppt/theme/theme1.xml><?xml version="1.0" encoding="utf-8"?>
<a:theme xmlns:a="http://schemas.openxmlformats.org/drawingml/2006/main" name="Standard_LiveLessons_2017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defRPr sz="1200" b="0" baseline="0" dirty="0" smtClean="0">
            <a:solidFill>
              <a:srgbClr val="454D4E"/>
            </a:solidFill>
            <a:latin typeface="Open Sans" panose="020B0606030504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tandard_LiveLessons_2016.potm" id="{8C1633E9-E98A-446F-92F4-E3D84D4249FA}" vid="{A44C486B-6B48-42BE-B4AA-FE194AC1400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B942DAA29B6641B847DD25AB6364DF" ma:contentTypeVersion="20" ma:contentTypeDescription="Create a new document." ma:contentTypeScope="" ma:versionID="e60464b2502f4f4c6d575a702f4efcf7">
  <xsd:schema xmlns:xsd="http://www.w3.org/2001/XMLSchema" xmlns:xs="http://www.w3.org/2001/XMLSchema" xmlns:p="http://schemas.microsoft.com/office/2006/metadata/properties" xmlns:ns1="http://schemas.microsoft.com/sharepoint/v3" xmlns:ns2="1501a101-02f8-4cb9-8ad4-ac4c2bb50a5e" xmlns:ns3="53af226d-ba0a-4b77-ace2-7e16defb8490" targetNamespace="http://schemas.microsoft.com/office/2006/metadata/properties" ma:root="true" ma:fieldsID="c75e329bb324eb7f1fd76e0ecf7fa1c1" ns1:_="" ns2:_="" ns3:_="">
    <xsd:import namespace="http://schemas.microsoft.com/sharepoint/v3"/>
    <xsd:import namespace="1501a101-02f8-4cb9-8ad4-ac4c2bb50a5e"/>
    <xsd:import namespace="53af226d-ba0a-4b77-ace2-7e16defb849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01a101-02f8-4cb9-8ad4-ac4c2bb50a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46342d94-4a90-4c9b-8c88-cb4c8647e9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af226d-ba0a-4b77-ace2-7e16defb849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0f1b6984-261b-4571-b7f9-8a6d366cc3e2}" ma:internalName="TaxCatchAll" ma:showField="CatchAllData" ma:web="53af226d-ba0a-4b77-ace2-7e16defb84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501a101-02f8-4cb9-8ad4-ac4c2bb50a5e">
      <Terms xmlns="http://schemas.microsoft.com/office/infopath/2007/PartnerControls"/>
    </lcf76f155ced4ddcb4097134ff3c332f>
    <TaxCatchAll xmlns="53af226d-ba0a-4b77-ace2-7e16defb8490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0C0F56D-5F86-4629-8ACF-E55815167F9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1501a101-02f8-4cb9-8ad4-ac4c2bb50a5e"/>
    <ds:schemaRef ds:uri="53af226d-ba0a-4b77-ace2-7e16defb849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7303C75-6DA1-4624-8E1F-10C605E57646}">
  <ds:schemaRefs>
    <ds:schemaRef ds:uri="http://schemas.openxmlformats.org/package/2006/metadata/core-properties"/>
    <ds:schemaRef ds:uri="http://purl.org/dc/elements/1.1/"/>
    <ds:schemaRef ds:uri="http://purl.org/dc/dcmitype/"/>
    <ds:schemaRef ds:uri="http://schemas.microsoft.com/office/2006/metadata/properties"/>
    <ds:schemaRef ds:uri="http://purl.org/dc/terms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53af226d-ba0a-4b77-ace2-7e16defb8490"/>
    <ds:schemaRef ds:uri="1501a101-02f8-4cb9-8ad4-ac4c2bb50a5e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920C99BF-5DBB-4E5E-8232-1660DCDA7D8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8cc434d7-97d0-47d3-b5c5-14fe0e33e34b}" enabled="0" method="" siteId="{8cc434d7-97d0-47d3-b5c5-14fe0e33e34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Microsoft Press_PowerPoint Template (2023 Re-brand)</Template>
  <TotalTime>34764</TotalTime>
  <Words>1766</Words>
  <Application>Microsoft Office PowerPoint</Application>
  <PresentationFormat>On-screen Show (16:9)</PresentationFormat>
  <Paragraphs>135</Paragraphs>
  <Slides>13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Open Sans</vt:lpstr>
      <vt:lpstr>Segoe UI</vt:lpstr>
      <vt:lpstr>Segoe UI Light</vt:lpstr>
      <vt:lpstr>Segoe UI Semilight</vt:lpstr>
      <vt:lpstr>Standard_LiveLessons_2017</vt:lpstr>
      <vt:lpstr>PowerPoint Presentation</vt:lpstr>
      <vt:lpstr>PowerPoint Presentation</vt:lpstr>
      <vt:lpstr>PowerPoint Presentation</vt:lpstr>
      <vt:lpstr>Control network access with WDF</vt:lpstr>
      <vt:lpstr>Windows Firewall NLA in action</vt:lpstr>
      <vt:lpstr>PowerPoint Presentation</vt:lpstr>
      <vt:lpstr>Enforce trusted boundaries with domain isolation</vt:lpstr>
      <vt:lpstr>PowerPoint Presentation</vt:lpstr>
      <vt:lpstr>Secure data in transit with IPsec rules</vt:lpstr>
      <vt:lpstr>Connection Security Rules in action</vt:lpstr>
      <vt:lpstr>PowerPoint Presentation</vt:lpstr>
      <vt:lpstr>Protect Azure VMs with network security groups</vt:lpstr>
      <vt:lpstr>Azure NSGs in action</vt:lpstr>
    </vt:vector>
  </TitlesOfParts>
  <Company>Pearson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Julie Phifer</dc:creator>
  <cp:lastModifiedBy>Tim Warner</cp:lastModifiedBy>
  <cp:revision>104</cp:revision>
  <dcterms:created xsi:type="dcterms:W3CDTF">2015-09-28T19:52:00Z</dcterms:created>
  <dcterms:modified xsi:type="dcterms:W3CDTF">2025-09-26T21:10:08Z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0x0101009EB942DAA29B6641B847DD25AB6364DF</vt:lpwstr>
  </property>
  <property fmtid="{D5CDD505-2E9C-101B-9397-08002B2CF9AE}" pid="3" name="MediaServiceImageTags">
    <vt:lpwstr/>
  </property>
  <property fmtid="{D5CDD505-2E9C-101B-9397-08002B2CF9AE}" pid="4" name="MSIP_Label_d31dd64d-da6b-43d5-9ac5-8dec692131c3_Enabled">
    <vt:lpwstr>true</vt:lpwstr>
  </property>
  <property fmtid="{D5CDD505-2E9C-101B-9397-08002B2CF9AE}" pid="5" name="MSIP_Label_d31dd64d-da6b-43d5-9ac5-8dec692131c3_SetDate">
    <vt:lpwstr>2024-02-18T18:18:25Z</vt:lpwstr>
  </property>
  <property fmtid="{D5CDD505-2E9C-101B-9397-08002B2CF9AE}" pid="6" name="MSIP_Label_d31dd64d-da6b-43d5-9ac5-8dec692131c3_Method">
    <vt:lpwstr>Standard</vt:lpwstr>
  </property>
  <property fmtid="{D5CDD505-2E9C-101B-9397-08002B2CF9AE}" pid="7" name="MSIP_Label_d31dd64d-da6b-43d5-9ac5-8dec692131c3_Name">
    <vt:lpwstr>General</vt:lpwstr>
  </property>
  <property fmtid="{D5CDD505-2E9C-101B-9397-08002B2CF9AE}" pid="8" name="MSIP_Label_d31dd64d-da6b-43d5-9ac5-8dec692131c3_SiteId">
    <vt:lpwstr>db1766ec-5540-4cde-ad8d-b2b59fb2ed8e</vt:lpwstr>
  </property>
  <property fmtid="{D5CDD505-2E9C-101B-9397-08002B2CF9AE}" pid="9" name="MSIP_Label_d31dd64d-da6b-43d5-9ac5-8dec692131c3_ActionId">
    <vt:lpwstr>e519282f-68ee-4290-b67d-67e40ded71bd</vt:lpwstr>
  </property>
  <property fmtid="{D5CDD505-2E9C-101B-9397-08002B2CF9AE}" pid="10" name="MSIP_Label_d31dd64d-da6b-43d5-9ac5-8dec692131c3_ContentBits">
    <vt:lpwstr>0</vt:lpwstr>
  </property>
</Properties>
</file>