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1"/>
  </p:notesMasterIdLst>
  <p:sldIdLst>
    <p:sldId id="303" r:id="rId5"/>
    <p:sldId id="292" r:id="rId6"/>
    <p:sldId id="293" r:id="rId7"/>
    <p:sldId id="351" r:id="rId8"/>
    <p:sldId id="350" r:id="rId9"/>
    <p:sldId id="343" r:id="rId10"/>
    <p:sldId id="352" r:id="rId11"/>
    <p:sldId id="346" r:id="rId12"/>
    <p:sldId id="353" r:id="rId13"/>
    <p:sldId id="347" r:id="rId14"/>
    <p:sldId id="354" r:id="rId15"/>
    <p:sldId id="348" r:id="rId16"/>
    <p:sldId id="355" r:id="rId17"/>
    <p:sldId id="349" r:id="rId18"/>
    <p:sldId id="331" r:id="rId19"/>
    <p:sldId id="342"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1C08D-BF0D-4377-85DC-5148007CD8A0}" v="62" dt="2025-10-25T18:47:51.3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80" autoAdjust="0"/>
    <p:restoredTop sz="57407" autoAdjust="0"/>
  </p:normalViewPr>
  <p:slideViewPr>
    <p:cSldViewPr snapToGrid="0" snapToObjects="1">
      <p:cViewPr varScale="1">
        <p:scale>
          <a:sx n="107" d="100"/>
          <a:sy n="107" d="100"/>
        </p:scale>
        <p:origin x="2508" y="292"/>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modSp mod">
        <pc:chgData name="Tim Warner" userId="1d9b2d89684621c1" providerId="LiveId" clId="{D0B44B65-70BF-4519-8E4C-BDC5735B7FF3}" dt="2025-06-24T20:16:51.778" v="1" actId="14100"/>
        <pc:sldMkLst>
          <pc:docMk/>
          <pc:sldMk cId="3662525184" sldId="30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30AA01FF-FB21-41D6-980B-78D2390319E9}"/>
    <pc:docChg chg="addSld modSld">
      <pc:chgData name="Tim Warner" userId="1d9b2d89684621c1" providerId="LiveId" clId="{30AA01FF-FB21-41D6-980B-78D2390319E9}" dt="2025-06-24T20:55:39.664" v="48"/>
      <pc:docMkLst>
        <pc:docMk/>
      </pc:docMkLst>
      <pc:sldChg chg="modSp mod">
        <pc:chgData name="Tim Warner" userId="1d9b2d89684621c1" providerId="LiveId" clId="{30AA01FF-FB21-41D6-980B-78D2390319E9}" dt="2025-06-24T20:54:45.944" v="40" actId="20577"/>
        <pc:sldMkLst>
          <pc:docMk/>
          <pc:sldMk cId="2539485740" sldId="292"/>
        </pc:sldMkLst>
      </pc:sldChg>
      <pc:sldChg chg="modSp mod">
        <pc:chgData name="Tim Warner" userId="1d9b2d89684621c1" providerId="LiveId" clId="{30AA01FF-FB21-41D6-980B-78D2390319E9}" dt="2025-06-24T20:54:58.416" v="43"/>
        <pc:sldMkLst>
          <pc:docMk/>
          <pc:sldMk cId="486668636" sldId="293"/>
        </pc:sldMkLst>
      </pc:sldChg>
      <pc:sldChg chg="modSp mod">
        <pc:chgData name="Tim Warner" userId="1d9b2d89684621c1" providerId="LiveId" clId="{30AA01FF-FB21-41D6-980B-78D2390319E9}" dt="2025-06-24T20:55:04.785" v="44"/>
        <pc:sldMkLst>
          <pc:docMk/>
          <pc:sldMk cId="1829040019" sldId="343"/>
        </pc:sldMkLst>
      </pc:sldChg>
      <pc:sldChg chg="modSp mod">
        <pc:chgData name="Tim Warner" userId="1d9b2d89684621c1" providerId="LiveId" clId="{30AA01FF-FB21-41D6-980B-78D2390319E9}" dt="2025-06-24T20:55:11.567" v="45"/>
        <pc:sldMkLst>
          <pc:docMk/>
          <pc:sldMk cId="947907938" sldId="346"/>
        </pc:sldMkLst>
      </pc:sldChg>
      <pc:sldChg chg="modSp mod">
        <pc:chgData name="Tim Warner" userId="1d9b2d89684621c1" providerId="LiveId" clId="{30AA01FF-FB21-41D6-980B-78D2390319E9}" dt="2025-06-24T20:55:18.694" v="46"/>
        <pc:sldMkLst>
          <pc:docMk/>
          <pc:sldMk cId="914007193" sldId="347"/>
        </pc:sldMkLst>
      </pc:sldChg>
      <pc:sldChg chg="modSp add mod">
        <pc:chgData name="Tim Warner" userId="1d9b2d89684621c1" providerId="LiveId" clId="{30AA01FF-FB21-41D6-980B-78D2390319E9}" dt="2025-06-24T20:55:39.664" v="48"/>
        <pc:sldMkLst>
          <pc:docMk/>
          <pc:sldMk cId="3950908850" sldId="348"/>
        </pc:sldMkLst>
      </pc:sldChg>
      <pc:sldChg chg="modSp add mod">
        <pc:chgData name="Tim Warner" userId="1d9b2d89684621c1" providerId="LiveId" clId="{30AA01FF-FB21-41D6-980B-78D2390319E9}" dt="2025-06-24T20:55:30.160" v="47"/>
        <pc:sldMkLst>
          <pc:docMk/>
          <pc:sldMk cId="1639766347" sldId="349"/>
        </pc:sldMkLst>
      </pc:sldChg>
    </pc:docChg>
  </pc:docChgLst>
  <pc:docChgLst>
    <pc:chgData name="scsjcain84" userId="S::scsjcain84_gmail.com#ext#@pearsoneducationinc.onmicrosoft.com::4399dd98-ee8b-4212-9001-7919755a3260" providerId="AD" clId="Web-{A506F1FB-D89C-47D0-BA18-FD5746570A98}"/>
    <pc:docChg chg="modSld">
      <pc:chgData name="scsjcain84" userId="S::scsjcain84_gmail.com#ext#@pearsoneducationinc.onmicrosoft.com::4399dd98-ee8b-4212-9001-7919755a3260" providerId="AD" clId="Web-{A506F1FB-D89C-47D0-BA18-FD5746570A98}" dt="2025-08-24T13:16:25.405" v="0"/>
      <pc:docMkLst>
        <pc:docMk/>
      </pc:docMkLst>
      <pc:sldChg chg="mod modShow">
        <pc:chgData name="scsjcain84" userId="S::scsjcain84_gmail.com#ext#@pearsoneducationinc.onmicrosoft.com::4399dd98-ee8b-4212-9001-7919755a3260" providerId="AD" clId="Web-{A506F1FB-D89C-47D0-BA18-FD5746570A98}" dt="2025-08-24T13:16:25.405" v="0"/>
        <pc:sldMkLst>
          <pc:docMk/>
          <pc:sldMk cId="4080705565" sldId="342"/>
        </pc:sldMkLst>
      </pc:sldChg>
    </pc:docChg>
  </pc:docChgLst>
  <pc:docChgLst>
    <pc:chgData name="Tim Warner" userId="1d9b2d89684621c1" providerId="LiveId" clId="{4E6B5FD3-CB80-4C25-ADA7-8D9979C03CD2}"/>
    <pc:docChg chg="addSld modSld">
      <pc:chgData name="Tim Warner" userId="1d9b2d89684621c1" providerId="LiveId" clId="{4E6B5FD3-CB80-4C25-ADA7-8D9979C03CD2}" dt="2025-06-24T21:10:14.100" v="47"/>
      <pc:docMkLst>
        <pc:docMk/>
      </pc:docMkLst>
      <pc:sldChg chg="modSp mod">
        <pc:chgData name="Tim Warner" userId="1d9b2d89684621c1" providerId="LiveId" clId="{4E6B5FD3-CB80-4C25-ADA7-8D9979C03CD2}" dt="2025-06-24T21:09:29.399" v="39" actId="404"/>
        <pc:sldMkLst>
          <pc:docMk/>
          <pc:sldMk cId="2539485740" sldId="292"/>
        </pc:sldMkLst>
      </pc:sldChg>
      <pc:sldChg chg="modSp mod">
        <pc:chgData name="Tim Warner" userId="1d9b2d89684621c1" providerId="LiveId" clId="{4E6B5FD3-CB80-4C25-ADA7-8D9979C03CD2}" dt="2025-06-24T21:09:40.346" v="42"/>
        <pc:sldMkLst>
          <pc:docMk/>
          <pc:sldMk cId="486668636" sldId="293"/>
        </pc:sldMkLst>
      </pc:sldChg>
      <pc:sldChg chg="modSp mod">
        <pc:chgData name="Tim Warner" userId="1d9b2d89684621c1" providerId="LiveId" clId="{4E6B5FD3-CB80-4C25-ADA7-8D9979C03CD2}" dt="2025-06-24T21:09:47.228" v="43"/>
        <pc:sldMkLst>
          <pc:docMk/>
          <pc:sldMk cId="1829040019" sldId="343"/>
        </pc:sldMkLst>
      </pc:sldChg>
      <pc:sldChg chg="modSp mod">
        <pc:chgData name="Tim Warner" userId="1d9b2d89684621c1" providerId="LiveId" clId="{4E6B5FD3-CB80-4C25-ADA7-8D9979C03CD2}" dt="2025-06-24T21:09:53.355" v="44"/>
        <pc:sldMkLst>
          <pc:docMk/>
          <pc:sldMk cId="947907938" sldId="346"/>
        </pc:sldMkLst>
      </pc:sldChg>
      <pc:sldChg chg="modSp mod">
        <pc:chgData name="Tim Warner" userId="1d9b2d89684621c1" providerId="LiveId" clId="{4E6B5FD3-CB80-4C25-ADA7-8D9979C03CD2}" dt="2025-06-24T21:09:59.769" v="45"/>
        <pc:sldMkLst>
          <pc:docMk/>
          <pc:sldMk cId="578841353" sldId="347"/>
        </pc:sldMkLst>
      </pc:sldChg>
      <pc:sldChg chg="modSp add mod">
        <pc:chgData name="Tim Warner" userId="1d9b2d89684621c1" providerId="LiveId" clId="{4E6B5FD3-CB80-4C25-ADA7-8D9979C03CD2}" dt="2025-06-24T21:10:07.272" v="46"/>
        <pc:sldMkLst>
          <pc:docMk/>
          <pc:sldMk cId="2481810106" sldId="348"/>
        </pc:sldMkLst>
      </pc:sldChg>
      <pc:sldChg chg="modSp add mod">
        <pc:chgData name="Tim Warner" userId="1d9b2d89684621c1" providerId="LiveId" clId="{4E6B5FD3-CB80-4C25-ADA7-8D9979C03CD2}" dt="2025-06-24T21:10:14.100" v="47"/>
        <pc:sldMkLst>
          <pc:docMk/>
          <pc:sldMk cId="2982385580" sldId="349"/>
        </pc:sldMkLst>
      </pc:sld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7:54.867" v="43" actId="20577"/>
        <pc:sldMkLst>
          <pc:docMk/>
          <pc:sldMk cId="2539485740" sldId="292"/>
        </pc:sldMkLst>
      </pc:sldChg>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DBCC51AC-05C6-4CE3-B0C0-79574934C41D}"/>
    <pc:docChg chg="addSld modSld">
      <pc:chgData name="Tim Warner" userId="1d9b2d89684621c1" providerId="LiveId" clId="{DBCC51AC-05C6-4CE3-B0C0-79574934C41D}" dt="2025-06-24T21:03:29.409" v="64"/>
      <pc:docMkLst>
        <pc:docMk/>
      </pc:docMkLst>
      <pc:sldChg chg="modSp mod">
        <pc:chgData name="Tim Warner" userId="1d9b2d89684621c1" providerId="LiveId" clId="{DBCC51AC-05C6-4CE3-B0C0-79574934C41D}" dt="2025-06-24T21:02:50.527" v="59" actId="20577"/>
        <pc:sldMkLst>
          <pc:docMk/>
          <pc:sldMk cId="2539485740" sldId="292"/>
        </pc:sldMkLst>
      </pc:sldChg>
      <pc:sldChg chg="modSp mod">
        <pc:chgData name="Tim Warner" userId="1d9b2d89684621c1" providerId="LiveId" clId="{DBCC51AC-05C6-4CE3-B0C0-79574934C41D}" dt="2025-06-24T21:03:00.362" v="61"/>
        <pc:sldMkLst>
          <pc:docMk/>
          <pc:sldMk cId="486668636" sldId="293"/>
        </pc:sldMkLst>
      </pc:sldChg>
      <pc:sldChg chg="modSp mod">
        <pc:chgData name="Tim Warner" userId="1d9b2d89684621c1" providerId="LiveId" clId="{DBCC51AC-05C6-4CE3-B0C0-79574934C41D}" dt="2025-06-24T21:03:12.357" v="62"/>
        <pc:sldMkLst>
          <pc:docMk/>
          <pc:sldMk cId="1829040019" sldId="343"/>
        </pc:sldMkLst>
      </pc:sldChg>
      <pc:sldChg chg="modSp mod">
        <pc:chgData name="Tim Warner" userId="1d9b2d89684621c1" providerId="LiveId" clId="{DBCC51AC-05C6-4CE3-B0C0-79574934C41D}" dt="2025-06-24T21:03:19.782" v="63"/>
        <pc:sldMkLst>
          <pc:docMk/>
          <pc:sldMk cId="947907938" sldId="346"/>
        </pc:sldMkLst>
      </pc:sldChg>
      <pc:sldChg chg="modSp add mod">
        <pc:chgData name="Tim Warner" userId="1d9b2d89684621c1" providerId="LiveId" clId="{DBCC51AC-05C6-4CE3-B0C0-79574934C41D}" dt="2025-06-24T21:03:29.409" v="64"/>
        <pc:sldMkLst>
          <pc:docMk/>
          <pc:sldMk cId="578841353" sldId="347"/>
        </pc:sldMk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Tim Warner" userId="1d9b2d89684621c1" providerId="LiveId" clId="{9C1AC220-CD93-46E4-823F-E96AD2EFE762}"/>
    <pc:docChg chg="modSld">
      <pc:chgData name="Tim Warner" userId="1d9b2d89684621c1" providerId="LiveId" clId="{9C1AC220-CD93-46E4-823F-E96AD2EFE762}" dt="2025-10-25T18:52:51.169" v="154" actId="20577"/>
      <pc:docMkLst>
        <pc:docMk/>
      </pc:docMkLst>
      <pc:sldChg chg="modNotesTx">
        <pc:chgData name="Tim Warner" userId="1d9b2d89684621c1" providerId="LiveId" clId="{9C1AC220-CD93-46E4-823F-E96AD2EFE762}" dt="2025-10-25T18:52:51.169" v="154" actId="20577"/>
        <pc:sldMkLst>
          <pc:docMk/>
          <pc:sldMk cId="4092314469" sldId="331"/>
        </pc:sldMkLst>
      </pc:sldChg>
      <pc:sldChg chg="addSp modSp mod modAnim modShow">
        <pc:chgData name="Tim Warner" userId="1d9b2d89684621c1" providerId="LiveId" clId="{9C1AC220-CD93-46E4-823F-E96AD2EFE762}" dt="2025-10-25T18:51:33.986" v="104" actId="729"/>
        <pc:sldMkLst>
          <pc:docMk/>
          <pc:sldMk cId="4080705565" sldId="342"/>
        </pc:sldMkLst>
        <pc:spChg chg="mod">
          <ac:chgData name="Tim Warner" userId="1d9b2d89684621c1" providerId="LiveId" clId="{9C1AC220-CD93-46E4-823F-E96AD2EFE762}" dt="2025-10-25T18:41:51.906" v="85" actId="20577"/>
          <ac:spMkLst>
            <pc:docMk/>
            <pc:sldMk cId="4080705565" sldId="342"/>
            <ac:spMk id="2" creationId="{BDF9E237-BA0D-A6D7-ABE0-D61274209EBE}"/>
          </ac:spMkLst>
        </pc:spChg>
        <pc:spChg chg="mod ord">
          <ac:chgData name="Tim Warner" userId="1d9b2d89684621c1" providerId="LiveId" clId="{9C1AC220-CD93-46E4-823F-E96AD2EFE762}" dt="2025-10-25T18:41:30.664" v="32" actId="1076"/>
          <ac:spMkLst>
            <pc:docMk/>
            <pc:sldMk cId="4080705565" sldId="342"/>
            <ac:spMk id="8" creationId="{1155EB2F-7448-A2AA-7CA9-989CB37A3F86}"/>
          </ac:spMkLst>
        </pc:spChg>
        <pc:picChg chg="add mod">
          <ac:chgData name="Tim Warner" userId="1d9b2d89684621c1" providerId="LiveId" clId="{9C1AC220-CD93-46E4-823F-E96AD2EFE762}" dt="2025-10-25T18:41:22.220" v="29" actId="1036"/>
          <ac:picMkLst>
            <pc:docMk/>
            <pc:sldMk cId="4080705565" sldId="342"/>
            <ac:picMk id="4" creationId="{8C7B27EF-9A12-D829-9407-3DCF3D244451}"/>
          </ac:picMkLst>
        </pc:picChg>
      </pc:sldChg>
      <pc:sldChg chg="modNotesTx">
        <pc:chgData name="Tim Warner" userId="1d9b2d89684621c1" providerId="LiveId" clId="{9C1AC220-CD93-46E4-823F-E96AD2EFE762}" dt="2025-10-25T18:51:57.664" v="118" actId="20577"/>
        <pc:sldMkLst>
          <pc:docMk/>
          <pc:sldMk cId="3387123748" sldId="350"/>
        </pc:sldMkLst>
      </pc:sldChg>
      <pc:sldChg chg="modNotesTx">
        <pc:chgData name="Tim Warner" userId="1d9b2d89684621c1" providerId="LiveId" clId="{9C1AC220-CD93-46E4-823F-E96AD2EFE762}" dt="2025-10-25T18:51:48.841" v="111" actId="20577"/>
        <pc:sldMkLst>
          <pc:docMk/>
          <pc:sldMk cId="1922361170" sldId="351"/>
        </pc:sldMkLst>
      </pc:sldChg>
      <pc:sldChg chg="modNotesTx">
        <pc:chgData name="Tim Warner" userId="1d9b2d89684621c1" providerId="LiveId" clId="{9C1AC220-CD93-46E4-823F-E96AD2EFE762}" dt="2025-10-25T18:52:06.833" v="125" actId="20577"/>
        <pc:sldMkLst>
          <pc:docMk/>
          <pc:sldMk cId="3449079024" sldId="352"/>
        </pc:sldMkLst>
      </pc:sldChg>
      <pc:sldChg chg="modNotesTx">
        <pc:chgData name="Tim Warner" userId="1d9b2d89684621c1" providerId="LiveId" clId="{9C1AC220-CD93-46E4-823F-E96AD2EFE762}" dt="2025-10-25T18:52:17.632" v="133" actId="20577"/>
        <pc:sldMkLst>
          <pc:docMk/>
          <pc:sldMk cId="1355004337" sldId="353"/>
        </pc:sldMkLst>
      </pc:sldChg>
      <pc:sldChg chg="modNotesTx">
        <pc:chgData name="Tim Warner" userId="1d9b2d89684621c1" providerId="LiveId" clId="{9C1AC220-CD93-46E4-823F-E96AD2EFE762}" dt="2025-10-25T18:52:28.873" v="140" actId="20577"/>
        <pc:sldMkLst>
          <pc:docMk/>
          <pc:sldMk cId="2310529059" sldId="354"/>
        </pc:sldMkLst>
      </pc:sldChg>
      <pc:sldChg chg="modNotesTx">
        <pc:chgData name="Tim Warner" userId="1d9b2d89684621c1" providerId="LiveId" clId="{9C1AC220-CD93-46E4-823F-E96AD2EFE762}" dt="2025-10-25T18:52:38.704" v="147" actId="20577"/>
        <pc:sldMkLst>
          <pc:docMk/>
          <pc:sldMk cId="1999651548" sldId="355"/>
        </pc:sldMkLst>
      </pc:sldChg>
    </pc:docChg>
  </pc:docChgLst>
  <pc:docChgLst>
    <pc:chgData name="Tim Warner" userId="1d9b2d89684621c1" providerId="LiveId" clId="{9F309A8B-762B-4FDD-902A-50AFA8407D9A}"/>
    <pc:docChg chg="addSld modSld">
      <pc:chgData name="Tim Warner" userId="1d9b2d89684621c1" providerId="LiveId" clId="{9F309A8B-762B-4FDD-902A-50AFA8407D9A}" dt="2025-08-23T14:53:00.927" v="57" actId="20577"/>
      <pc:docMkLst>
        <pc:docMk/>
      </pc:docMkLst>
      <pc:sldChg chg="modSp mod">
        <pc:chgData name="Tim Warner" userId="1d9b2d89684621c1" providerId="LiveId" clId="{9F309A8B-762B-4FDD-902A-50AFA8407D9A}" dt="2025-08-21T18:09:13.057" v="0" actId="20577"/>
        <pc:sldMkLst>
          <pc:docMk/>
          <pc:sldMk cId="486668636" sldId="293"/>
        </pc:sldMkLst>
      </pc:sldChg>
      <pc:sldChg chg="modSp mod modAnim">
        <pc:chgData name="Tim Warner" userId="1d9b2d89684621c1" providerId="LiveId" clId="{9F309A8B-762B-4FDD-902A-50AFA8407D9A}" dt="2025-08-23T14:53:00.927" v="57" actId="20577"/>
        <pc:sldMkLst>
          <pc:docMk/>
          <pc:sldMk cId="4092314469" sldId="331"/>
        </pc:sldMkLst>
      </pc:sldChg>
      <pc:sldChg chg="modSp mod">
        <pc:chgData name="Tim Warner" userId="1d9b2d89684621c1" providerId="LiveId" clId="{9F309A8B-762B-4FDD-902A-50AFA8407D9A}" dt="2025-08-21T18:09:16.081" v="1" actId="20577"/>
        <pc:sldMkLst>
          <pc:docMk/>
          <pc:sldMk cId="1829040019" sldId="343"/>
        </pc:sldMkLst>
      </pc:sldChg>
      <pc:sldChg chg="modSp mod">
        <pc:chgData name="Tim Warner" userId="1d9b2d89684621c1" providerId="LiveId" clId="{9F309A8B-762B-4FDD-902A-50AFA8407D9A}" dt="2025-08-21T18:09:18.721" v="2" actId="20577"/>
        <pc:sldMkLst>
          <pc:docMk/>
          <pc:sldMk cId="947907938" sldId="346"/>
        </pc:sldMkLst>
      </pc:sldChg>
      <pc:sldChg chg="modSp mod">
        <pc:chgData name="Tim Warner" userId="1d9b2d89684621c1" providerId="LiveId" clId="{9F309A8B-762B-4FDD-902A-50AFA8407D9A}" dt="2025-08-21T18:09:21.819" v="3" actId="20577"/>
        <pc:sldMkLst>
          <pc:docMk/>
          <pc:sldMk cId="578841353" sldId="347"/>
        </pc:sldMkLst>
      </pc:sldChg>
      <pc:sldChg chg="modSp mod">
        <pc:chgData name="Tim Warner" userId="1d9b2d89684621c1" providerId="LiveId" clId="{9F309A8B-762B-4FDD-902A-50AFA8407D9A}" dt="2025-08-21T18:09:24.688" v="4" actId="20577"/>
        <pc:sldMkLst>
          <pc:docMk/>
          <pc:sldMk cId="2481810106" sldId="348"/>
        </pc:sldMkLst>
      </pc:sldChg>
      <pc:sldChg chg="modSp mod">
        <pc:chgData name="Tim Warner" userId="1d9b2d89684621c1" providerId="LiveId" clId="{9F309A8B-762B-4FDD-902A-50AFA8407D9A}" dt="2025-08-21T18:09:27.633" v="5" actId="20577"/>
        <pc:sldMkLst>
          <pc:docMk/>
          <pc:sldMk cId="2982385580" sldId="349"/>
        </pc:sldMkLst>
      </pc:sldChg>
      <pc:sldChg chg="modSp add mod modAnim">
        <pc:chgData name="Tim Warner" userId="1d9b2d89684621c1" providerId="LiveId" clId="{9F309A8B-762B-4FDD-902A-50AFA8407D9A}" dt="2025-08-23T14:50:33.760" v="25" actId="20577"/>
        <pc:sldMkLst>
          <pc:docMk/>
          <pc:sldMk cId="3387123748" sldId="350"/>
        </pc:sldMkLst>
      </pc:sldChg>
      <pc:sldChg chg="modSp add mod modAnim">
        <pc:chgData name="Tim Warner" userId="1d9b2d89684621c1" providerId="LiveId" clId="{9F309A8B-762B-4FDD-902A-50AFA8407D9A}" dt="2025-08-23T14:50:03.851" v="19" actId="20577"/>
        <pc:sldMkLst>
          <pc:docMk/>
          <pc:sldMk cId="1922361170" sldId="351"/>
        </pc:sldMkLst>
      </pc:sldChg>
      <pc:sldChg chg="modSp add mod modAnim">
        <pc:chgData name="Tim Warner" userId="1d9b2d89684621c1" providerId="LiveId" clId="{9F309A8B-762B-4FDD-902A-50AFA8407D9A}" dt="2025-08-23T14:51:05.144" v="32" actId="20577"/>
        <pc:sldMkLst>
          <pc:docMk/>
          <pc:sldMk cId="3449079024" sldId="352"/>
        </pc:sldMkLst>
      </pc:sldChg>
      <pc:sldChg chg="modSp add mod modAnim">
        <pc:chgData name="Tim Warner" userId="1d9b2d89684621c1" providerId="LiveId" clId="{9F309A8B-762B-4FDD-902A-50AFA8407D9A}" dt="2025-08-23T14:51:32.551" v="38" actId="20577"/>
        <pc:sldMkLst>
          <pc:docMk/>
          <pc:sldMk cId="1355004337" sldId="353"/>
        </pc:sldMkLst>
      </pc:sldChg>
      <pc:sldChg chg="modSp add mod modAnim">
        <pc:chgData name="Tim Warner" userId="1d9b2d89684621c1" providerId="LiveId" clId="{9F309A8B-762B-4FDD-902A-50AFA8407D9A}" dt="2025-08-23T14:52:04.375" v="45" actId="20577"/>
        <pc:sldMkLst>
          <pc:docMk/>
          <pc:sldMk cId="2310529059" sldId="354"/>
        </pc:sldMkLst>
      </pc:sldChg>
      <pc:sldChg chg="modSp add mod modAnim">
        <pc:chgData name="Tim Warner" userId="1d9b2d89684621c1" providerId="LiveId" clId="{9F309A8B-762B-4FDD-902A-50AFA8407D9A}" dt="2025-08-23T14:52:33.270" v="51" actId="20577"/>
        <pc:sldMkLst>
          <pc:docMk/>
          <pc:sldMk cId="1999651548" sldId="355"/>
        </pc:sldMkLst>
      </pc:sldChg>
    </pc:docChg>
  </pc:docChgLst>
  <pc:docChgLst>
    <pc:chgData name="Tim Warner" userId="1d9b2d89684621c1" providerId="LiveId" clId="{C5F4564D-62A0-4415-961F-8AF3A1378AC2}"/>
    <pc:docChg chg="modSld">
      <pc:chgData name="Tim Warner" userId="1d9b2d89684621c1" providerId="LiveId" clId="{C5F4564D-62A0-4415-961F-8AF3A1378AC2}" dt="2025-06-24T20:53:46.374" v="40"/>
      <pc:docMkLst>
        <pc:docMk/>
      </pc:docMkLst>
      <pc:sldChg chg="modSp mod">
        <pc:chgData name="Tim Warner" userId="1d9b2d89684621c1" providerId="LiveId" clId="{C5F4564D-62A0-4415-961F-8AF3A1378AC2}" dt="2025-06-24T20:53:17.656" v="36" actId="20577"/>
        <pc:sldMkLst>
          <pc:docMk/>
          <pc:sldMk cId="2539485740" sldId="292"/>
        </pc:sldMkLst>
      </pc:sldChg>
      <pc:sldChg chg="modSp mod">
        <pc:chgData name="Tim Warner" userId="1d9b2d89684621c1" providerId="LiveId" clId="{C5F4564D-62A0-4415-961F-8AF3A1378AC2}" dt="2025-06-24T20:53:25.112" v="37"/>
        <pc:sldMkLst>
          <pc:docMk/>
          <pc:sldMk cId="486668636" sldId="293"/>
        </pc:sldMkLst>
      </pc:sldChg>
      <pc:sldChg chg="modSp mod">
        <pc:chgData name="Tim Warner" userId="1d9b2d89684621c1" providerId="LiveId" clId="{C5F4564D-62A0-4415-961F-8AF3A1378AC2}" dt="2025-06-24T20:53:33.021" v="38"/>
        <pc:sldMkLst>
          <pc:docMk/>
          <pc:sldMk cId="1829040019" sldId="343"/>
        </pc:sldMkLst>
      </pc:sldChg>
      <pc:sldChg chg="modSp mod">
        <pc:chgData name="Tim Warner" userId="1d9b2d89684621c1" providerId="LiveId" clId="{C5F4564D-62A0-4415-961F-8AF3A1378AC2}" dt="2025-06-24T20:53:39.395" v="39"/>
        <pc:sldMkLst>
          <pc:docMk/>
          <pc:sldMk cId="947907938" sldId="346"/>
        </pc:sldMkLst>
      </pc:sldChg>
      <pc:sldChg chg="modSp mod">
        <pc:chgData name="Tim Warner" userId="1d9b2d89684621c1" providerId="LiveId" clId="{C5F4564D-62A0-4415-961F-8AF3A1378AC2}" dt="2025-06-24T20:53:46.374" v="40"/>
        <pc:sldMkLst>
          <pc:docMk/>
          <pc:sldMk cId="914007193" sldId="347"/>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Tim Warner" userId="1d9b2d89684621c1" providerId="LiveId" clId="{F70FC672-E669-40ED-876E-721E7E559E1C}"/>
    <pc:docChg chg="delSld modSld">
      <pc:chgData name="Tim Warner" userId="1d9b2d89684621c1" providerId="LiveId" clId="{F70FC672-E669-40ED-876E-721E7E559E1C}" dt="2025-06-24T20:52:01.720" v="51"/>
      <pc:docMkLst>
        <pc:docMk/>
      </pc:docMkLst>
      <pc:sldChg chg="modSp mod">
        <pc:chgData name="Tim Warner" userId="1d9b2d89684621c1" providerId="LiveId" clId="{F70FC672-E669-40ED-876E-721E7E559E1C}" dt="2025-06-24T20:52:01.720" v="51"/>
        <pc:sldMkLst>
          <pc:docMk/>
          <pc:sldMk cId="914007193" sldId="347"/>
        </pc:sldMkLst>
      </pc:sldChg>
      <pc:sldChg chg="del">
        <pc:chgData name="Tim Warner" userId="1d9b2d89684621c1" providerId="LiveId" clId="{F70FC672-E669-40ED-876E-721E7E559E1C}" dt="2025-06-24T20:51:33.607" v="47" actId="2696"/>
        <pc:sldMkLst>
          <pc:docMk/>
          <pc:sldMk cId="1161106545" sldId="348"/>
        </pc:sldMkLst>
      </pc:sldChg>
    </pc:docChg>
  </pc:docChgLst>
  <pc:docChgLst>
    <pc:chgData name="Tim Warner" userId="1d9b2d89684621c1" providerId="LiveId" clId="{5607CA2D-28E3-410C-9D7E-4E5693CD5A18}"/>
    <pc:docChg chg="delSld modSld">
      <pc:chgData name="Tim Warner" userId="1d9b2d89684621c1" providerId="LiveId" clId="{5607CA2D-28E3-410C-9D7E-4E5693CD5A18}" dt="2025-06-24T20:57:28.292" v="48"/>
      <pc:docMkLst>
        <pc:docMk/>
      </pc:docMkLst>
      <pc:sldChg chg="modSp mod">
        <pc:chgData name="Tim Warner" userId="1d9b2d89684621c1" providerId="LiveId" clId="{5607CA2D-28E3-410C-9D7E-4E5693CD5A18}" dt="2025-06-24T20:56:46.304" v="42" actId="20577"/>
        <pc:sldMkLst>
          <pc:docMk/>
          <pc:sldMk cId="2539485740" sldId="292"/>
        </pc:sldMkLst>
      </pc:sldChg>
      <pc:sldChg chg="modSp mod">
        <pc:chgData name="Tim Warner" userId="1d9b2d89684621c1" providerId="LiveId" clId="{5607CA2D-28E3-410C-9D7E-4E5693CD5A18}" dt="2025-06-24T20:57:00.201" v="44"/>
        <pc:sldMkLst>
          <pc:docMk/>
          <pc:sldMk cId="486668636" sldId="293"/>
        </pc:sldMkLst>
      </pc:sldChg>
      <pc:sldChg chg="modSp mod">
        <pc:chgData name="Tim Warner" userId="1d9b2d89684621c1" providerId="LiveId" clId="{5607CA2D-28E3-410C-9D7E-4E5693CD5A18}" dt="2025-06-24T20:57:06.720" v="45"/>
        <pc:sldMkLst>
          <pc:docMk/>
          <pc:sldMk cId="1829040019" sldId="343"/>
        </pc:sldMkLst>
      </pc:sldChg>
      <pc:sldChg chg="modSp mod">
        <pc:chgData name="Tim Warner" userId="1d9b2d89684621c1" providerId="LiveId" clId="{5607CA2D-28E3-410C-9D7E-4E5693CD5A18}" dt="2025-06-24T20:57:13.334" v="46"/>
        <pc:sldMkLst>
          <pc:docMk/>
          <pc:sldMk cId="947907938" sldId="346"/>
        </pc:sldMkLst>
      </pc:sldChg>
      <pc:sldChg chg="modSp mod">
        <pc:chgData name="Tim Warner" userId="1d9b2d89684621c1" providerId="LiveId" clId="{5607CA2D-28E3-410C-9D7E-4E5693CD5A18}" dt="2025-06-24T20:57:20.908" v="47"/>
        <pc:sldMkLst>
          <pc:docMk/>
          <pc:sldMk cId="914007193" sldId="347"/>
        </pc:sldMkLst>
      </pc:sldChg>
      <pc:sldChg chg="del">
        <pc:chgData name="Tim Warner" userId="1d9b2d89684621c1" providerId="LiveId" clId="{5607CA2D-28E3-410C-9D7E-4E5693CD5A18}" dt="2025-06-24T20:56:53.498" v="43" actId="2696"/>
        <pc:sldMkLst>
          <pc:docMk/>
          <pc:sldMk cId="3950908850" sldId="348"/>
        </pc:sldMkLst>
      </pc:sldChg>
      <pc:sldChg chg="modSp mod">
        <pc:chgData name="Tim Warner" userId="1d9b2d89684621c1" providerId="LiveId" clId="{5607CA2D-28E3-410C-9D7E-4E5693CD5A18}" dt="2025-06-24T20:57:28.292" v="48"/>
        <pc:sldMkLst>
          <pc:docMk/>
          <pc:sldMk cId="1639766347" sldId="349"/>
        </pc:sldMkLst>
      </pc:sldChg>
    </pc:docChg>
  </pc:docChgLst>
  <pc:docChgLst>
    <pc:chgData name="Tim Warner" userId="1d9b2d89684621c1" providerId="LiveId" clId="{714D1BBA-1A26-4734-9F47-2E733DD8EF17}"/>
    <pc:docChg chg="modSld">
      <pc:chgData name="Tim Warner" userId="1d9b2d89684621c1" providerId="LiveId" clId="{714D1BBA-1A26-4734-9F47-2E733DD8EF17}" dt="2025-06-24T20:50:19.480" v="62"/>
      <pc:docMkLst>
        <pc:docMk/>
      </pc:docMkLst>
      <pc:sldChg chg="modSp mod">
        <pc:chgData name="Tim Warner" userId="1d9b2d89684621c1" providerId="LiveId" clId="{714D1BBA-1A26-4734-9F47-2E733DD8EF17}" dt="2025-06-24T20:50:12.538" v="61"/>
        <pc:sldMkLst>
          <pc:docMk/>
          <pc:sldMk cId="914007193" sldId="347"/>
        </pc:sldMkLst>
      </pc:sldChg>
      <pc:sldChg chg="modSp mod">
        <pc:chgData name="Tim Warner" userId="1d9b2d89684621c1" providerId="LiveId" clId="{714D1BBA-1A26-4734-9F47-2E733DD8EF17}" dt="2025-06-24T20:50:19.480" v="62"/>
        <pc:sldMkLst>
          <pc:docMk/>
          <pc:sldMk cId="1161106545" sldId="348"/>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B5F1AAD0-ADAB-4083-A1A6-BF815195C21B}"/>
    <pc:docChg chg="addSld modSld">
      <pc:chgData name="Tim Warner" userId="1d9b2d89684621c1" providerId="LiveId" clId="{B5F1AAD0-ADAB-4083-A1A6-BF815195C21B}" dt="2025-06-24T21:06:10.912" v="50"/>
      <pc:docMkLst>
        <pc:docMk/>
      </pc:docMkLst>
      <pc:sldChg chg="modSp mod">
        <pc:chgData name="Tim Warner" userId="1d9b2d89684621c1" providerId="LiveId" clId="{B5F1AAD0-ADAB-4083-A1A6-BF815195C21B}" dt="2025-06-24T21:06:03.881" v="49"/>
        <pc:sldMkLst>
          <pc:docMk/>
          <pc:sldMk cId="578841353" sldId="347"/>
        </pc:sldMkLst>
      </pc:sldChg>
      <pc:sldChg chg="modSp add mod">
        <pc:chgData name="Tim Warner" userId="1d9b2d89684621c1" providerId="LiveId" clId="{B5F1AAD0-ADAB-4083-A1A6-BF815195C21B}" dt="2025-06-24T21:06:10.912" v="50"/>
        <pc:sldMkLst>
          <pc:docMk/>
          <pc:sldMk cId="3347137768" sldId="348"/>
        </pc:sldMkLst>
      </pc:sldChg>
    </pc:docChg>
  </pc:docChgLst>
  <pc:docChgLst>
    <pc:chgData name="Tim Warner" userId="1d9b2d89684621c1" providerId="LiveId" clId="{FA1F7F18-94F2-4EC1-968C-E8340A6E2430}"/>
    <pc:docChg chg="undo custSel addSld delSld modSld">
      <pc:chgData name="Tim Warner" userId="1d9b2d89684621c1" providerId="LiveId" clId="{FA1F7F18-94F2-4EC1-968C-E8340A6E2430}" dt="2025-06-24T21:00:16.739" v="49" actId="403"/>
      <pc:docMkLst>
        <pc:docMk/>
      </pc:docMkLst>
      <pc:sldChg chg="modSp mod">
        <pc:chgData name="Tim Warner" userId="1d9b2d89684621c1" providerId="LiveId" clId="{FA1F7F18-94F2-4EC1-968C-E8340A6E2430}" dt="2025-06-24T20:59:45.532" v="45"/>
        <pc:sldMkLst>
          <pc:docMk/>
          <pc:sldMk cId="914007193" sldId="347"/>
        </pc:sldMkLst>
      </pc:sldChg>
      <pc:sldChg chg="modSp mod">
        <pc:chgData name="Tim Warner" userId="1d9b2d89684621c1" providerId="LiveId" clId="{FA1F7F18-94F2-4EC1-968C-E8340A6E2430}" dt="2025-06-24T20:59:52.578" v="46"/>
        <pc:sldMkLst>
          <pc:docMk/>
          <pc:sldMk cId="1639766347" sldId="349"/>
        </pc:sldMkLst>
      </pc:sldChg>
      <pc:sldChg chg="modSp add mod">
        <pc:chgData name="Tim Warner" userId="1d9b2d89684621c1" providerId="LiveId" clId="{FA1F7F18-94F2-4EC1-968C-E8340A6E2430}" dt="2025-06-24T21:00:06.308" v="48"/>
        <pc:sldMkLst>
          <pc:docMk/>
          <pc:sldMk cId="871822834" sldId="350"/>
        </pc:sldMkLst>
      </pc:sldChg>
      <pc:sldChg chg="add del">
        <pc:chgData name="Tim Warner" userId="1d9b2d89684621c1" providerId="LiveId" clId="{FA1F7F18-94F2-4EC1-968C-E8340A6E2430}" dt="2025-06-24T20:58:54.427" v="40"/>
        <pc:sldMkLst>
          <pc:docMk/>
          <pc:sldMk cId="2342006186" sldId="350"/>
        </pc:sldMkLst>
      </pc:sldChg>
    </pc:docChg>
  </pc:docChgLst>
  <pc:docChgLst>
    <pc:chgData name="Tim Warner" userId="1d9b2d89684621c1" providerId="LiveId" clId="{C199C607-1779-4E65-A440-75F0EDB3003B}"/>
    <pc:docChg chg="delSld modSld">
      <pc:chgData name="Tim Warner" userId="1d9b2d89684621c1" providerId="LiveId" clId="{C199C607-1779-4E65-A440-75F0EDB3003B}" dt="2025-06-24T21:02:01.694" v="45"/>
      <pc:docMkLst>
        <pc:docMk/>
      </pc:docMkLst>
      <pc:sldChg chg="del">
        <pc:chgData name="Tim Warner" userId="1d9b2d89684621c1" providerId="LiveId" clId="{C199C607-1779-4E65-A440-75F0EDB3003B}" dt="2025-06-24T21:01:42.769" v="42" actId="2696"/>
        <pc:sldMkLst>
          <pc:docMk/>
          <pc:sldMk cId="914007193" sldId="347"/>
        </pc:sldMkLst>
      </pc:sldChg>
      <pc:sldChg chg="del">
        <pc:chgData name="Tim Warner" userId="1d9b2d89684621c1" providerId="LiveId" clId="{C199C607-1779-4E65-A440-75F0EDB3003B}" dt="2025-06-24T21:01:42.769" v="42" actId="2696"/>
        <pc:sldMkLst>
          <pc:docMk/>
          <pc:sldMk cId="1639766347" sldId="349"/>
        </pc:sldMkLst>
      </pc:sldChg>
      <pc:sldChg chg="del">
        <pc:chgData name="Tim Warner" userId="1d9b2d89684621c1" providerId="LiveId" clId="{C199C607-1779-4E65-A440-75F0EDB3003B}" dt="2025-06-24T21:01:42.769" v="42" actId="2696"/>
        <pc:sldMkLst>
          <pc:docMk/>
          <pc:sldMk cId="871822834" sldId="350"/>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7B0F5AF6-250C-4369-82D1-D7941885BC7D}"/>
    <pc:docChg chg="delSld modSld">
      <pc:chgData name="Tim Warner" userId="1d9b2d89684621c1" providerId="LiveId" clId="{7B0F5AF6-250C-4369-82D1-D7941885BC7D}" dt="2025-06-24T21:07:27.097" v="40"/>
      <pc:docMkLst>
        <pc:docMk/>
      </pc:docMkLst>
      <pc:sldChg chg="modSp mod">
        <pc:chgData name="Tim Warner" userId="1d9b2d89684621c1" providerId="LiveId" clId="{7B0F5AF6-250C-4369-82D1-D7941885BC7D}" dt="2025-06-24T21:06:57.239" v="35" actId="20577"/>
        <pc:sldMkLst>
          <pc:docMk/>
          <pc:sldMk cId="2539485740" sldId="292"/>
        </pc:sldMkLst>
      </pc:sldChg>
      <pc:sldChg chg="modSp mod">
        <pc:chgData name="Tim Warner" userId="1d9b2d89684621c1" providerId="LiveId" clId="{7B0F5AF6-250C-4369-82D1-D7941885BC7D}" dt="2025-06-24T21:07:27.097" v="40"/>
        <pc:sldMkLst>
          <pc:docMk/>
          <pc:sldMk cId="578841353" sldId="347"/>
        </pc:sldMkLst>
      </pc:sldChg>
      <pc:sldChg chg="del">
        <pc:chgData name="Tim Warner" userId="1d9b2d89684621c1" providerId="LiveId" clId="{7B0F5AF6-250C-4369-82D1-D7941885BC7D}" dt="2025-06-24T21:07:00.240" v="36" actId="2696"/>
        <pc:sldMkLst>
          <pc:docMk/>
          <pc:sldMk cId="3347137768" sldId="3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Sat, 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a:t>
            </a:fld>
            <a:endParaRPr lang="en-US"/>
          </a:p>
        </p:txBody>
      </p:sp>
    </p:spTree>
    <p:extLst>
      <p:ext uri="{BB962C8B-B14F-4D97-AF65-F5344CB8AC3E}">
        <p14:creationId xmlns:p14="http://schemas.microsoft.com/office/powerpoint/2010/main" val="3738638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This slide introduces Azure Site Recovery as Microsoft's cloud-native disaster recovery platform for hybrid workloads.</a:t>
            </a:r>
          </a:p>
          <a:p>
            <a:endParaRPr lang="en-US" b="1" dirty="0"/>
          </a:p>
          <a:p>
            <a:r>
              <a:rPr lang="en-US" b="1" dirty="0"/>
              <a:t>Azure Site Recovery replicates workloads to a secondary site or Azure</a:t>
            </a:r>
            <a:r>
              <a:rPr lang="en-US" dirty="0"/>
              <a:t> </a:t>
            </a:r>
            <a:r>
              <a:rPr lang="en-US" dirty="0" err="1"/>
              <a:t>Azure</a:t>
            </a:r>
            <a:r>
              <a:rPr lang="en-US" dirty="0"/>
              <a:t> Site Recovery—ASR for short—is your disaster recovery orchestration platform. It's not just copying bits and bytes; it's orchestrating the entire failover dance including network mappings, boot sequences, and recovery plans. You can replicate physical servers, VMware VMs, Hyper-V VMs, and even Azure VMs themselves to either a secondary on-premises datacenter or directly to Azure regions. It's genuinely platform-agnostic.</a:t>
            </a:r>
          </a:p>
          <a:p>
            <a:endParaRPr lang="en-US" b="1" dirty="0"/>
          </a:p>
          <a:p>
            <a:r>
              <a:rPr lang="en-US" b="1" dirty="0"/>
              <a:t>Provides business continuity during planned and unplanned outages</a:t>
            </a:r>
            <a:r>
              <a:rPr lang="en-US" dirty="0"/>
              <a:t> ASR handles both scenarios. You've got planned maintenance windows where you orchestrate a graceful failover with zero data loss, and then you've got unplanned disasters—think datacenter fires or regional Azure outages. The platform maintains continuous replication so your RPO stays tight even when everything's going sideways.</a:t>
            </a:r>
          </a:p>
          <a:p>
            <a:endParaRPr lang="en-US" b="1" dirty="0"/>
          </a:p>
          <a:p>
            <a:r>
              <a:rPr lang="en-US" b="1" dirty="0"/>
              <a:t>Supports physical servers, VMware, Hyper-V, and Azure VMs</a:t>
            </a:r>
            <a:r>
              <a:rPr lang="en-US" dirty="0"/>
              <a:t> Whatever you're running—bare-metal servers in a </a:t>
            </a:r>
            <a:r>
              <a:rPr lang="en-US" dirty="0" err="1"/>
              <a:t>colo</a:t>
            </a:r>
            <a:r>
              <a:rPr lang="en-US" dirty="0"/>
              <a:t> facility, VMware </a:t>
            </a:r>
            <a:r>
              <a:rPr lang="en-US" dirty="0" err="1"/>
              <a:t>ESXi</a:t>
            </a:r>
            <a:r>
              <a:rPr lang="en-US" dirty="0"/>
              <a:t> hosts, System Center VMM-managed Hyper-V, or native Azure VMs—ASR can protect it. Each platform has its own replication architecture. VMware uses the configuration server and process server model, while Azure-to-Azure replication uses the Site Recovery extension that runs directly on VMs.</a:t>
            </a:r>
          </a:p>
          <a:p>
            <a:endParaRPr lang="en-US" b="1" dirty="0"/>
          </a:p>
          <a:p>
            <a:r>
              <a:rPr lang="en-US" b="1" dirty="0"/>
              <a:t>Recovery plans automate boot order and custom tasks</a:t>
            </a:r>
            <a:r>
              <a:rPr lang="en-US" dirty="0"/>
              <a:t> This is where ASR becomes enterprise-grade. You define which VMs boot first—typically your domain controllers and SQL servers, then web tiers, then application servers. Between groups, you can inject Azure Automation runbooks to handle tasks like reconfiguring load balancers or updating DNS records. This transforms DR from a manual fire drill into a one-click operation.</a:t>
            </a:r>
          </a:p>
          <a:p>
            <a:endParaRPr lang="en-US" b="1" dirty="0"/>
          </a:p>
          <a:p>
            <a:r>
              <a:rPr lang="en-US" b="1" dirty="0"/>
              <a:t>Adventure Works uses ASR to ensure continuity across datacenters</a:t>
            </a:r>
            <a:r>
              <a:rPr lang="en-US" dirty="0"/>
              <a:t> Adventure Works runs production workloads in Chicago and replicates to both their Denver facility and Azure West US 2. They've configured recovery plans that automatically fail over their SAP environment to Azure during regional disasters, with dependency mappings ensuring the HANA database comes online before application servers try connecting.</a:t>
            </a:r>
          </a:p>
          <a:p>
            <a:endParaRPr lang="en-US" b="1" dirty="0"/>
          </a:p>
          <a:p>
            <a:r>
              <a:rPr lang="en-US" b="1" dirty="0"/>
              <a:t>Microsoft Fictional Company:</a:t>
            </a:r>
            <a:r>
              <a:rPr lang="en-US" dirty="0"/>
              <a:t> Contoso Pharmaceuticals runs their clinical trial management system on VMware in Boston. They replicate to Azure East US 2, maintaining encryption compliance the whole way. During Hurricane Ophelia, they executed a planned failover to Azure in under 30 minutes, kept their trial data flowing without interruption, and failed back to on-premises once power was restored—all without losing a single patient record.</a:t>
            </a:r>
          </a:p>
          <a:p>
            <a:endParaRPr lang="en-US" b="1" dirty="0"/>
          </a:p>
          <a:p>
            <a:r>
              <a:rPr lang="en-US" b="1" dirty="0"/>
              <a:t>AZ-801 Tip:</a:t>
            </a:r>
            <a:r>
              <a:rPr lang="en-US" dirty="0"/>
              <a:t> Know the four protected workload types: physical servers, VMware VMs, Hyper-V VMs, and Azure VMs. Remember that ASR doesn't replicate Azure PaaS services like Azure SQL Database—those use their own geo-replication. Recovery plans support Azure Automation runbooks but not PowerShell scripts running locally on your management workstation.</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4057611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Network mapping ensures VMs retain connectivity and proper IP addressing when failing over to Azure or a secondary site.</a:t>
            </a:r>
          </a:p>
          <a:p>
            <a:endParaRPr lang="en-US" b="1" dirty="0"/>
          </a:p>
          <a:p>
            <a:r>
              <a:rPr lang="en-US" b="1" dirty="0"/>
              <a:t>Maps source networks to target networks in Azure</a:t>
            </a:r>
            <a:r>
              <a:rPr lang="en-US" dirty="0"/>
              <a:t> Network mapping creates persistent relationships between your on-premises VM networks and Azure virtual networks. When you enable replication, ASR asks you to map each source network to a target VNet in your recovery region. This isn't just a routing table entry—ASR tracks these mappings and automatically attaches failed-over VMs to the correct target subnet based on which source subnet they lived in before disaster struck.</a:t>
            </a:r>
          </a:p>
          <a:p>
            <a:endParaRPr lang="en-US" b="1" dirty="0"/>
          </a:p>
          <a:p>
            <a:r>
              <a:rPr lang="en-US" b="1" dirty="0"/>
              <a:t>Preserves IP addressing with subnet and NIC mapping</a:t>
            </a:r>
            <a:r>
              <a:rPr lang="en-US" dirty="0"/>
              <a:t> IP address preservation is the holy grail of disaster recovery. ASR can maintain the exact same IP addresses after failover if your target network uses the same address space as your source. If subnets match by name, ASR connects the replica VM to the identically-named target subnet. If there's no match, it defaults to the first subnet alphabetically in the target VNet. You can also configure static IP assignments or use Azure-assigned IPs depending on your recovery architecture.</a:t>
            </a:r>
          </a:p>
          <a:p>
            <a:endParaRPr lang="en-US" b="1" dirty="0"/>
          </a:p>
          <a:p>
            <a:r>
              <a:rPr lang="en-US" b="1" dirty="0"/>
              <a:t>Supports NSG (network security group) and load balancer associations</a:t>
            </a:r>
            <a:r>
              <a:rPr lang="en-US" dirty="0"/>
              <a:t> ASR doesn't automatically replicate NSGs or load balancers—that's by design to give you recovery-time flexibility. Instead, you pre-create NSGs in your target region and use recovery plan automation to associate them with failed-over VMs. Same principle for load balancers: build them in the recovery region ahead of time, then use Azure Automation runbooks in your recovery plan to add VMs to backend pools after they boot.</a:t>
            </a:r>
          </a:p>
          <a:p>
            <a:endParaRPr lang="en-US" b="1" dirty="0"/>
          </a:p>
          <a:p>
            <a:r>
              <a:rPr lang="en-US" b="1" dirty="0"/>
              <a:t>DNS integration ensures name resolution continuity</a:t>
            </a:r>
            <a:r>
              <a:rPr lang="en-US" dirty="0"/>
              <a:t> DNS is the often-forgotten piece of disaster recovery. ASR doesn't magically update your DNS records, but you can automate DNS updates using Azure Automation runbooks in recovery plans. For internal DNS, consider running replicated domain controllers in your recovery site. For external DNS, use Azure Traffic Manager or Azure DNS with health probes to automatically redirect traffic to your recovery region when the primary site goes dark.</a:t>
            </a:r>
          </a:p>
          <a:p>
            <a:endParaRPr lang="en-US" b="1" dirty="0"/>
          </a:p>
          <a:p>
            <a:r>
              <a:rPr lang="en-US" b="1" dirty="0"/>
              <a:t>Contoso ensures branch workloads map cleanly to Azure VNETs</a:t>
            </a:r>
            <a:r>
              <a:rPr lang="en-US" dirty="0"/>
              <a:t> Contoso runs 47 branch office file servers on Hyper-V across North America. They've mapped each branch's /24 subnet to a corresponding /24 subnet in Azure East US 2. During failover, each server retains its original IP address, which means branch offices don't need to update local configuration files or reconfigure VPN tunnels—they just keep hitting the same server IPs that are now hosted in Azure instead of on-premises.</a:t>
            </a:r>
          </a:p>
          <a:p>
            <a:endParaRPr lang="en-US" b="1" dirty="0"/>
          </a:p>
          <a:p>
            <a:r>
              <a:rPr lang="en-US" b="1" dirty="0"/>
              <a:t>Microsoft Fictional Company:</a:t>
            </a:r>
            <a:r>
              <a:rPr lang="en-US" dirty="0"/>
              <a:t> </a:t>
            </a:r>
            <a:r>
              <a:rPr lang="en-US" dirty="0" err="1"/>
              <a:t>Fabrikam</a:t>
            </a:r>
            <a:r>
              <a:rPr lang="en-US" dirty="0"/>
              <a:t> Manufacturing maps their production VLAN 10.50.0.0/24 to an identical Azure VNet subnet. They've pre-configured an NSG that blocks RDP from the internet but allows connections from their on-premises firewall's public IP. When they execute a test failover, their ERP VMs come online in Azure with identical IPs, the NSG automatically restricts access the way they want, and their SD-WAN appliances route traffic to Azure without human intervention.</a:t>
            </a:r>
          </a:p>
          <a:p>
            <a:endParaRPr lang="en-US" b="1" dirty="0"/>
          </a:p>
          <a:p>
            <a:r>
              <a:rPr lang="en-US" b="1" dirty="0"/>
              <a:t>AZ-801 Tip:</a:t>
            </a:r>
            <a:r>
              <a:rPr lang="en-US" dirty="0"/>
              <a:t> Remember that network mapping is bidirectional for Azure-to-Azure replication—you need mappings from primary to secondary region AND from secondary back to primary for failback scenarios. ASR creates default target </a:t>
            </a:r>
            <a:r>
              <a:rPr lang="en-US" dirty="0" err="1"/>
              <a:t>VNets</a:t>
            </a:r>
            <a:r>
              <a:rPr lang="en-US" dirty="0"/>
              <a:t> with a "-</a:t>
            </a:r>
            <a:r>
              <a:rPr lang="en-US" dirty="0" err="1"/>
              <a:t>asr</a:t>
            </a:r>
            <a:r>
              <a:rPr lang="en-US" dirty="0"/>
              <a:t>" suffix if you don't explicitly map to existing networks. Same address space preserves IPs; different address space assigns the next available IP in the target subnet range.</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2412235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This slide explains the three core ASR components for protecting on-premises VMware and physical servers: configuration server, mobility service, and process server.</a:t>
            </a:r>
          </a:p>
          <a:p>
            <a:endParaRPr lang="en-US" b="1" dirty="0"/>
          </a:p>
          <a:p>
            <a:r>
              <a:rPr lang="en-US" b="1" dirty="0"/>
              <a:t>Configuration server orchestrates replication</a:t>
            </a:r>
            <a:r>
              <a:rPr lang="en-US" dirty="0"/>
              <a:t> The configuration server is mission control for on-premises to Azure replication. This highly available VM runs in your source environment and coordinates communication between your protected machines, the mobility service agents, and Azure. It maintains the catalog of protected machines, stores replication metadata, and acts as the control plane for all replication operations. For production deployments, Microsoft recommends dedicating a machine with 8 cores, 16GB RAM, and SSD storage.</a:t>
            </a:r>
          </a:p>
          <a:p>
            <a:endParaRPr lang="en-US" b="1" dirty="0"/>
          </a:p>
          <a:p>
            <a:r>
              <a:rPr lang="en-US" b="1" dirty="0"/>
              <a:t>Mobility service agent installs on each protected machine</a:t>
            </a:r>
            <a:r>
              <a:rPr lang="en-US" dirty="0"/>
              <a:t> The mobility service is a lightweight agent that captures block-level writes on each protected server and forwards them to the process server. ASR can push-install this agent automatically when you enable replication—you just provide admin credentials. Or you can manually install it using MSI packages for Windows or shell scripts for Linux. The agent runs as a kernel-mode driver on Windows and a kernel module on Linux, which ensures it captures every write before it hits the disk.</a:t>
            </a:r>
          </a:p>
          <a:p>
            <a:endParaRPr lang="en-US" b="1" dirty="0"/>
          </a:p>
          <a:p>
            <a:r>
              <a:rPr lang="en-US" b="1" dirty="0"/>
              <a:t>Process server caches and optimizes replication traffic</a:t>
            </a:r>
            <a:r>
              <a:rPr lang="en-US" dirty="0"/>
              <a:t> The process server sits between protected machines and Azure, acting as a replication gateway. It receives data from mobility service agents, compresses it by up to 50%, encrypts it using AES-256, and uploads it to Azure Storage cache accounts. For large environments protecting hundreds of VMs, you deploy additional scale-out process servers to handle the aggregate replication bandwidth. Think of it as a smart caching and compression proxy specifically optimized for disaster recovery traffic.</a:t>
            </a:r>
          </a:p>
          <a:p>
            <a:endParaRPr lang="en-US" b="1" dirty="0"/>
          </a:p>
          <a:p>
            <a:r>
              <a:rPr lang="en-US" b="1" dirty="0"/>
              <a:t>Initial replication seeds workloads to Azure storage</a:t>
            </a:r>
            <a:r>
              <a:rPr lang="en-US" dirty="0"/>
              <a:t> Initial replication is the full baseline copy that establishes your recovery foundation in Azure. ASR transfers the entire VM disk over your internet or ExpressRoute connection to a cache storage account in your recovery region. This can take hours or even days depending on VM size and available bandwidth. Once initial replication completes, ASR switches to delta replication mode, tracking only changed blocks and replicating them every 5 minutes by default.</a:t>
            </a:r>
          </a:p>
          <a:p>
            <a:endParaRPr lang="en-US" b="1" dirty="0"/>
          </a:p>
          <a:p>
            <a:r>
              <a:rPr lang="en-US" b="1" dirty="0" err="1"/>
              <a:t>Fabrikam</a:t>
            </a:r>
            <a:r>
              <a:rPr lang="en-US" b="1" dirty="0"/>
              <a:t> uses ASR to protect legacy VMware workloads</a:t>
            </a:r>
            <a:r>
              <a:rPr lang="en-US" dirty="0"/>
              <a:t> </a:t>
            </a:r>
            <a:r>
              <a:rPr lang="en-US" dirty="0" err="1"/>
              <a:t>Fabrikam's</a:t>
            </a:r>
            <a:r>
              <a:rPr lang="en-US" dirty="0"/>
              <a:t> running a vSphere 6.5 cluster hosting legacy manufacturing execution systems that can't easily migrate to Azure PaaS. They've deployed a configuration server on a dedicated </a:t>
            </a:r>
            <a:r>
              <a:rPr lang="en-US" dirty="0" err="1"/>
              <a:t>ESXi</a:t>
            </a:r>
            <a:r>
              <a:rPr lang="en-US" dirty="0"/>
              <a:t> host, configured the process server to use their dedicated ExpressRoute circuit, and enabled replication for 23 VMs. Initial replication took 72 hours over their 1Gbps connection, but now delta replication consumes less than 100Mbps even during peak manufacturing hours.</a:t>
            </a:r>
          </a:p>
          <a:p>
            <a:endParaRPr lang="en-US" b="1" dirty="0"/>
          </a:p>
          <a:p>
            <a:r>
              <a:rPr lang="en-US" b="1" dirty="0"/>
              <a:t>Microsoft Fictional Company:</a:t>
            </a:r>
            <a:r>
              <a:rPr lang="en-US" dirty="0"/>
              <a:t> Tailwind Traders operates 14 physical Dell PowerEdge servers running their legacy inventory system on Windows Server 2012 R2. They can't virtualize these servers due to hardware dongles for their ERP software. Tailwind deployed ASR's configuration server in a Hyper-V VM on-premises, installed the mobility service on each physical server, and now replicates to Azure West Europe. During their Q4 DR test, they failed over all 14 servers to Azure VMs, validated the dongle-free web interfaces worked correctly, and failed back within 48 hours.</a:t>
            </a:r>
          </a:p>
          <a:p>
            <a:endParaRPr lang="en-US" b="1" dirty="0"/>
          </a:p>
          <a:p>
            <a:r>
              <a:rPr lang="en-US" b="1" dirty="0"/>
              <a:t>AZ-801 Tip:</a:t>
            </a:r>
            <a:r>
              <a:rPr lang="en-US" dirty="0"/>
              <a:t> Memorize the three-component architecture: configuration server orchestrates, mobility service captures writes, process server optimizes and uploads. The configuration server must be highly available—Microsoft recommends clustering or using Azure Site Recovery configuration server templates. Mobility service installation methods include push installation (automatic with credentials), manual installation (MSI or scripts), or automated deployment via SCCM.</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7</a:t>
            </a:fld>
            <a:endParaRPr lang="en-US"/>
          </a:p>
        </p:txBody>
      </p:sp>
    </p:spTree>
    <p:extLst>
      <p:ext uri="{BB962C8B-B14F-4D97-AF65-F5344CB8AC3E}">
        <p14:creationId xmlns:p14="http://schemas.microsoft.com/office/powerpoint/2010/main" val="1734776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Recovery plans transform disaster recovery from a manual checklist into an orchestrated, repeatable process.</a:t>
            </a:r>
          </a:p>
          <a:p>
            <a:endParaRPr lang="en-US" b="1" dirty="0"/>
          </a:p>
          <a:p>
            <a:r>
              <a:rPr lang="en-US" b="1" dirty="0"/>
              <a:t>Recovery plans define VM boot sequence and dependencies</a:t>
            </a:r>
            <a:r>
              <a:rPr lang="en-US" dirty="0"/>
              <a:t> Recovery plans are ordered groups of VMs that fail over together while respecting application dependencies. You organize VMs into groups—typically Group 1 contains domain controllers and infrastructure servers, Group 2 contains database servers, Group 3 contains application servers, and so on. ASR boots all machines in Group 1, waits for them to come online, then starts Group 2. This sequencing prevents your application servers from timing out while waiting for database connections that don't exist yet.</a:t>
            </a:r>
          </a:p>
          <a:p>
            <a:endParaRPr lang="en-US" b="1" dirty="0"/>
          </a:p>
          <a:p>
            <a:r>
              <a:rPr lang="en-US" b="1" dirty="0"/>
              <a:t>Manual steps or scripts extend recovery workflows</a:t>
            </a:r>
            <a:r>
              <a:rPr lang="en-US" dirty="0"/>
              <a:t> Between groups, you can inject manual action steps—like "Verify SQL Always On has elected a primary replica"—where ASR pauses the recovery plan and waits for an admin to confirm completion. More powerfully, you can inject </a:t>
            </a:r>
          </a:p>
          <a:p>
            <a:r>
              <a:rPr lang="en-US" dirty="0"/>
              <a:t>Azure Automation runbooks that execute automatically, handling tasks like creating Azure load balancers, updating DNS records, or reconfiguring NSG rules. These runbooks receive context about the recovery plan, including VM names, resource groups, and recovery point timestamps.</a:t>
            </a:r>
          </a:p>
          <a:p>
            <a:endParaRPr lang="en-US" b="1" dirty="0"/>
          </a:p>
          <a:p>
            <a:r>
              <a:rPr lang="en-US" b="1" dirty="0"/>
              <a:t>Azure Automation runbooks integrate with DR actions</a:t>
            </a:r>
            <a:r>
              <a:rPr lang="en-US" dirty="0"/>
              <a:t> Azure Automation runbooks run in Azure Automation accounts and can interact with Azure resources, on-premises systems via hybrid workers, or third-party APIs. Common runbook tasks include attaching failed-over VMs to load balancer backend pools, creating public IP addresses, sending notifications to Microsoft Teams or PagerDuty, and triggering post-failover application configuration changes. The recovery plan passes a context object to each runbook containing all the details it needs to do its job.</a:t>
            </a:r>
          </a:p>
          <a:p>
            <a:endParaRPr lang="en-US" b="1" dirty="0"/>
          </a:p>
          <a:p>
            <a:r>
              <a:rPr lang="en-US" b="1" dirty="0"/>
              <a:t>Test recovery plans in isolated sandbox environments</a:t>
            </a:r>
            <a:r>
              <a:rPr lang="en-US" dirty="0"/>
              <a:t> Test failovers create isolated recovery environments using Azure </a:t>
            </a:r>
            <a:r>
              <a:rPr lang="en-US" dirty="0" err="1"/>
              <a:t>VNets</a:t>
            </a:r>
            <a:r>
              <a:rPr lang="en-US" dirty="0"/>
              <a:t> that don't connect to production. You select a recovery point, choose a test network, and ASR spins up replica VMs in complete isolation. You can validate application functionality, test disaster recovery runbooks, and verify that backup integrations work—all without impacting production workloads or consuming production IP addresses. Once testing completes, you clean up the test environment with a single click.</a:t>
            </a:r>
          </a:p>
          <a:p>
            <a:endParaRPr lang="en-US" b="1" dirty="0"/>
          </a:p>
          <a:p>
            <a:r>
              <a:rPr lang="en-US" b="1" dirty="0"/>
              <a:t>Tailwind Traders validates quarterly DR drills with recovery plans</a:t>
            </a:r>
            <a:r>
              <a:rPr lang="en-US" dirty="0"/>
              <a:t> Tailwind Traders maintains a recovery plan for their e-commerce platform comprising 8 Azure VMs across three tiers: SQL Always On Availability Group in Group 1, .NET Core API servers in Group 2, and React frontend in Group 3. They've embedded runbooks that reconfigure Azure Front Door origins, update Azure Key Vault secrets with new database connection strings, and send Slack notifications to the on-call team. Every quarter, they execute a test failover, validate order processing works end-to-end, then clean up the test environment—all in under 4 hours.</a:t>
            </a:r>
          </a:p>
          <a:p>
            <a:endParaRPr lang="en-US" b="1" dirty="0"/>
          </a:p>
          <a:p>
            <a:r>
              <a:rPr lang="en-US" b="1" dirty="0"/>
              <a:t>Microsoft Fictional Company:</a:t>
            </a:r>
            <a:r>
              <a:rPr lang="en-US" dirty="0"/>
              <a:t> Contoso Healthcare built a recovery plan for their patient portal spanning 12 VMs. Group 1 boots domain controllers and Azure SQL Database Always On replicas. An Azure Automation runbook waits for SQL to elect a primary, then updates an Azure Private DNS zone with the listener name. Group 2 boots IIS web servers, and another runbook adds them to an Azure Application Gateway backend pool. Group 3 boots background worker VMs processing insurance claims. The entire plan executes in 22 minutes during quarterly compliance tests.</a:t>
            </a:r>
          </a:p>
          <a:p>
            <a:endParaRPr lang="en-US" b="1" dirty="0"/>
          </a:p>
          <a:p>
            <a:r>
              <a:rPr lang="en-US" b="1" dirty="0"/>
              <a:t>AZ-801 Tip:</a:t>
            </a:r>
            <a:r>
              <a:rPr lang="en-US" dirty="0"/>
              <a:t> Recovery plans support groups, scripts, and manual steps. Execution order: Group 1 VMs boot, Group 1 pre-action scripts run, Group 1 VMs start, Group 1 post-action scripts run, pause for manual steps if configured, then Group 2 begins. Test failovers use isolated networks, planned failovers shut down source VMs gracefully, and unplanned failovers assume source VMs are unavailable and use the latest available recovery point.</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9</a:t>
            </a:fld>
            <a:endParaRPr lang="en-US"/>
          </a:p>
        </p:txBody>
      </p:sp>
    </p:spTree>
    <p:extLst>
      <p:ext uri="{BB962C8B-B14F-4D97-AF65-F5344CB8AC3E}">
        <p14:creationId xmlns:p14="http://schemas.microsoft.com/office/powerpoint/2010/main" val="2039872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This slide covers Azure-to-Azure disaster recovery, where Azure VMs replicate from one region to another for protection against regional outages.</a:t>
            </a:r>
          </a:p>
          <a:p>
            <a:endParaRPr lang="en-US" b="1" dirty="0"/>
          </a:p>
          <a:p>
            <a:r>
              <a:rPr lang="en-US" b="1" dirty="0"/>
              <a:t>Replicates Azure VMs to a paired secondary region</a:t>
            </a:r>
            <a:r>
              <a:rPr lang="en-US" dirty="0"/>
              <a:t> Azure regions are organized into geographic pairs—like East US paired with West US, or North Europe paired with West Europe—to provide physical and logical isolation. ASR can replicate Azure VMs to their paired region or to any other Azure region globally. Microsoft prioritizes recovery of paired regions during widespread outages and staggers platform updates so paired regions don't update simultaneously. You're not required to use paired regions, but they provide additional guarantees.</a:t>
            </a:r>
          </a:p>
          <a:p>
            <a:endParaRPr lang="en-US" b="1" dirty="0"/>
          </a:p>
          <a:p>
            <a:r>
              <a:rPr lang="en-US" b="1" dirty="0"/>
              <a:t>Supports availability sets and proximity placement groups</a:t>
            </a:r>
            <a:r>
              <a:rPr lang="en-US" dirty="0"/>
              <a:t> When you enable replication for Azure VMs in availability sets, ASR preserves that configuration in the target region. If your source VMs are spread across Fault Domain 1 and Fault Domain 2, the replicas maintain that fault domain distribution in the recovery region. Similarly, proximity placement groups—which keep VMs physically close for low-latency communication—are recreated in the target region to maintain the same high-availability and performance characteristics.</a:t>
            </a:r>
          </a:p>
          <a:p>
            <a:endParaRPr lang="en-US" b="1" dirty="0"/>
          </a:p>
          <a:p>
            <a:r>
              <a:rPr lang="en-US" b="1" dirty="0"/>
              <a:t>Managed disk replication maintains storage configuration</a:t>
            </a:r>
            <a:r>
              <a:rPr lang="en-US" dirty="0"/>
              <a:t> ASR replicates Azure Managed Disks to cache storage accounts in the target region, then converts them to Managed Disks when you fail over. Disk types are preserved: Premium SSD source disks become Premium SSD recovery disks, Standard HDD stays Standard HDD. Disk encryption using Azure Disk Encryption or Customer-Managed Keys is maintained throughout replication and failover. You control the storage account used for cache operations and can use premium cache accounts to optimize replication performance.</a:t>
            </a:r>
          </a:p>
          <a:p>
            <a:endParaRPr lang="en-US" b="1" dirty="0"/>
          </a:p>
          <a:p>
            <a:r>
              <a:rPr lang="en-US" b="1" dirty="0"/>
              <a:t>Site Recovery extension installs on each VM</a:t>
            </a:r>
            <a:r>
              <a:rPr lang="en-US" dirty="0"/>
              <a:t> Azure-to-Azure replication uses the Site Recovery Mobility Service Extension, which installs automatically when you enable replication. Unlike the on-premises mobility service that requires agent deployment, the Azure extension is managed by the Azure platform and updates automatically. The extension runs inside the VM, captures write operations, and replicates them to the cache storage account. All replication traffic stays within the Azure backbone network and never traverses the public internet.</a:t>
            </a:r>
          </a:p>
          <a:p>
            <a:endParaRPr lang="en-US" b="1" dirty="0"/>
          </a:p>
          <a:p>
            <a:r>
              <a:rPr lang="en-US" b="1" dirty="0"/>
              <a:t>Adventure Works replicates critical SAP workloads across regions</a:t>
            </a:r>
            <a:r>
              <a:rPr lang="en-US" dirty="0"/>
              <a:t> Adventure Works runs SAP S/4HANA on Azure VMs in West Europe: one HANA database server with 512GB RAM, three application servers, and a separate Fiori frontend. They've enabled replication to North Europe with app-consistent snapshots every hour to capture SAP transaction consistency. During a test failover, they validated that HANA started with zero transaction log corruption, application servers reconnected automatically, and end users experienced only a 10-second interruption during DNS cutover.</a:t>
            </a:r>
          </a:p>
          <a:p>
            <a:endParaRPr lang="en-US" b="1" dirty="0"/>
          </a:p>
          <a:p>
            <a:r>
              <a:rPr lang="en-US" b="1" dirty="0"/>
              <a:t>Microsoft Fictional Company:</a:t>
            </a:r>
            <a:r>
              <a:rPr lang="en-US" dirty="0"/>
              <a:t> </a:t>
            </a:r>
            <a:r>
              <a:rPr lang="en-US" dirty="0" err="1"/>
              <a:t>Fabrikam</a:t>
            </a:r>
            <a:r>
              <a:rPr lang="en-US" dirty="0"/>
              <a:t> Financial Services operates a trading platform in Azure East US using 8 Azure VMs in an availability set. They've replicated to Azure West US 2 to protect against regional failure. Their SQL Server Always On Availability Group is configured with synchronous-commit in East US and an ASR-protected replica in West US 2. During the 2024 East US region partial outage, </a:t>
            </a:r>
            <a:r>
              <a:rPr lang="en-US" dirty="0" err="1"/>
              <a:t>Fabrikam</a:t>
            </a:r>
            <a:r>
              <a:rPr lang="en-US" dirty="0"/>
              <a:t> executed a planned failover to West US 2, maintained ACID compliance for in-flight transactions, and continued trading operations with only 3 minutes of planned downtime for DNS cutover.</a:t>
            </a:r>
          </a:p>
          <a:p>
            <a:endParaRPr lang="en-US" b="1" dirty="0"/>
          </a:p>
          <a:p>
            <a:r>
              <a:rPr lang="en-US" b="1" dirty="0"/>
              <a:t>AZ-801 Tip:</a:t>
            </a:r>
            <a:r>
              <a:rPr lang="en-US" dirty="0"/>
              <a:t> Azure-to-Azure replication doesn't require a configuration server—the Site Recovery extension is built into the Azure VM platform. Know the difference between availability sets (fault domain and update domain distribution within a region) and proximity placement groups (physical co-location for low latency). Microsoft staggers updates between paired regions, and platform recovery prioritizes paired regions during large-scale disasters.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11</a:t>
            </a:fld>
            <a:endParaRPr lang="en-US"/>
          </a:p>
        </p:txBody>
      </p:sp>
    </p:spTree>
    <p:extLst>
      <p:ext uri="{BB962C8B-B14F-4D97-AF65-F5344CB8AC3E}">
        <p14:creationId xmlns:p14="http://schemas.microsoft.com/office/powerpoint/2010/main" val="1498120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This slide explains the two phases of replication—initial replication and delta replication—and how ASR maintains point-in-time recovery points.</a:t>
            </a:r>
          </a:p>
          <a:p>
            <a:endParaRPr lang="en-US" b="1" dirty="0"/>
          </a:p>
          <a:p>
            <a:r>
              <a:rPr lang="en-US" b="1" dirty="0"/>
              <a:t>Initial replication transfers full VM image</a:t>
            </a:r>
            <a:r>
              <a:rPr lang="en-US" dirty="0"/>
              <a:t> Initial replication is the baseline seed operation. ASR creates a snapshot of each VM disk at a point in time, then transfers every single block to the target region's cache storage account. For a 1TB disk with 400GB of actual data, ASR transfers the full 400GB of used blocks. This operation can take hours or days depending on disk size, network bandwidth, and how many concurrent replications you're running. Once complete, ASR switches to delta replication mode and begins tracking only changed blocks going forward.</a:t>
            </a:r>
          </a:p>
          <a:p>
            <a:endParaRPr lang="en-US" b="1" dirty="0"/>
          </a:p>
          <a:p>
            <a:r>
              <a:rPr lang="en-US" b="1" dirty="0"/>
              <a:t>Delta replication keeps data in sync</a:t>
            </a:r>
            <a:r>
              <a:rPr lang="en-US" dirty="0"/>
              <a:t> After initial replication completes, ASR enters continuous delta replication mode. The mobility service or Site Recovery extension captures write operations as they occur and queues them for replication. Every 5 minutes, ASR packages up changed blocks, compresses them, encrypts them, and uploads them to the cache storage account. This continuous replication ensures your recovery points stay fresh—typically within 5 to 15 minutes of the source VM's current state under normal conditions.</a:t>
            </a:r>
          </a:p>
          <a:p>
            <a:endParaRPr lang="en-US" b="1" dirty="0"/>
          </a:p>
          <a:p>
            <a:r>
              <a:rPr lang="en-US" b="1" dirty="0"/>
              <a:t>Recovery point retention supports point-in-time restores</a:t>
            </a:r>
            <a:r>
              <a:rPr lang="en-US" dirty="0"/>
              <a:t> ASR maintains multiple recovery points based on your replication policy settings. Crash-consistent recovery points are created every 5 minutes automatically. App-consistent recovery points—which use VSS on Windows or custom scripts on Linux—can be configured from hourly to daily intervals. You can retain recovery points for 1 to 15 days for Azure VMs or up to 72 hours for on-premises workloads. This retention window lets you roll back to a point before data corruption occurred, like recovering to yesterday's 2pm snapshot if ransomware encrypted your database at 3pm today.</a:t>
            </a:r>
          </a:p>
          <a:p>
            <a:endParaRPr lang="en-US" b="1" dirty="0"/>
          </a:p>
          <a:p>
            <a:r>
              <a:rPr lang="en-US" b="1" dirty="0"/>
              <a:t>Multi-VM consistency ensures app-level recovery</a:t>
            </a:r>
            <a:r>
              <a:rPr lang="en-US" dirty="0"/>
              <a:t> Multi-VM consistency groups multiple VMs together so they fail over to the exact same point in time with shared crash-consistent or app-consistent recovery points. This is critical for multi-tier applications: you don't want your database failed over to 2:05pm but your application server failed over to 2:03pm, creating a 2-minute data inconsistency. ASR can group up to 16 VMs into a replication group, ensuring they all fail over to synchronized recovery points for true application-level consistency.</a:t>
            </a:r>
          </a:p>
          <a:p>
            <a:endParaRPr lang="en-US" b="1" dirty="0"/>
          </a:p>
          <a:p>
            <a:r>
              <a:rPr lang="en-US" b="1" dirty="0" err="1"/>
              <a:t>Fabrikam</a:t>
            </a:r>
            <a:r>
              <a:rPr lang="en-US" b="1" dirty="0"/>
              <a:t> uses replication to meet financial RPO/RTO requirements</a:t>
            </a:r>
            <a:r>
              <a:rPr lang="en-US" dirty="0"/>
              <a:t> </a:t>
            </a:r>
            <a:r>
              <a:rPr lang="en-US" dirty="0" err="1"/>
              <a:t>Fabrikam's</a:t>
            </a:r>
            <a:r>
              <a:rPr lang="en-US" dirty="0"/>
              <a:t> regulatory compliance mandates 15-minute RPO and 4-hour RTO for customer-facing trading systems. They've configured ASR delta replication with 5-minute intervals and 7-day retention windows. App-consistent snapshots run every hour to capture transaction consistency using SQL Server VSS writers. During their quarterly DR test, they demonstrated 12-minute RPO and 45-minute RTO, exceeding regulatory requirements by a comfortable margin and proving compliance to auditors.</a:t>
            </a:r>
          </a:p>
          <a:p>
            <a:endParaRPr lang="en-US" b="1" dirty="0"/>
          </a:p>
          <a:p>
            <a:r>
              <a:rPr lang="en-US" b="1" dirty="0"/>
              <a:t>Microsoft Fictional Company:</a:t>
            </a:r>
            <a:r>
              <a:rPr lang="en-US" dirty="0"/>
              <a:t> Contoso Retail runs a three-tier e-commerce platform: SQL Always On Availability Group, .NET Core API servers, and React frontend—all in a multi-VM consistency group. During Black Friday, a developer accidentally dropped the primary customer table. They used ASR's recovery points to restore all three tiers to yesterday's midnight app-consistent snapshot. The restoration took 18 minutes, they replayed transaction logs to recover to 11:58pm (2 minutes before the drop), and recovered 99.97% of customer data with minimal impact to Black Friday sales.</a:t>
            </a:r>
          </a:p>
          <a:p>
            <a:endParaRPr lang="en-US" b="1" dirty="0"/>
          </a:p>
          <a:p>
            <a:r>
              <a:rPr lang="en-US" b="1" dirty="0"/>
              <a:t>AZ-801 Tip:</a:t>
            </a:r>
            <a:r>
              <a:rPr lang="en-US" dirty="0"/>
              <a:t> Know the difference between crash-consistent (every 5 minutes, captures on-disk data only) and app-consistent (configurable intervals, uses VSS or scripts to capture in-memory and in-flight transactions). Initial replication transfers the entire disk, delta replication transfers only changed blocks. Multi-VM consistency groups are limited to 16 VMs and can impact performance—only use them for tightly coupled multi-tier applications requiring shared recovery points.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13</a:t>
            </a:fld>
            <a:endParaRPr lang="en-US"/>
          </a:p>
        </p:txBody>
      </p:sp>
    </p:spTree>
    <p:extLst>
      <p:ext uri="{BB962C8B-B14F-4D97-AF65-F5344CB8AC3E}">
        <p14:creationId xmlns:p14="http://schemas.microsoft.com/office/powerpoint/2010/main" val="2380532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Replication policies define the rules for recovery point creation, retention, and consistency snapshots.</a:t>
            </a:r>
          </a:p>
          <a:p>
            <a:endParaRPr lang="en-US" b="1" dirty="0"/>
          </a:p>
          <a:p>
            <a:r>
              <a:rPr lang="en-US" b="1" dirty="0"/>
              <a:t>Recovery Point Objective (RPO) settings define sync frequency</a:t>
            </a:r>
            <a:r>
              <a:rPr lang="en-US" dirty="0"/>
              <a:t> RPO measures how much data you can afford to lose during a disaster, expressed as a time window. ASR doesn't let you directly configure the delta replication frequency—it's fixed at 5 minutes for crash-consistent points. Instead, the RPO threshold setting triggers alerts when replication falls behind. If you set RPO threshold to 30 minutes and delta replication latency exceeds 30 minutes (perhaps due to network congestion), ASR fires an Azure Monitor alert so you can investigate and remediate the lag before it becomes a compliance issue.</a:t>
            </a:r>
          </a:p>
          <a:p>
            <a:endParaRPr lang="en-US" b="1" dirty="0"/>
          </a:p>
          <a:p>
            <a:r>
              <a:rPr lang="en-US" b="1" dirty="0"/>
              <a:t>Retention periods specify how long recovery points are kept</a:t>
            </a:r>
            <a:r>
              <a:rPr lang="en-US" dirty="0"/>
              <a:t> Retention period controls your point-in-time recovery window. For Azure VM replication, you can retain recovery points for 1 to 15 days. For on-premises VMware and Hyper-V to Azure, retention is 1 to 72 hours. Longer retention consumes more cache storage in your recovery region—ASR maintains multiple snapshots across the retention window. A 7-day retention period might mean 2,000+ crash-consistent points plus 168 hourly app-consistent points, each consuming incremental storage based on your change rate.</a:t>
            </a:r>
          </a:p>
          <a:p>
            <a:endParaRPr lang="en-US" b="1" dirty="0"/>
          </a:p>
          <a:p>
            <a:r>
              <a:rPr lang="en-US" b="1" dirty="0"/>
              <a:t>App-consistent snapshots preserve transactional integrity</a:t>
            </a:r>
            <a:r>
              <a:rPr lang="en-US" dirty="0"/>
              <a:t> App-consistent snapshots use Volume Shadow Copy Service on Windows or custom pre/post scripts on Linux to quiesce applications before capturing a snapshot. This ensures in-flight transactions complete, buffers flush to disk, and applications reach a known-good state before the snapshot occurs. For SQL Server, ASR invokes the SQL Writer, which freezes new transactions, flushes dirty pages to disk, and records the LSN so recovery can replay the transaction log precisely.</a:t>
            </a:r>
          </a:p>
          <a:p>
            <a:endParaRPr lang="en-US" b="1" dirty="0"/>
          </a:p>
          <a:p>
            <a:r>
              <a:rPr lang="en-US" b="1" dirty="0"/>
              <a:t>Crash-consistent snapshots provide baseline protection</a:t>
            </a:r>
            <a:r>
              <a:rPr lang="en-US" dirty="0"/>
              <a:t> Crash-consistent snapshots capture disk state without application coordination—imagine pulling the power cable from a running server. These snapshots happen every 5 minutes automatically and can't be disabled. Most modern applications recover cleanly from crash-consistent snapshots using transaction logs or write-ahead logging. File servers, web servers, and print servers are perfectly fine with crash-consistent recovery. Databases might lose a few seconds of in-flight transactions but remain consistent after log replay.</a:t>
            </a:r>
          </a:p>
          <a:p>
            <a:endParaRPr lang="en-US" b="1" dirty="0"/>
          </a:p>
          <a:p>
            <a:r>
              <a:rPr lang="en-US" b="1" dirty="0"/>
              <a:t>Contoso enforces strict RPOs for regulated workloads</a:t>
            </a:r>
            <a:r>
              <a:rPr lang="en-US" dirty="0"/>
              <a:t> Contoso Insurance operates claims processing systems subject to state insurance regulations requiring 30-minute RPO. They've configured ASR with RPO threshold alerts at 20 minutes, giving them a 10-minute early warning buffer. Retention is set to 72 hours to support auditor requests for "recovery to any point in the last three days." App-consistent snapshots run every 30 minutes during business hours (8am to 6pm) to capture transaction consistency while minimizing VSS impact during off-hours batch processing.</a:t>
            </a:r>
          </a:p>
          <a:p>
            <a:endParaRPr lang="en-US" b="1" dirty="0"/>
          </a:p>
          <a:p>
            <a:r>
              <a:rPr lang="en-US" b="1" dirty="0"/>
              <a:t>Microsoft Fictional Company:</a:t>
            </a:r>
            <a:r>
              <a:rPr lang="en-US" dirty="0"/>
              <a:t> Tailwind Traders runs 47 Azure VMs across East US hosting their supply chain management system. Their replication policy uses 24-hour retention (keeping 288 crash-consistent points and 24 hourly app-consistent points), RPO threshold alerts at 15 minutes, and app-consistent snapshots coordinated with their ERP system's checkpoint schedule. During a ransomware incident, they used a 6-hour-old app-consistent recovery point from before encryption began, failed over to West US 2, and recovered operations within 90 minutes.</a:t>
            </a:r>
          </a:p>
          <a:p>
            <a:endParaRPr lang="en-US" b="1" dirty="0"/>
          </a:p>
          <a:p>
            <a:r>
              <a:rPr lang="en-US" b="1" dirty="0"/>
              <a:t>AZ-801 Tip:</a:t>
            </a:r>
            <a:r>
              <a:rPr lang="en-US" dirty="0"/>
              <a:t> Memorize the retention limits: Azure VM replication supports 1 to 15 days, on-premises to Azure supports 1 to 72 hours. Crash-consistent points occur every 5 minutes and can't be disabled. App-consistent snapshots are optional and configurable from 1 to 24 hours (minimum 1 hour). The RPO threshold is an alert trigger, not an actual replication frequency control. Exam questions often ask you to calculate storage consumption based on retention period, change rate, and snapshot frequency.</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15</a:t>
            </a:fld>
            <a:endParaRPr lang="en-US"/>
          </a:p>
        </p:txBody>
      </p:sp>
    </p:spTree>
    <p:extLst>
      <p:ext uri="{BB962C8B-B14F-4D97-AF65-F5344CB8AC3E}">
        <p14:creationId xmlns:p14="http://schemas.microsoft.com/office/powerpoint/2010/main" val="348804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16</a:t>
            </a:fld>
            <a:endParaRPr lang="en-US"/>
          </a:p>
        </p:txBody>
      </p:sp>
    </p:spTree>
    <p:extLst>
      <p:ext uri="{BB962C8B-B14F-4D97-AF65-F5344CB8AC3E}">
        <p14:creationId xmlns:p14="http://schemas.microsoft.com/office/powerpoint/2010/main" val="20246252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Sat, 10/25/2025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3"/>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4"/>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15: Implement Azure Site Recovery</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sz="1400" dirty="0"/>
              <a:t>15.1. Configure Azure Site Recovery network mapping </a:t>
            </a:r>
          </a:p>
          <a:p>
            <a:pPr>
              <a:spcBef>
                <a:spcPts val="200"/>
              </a:spcBef>
              <a:spcAft>
                <a:spcPts val="400"/>
              </a:spcAft>
            </a:pPr>
            <a:r>
              <a:rPr lang="en-US" sz="1400" dirty="0"/>
              <a:t>15.2. Configure Site Recovery for on-premises servers </a:t>
            </a:r>
          </a:p>
          <a:p>
            <a:pPr>
              <a:spcBef>
                <a:spcPts val="200"/>
              </a:spcBef>
              <a:spcAft>
                <a:spcPts val="400"/>
              </a:spcAft>
            </a:pPr>
            <a:r>
              <a:rPr lang="en-US" sz="1400" dirty="0"/>
              <a:t>15.3. Configure a recovery plan in Azure Site Recovery </a:t>
            </a:r>
          </a:p>
          <a:p>
            <a:pPr>
              <a:spcBef>
                <a:spcPts val="200"/>
              </a:spcBef>
              <a:spcAft>
                <a:spcPts val="400"/>
              </a:spcAft>
            </a:pPr>
            <a:r>
              <a:rPr lang="en-US" sz="1400" dirty="0"/>
              <a:t>15.4. Configure Site Recovery for Azure VMs </a:t>
            </a:r>
          </a:p>
          <a:p>
            <a:pPr>
              <a:spcBef>
                <a:spcPts val="200"/>
              </a:spcBef>
              <a:spcAft>
                <a:spcPts val="400"/>
              </a:spcAft>
            </a:pPr>
            <a:r>
              <a:rPr lang="en-US" sz="1400" dirty="0"/>
              <a:t>15.5. Implement VM replication to secondary datacenter or Azure region </a:t>
            </a:r>
          </a:p>
          <a:p>
            <a:pPr>
              <a:spcBef>
                <a:spcPts val="200"/>
              </a:spcBef>
              <a:spcAft>
                <a:spcPts val="400"/>
              </a:spcAft>
            </a:pPr>
            <a:r>
              <a:rPr lang="en-US" sz="1400" dirty="0"/>
              <a:t>15.6. Configure Azure Site Recovery replication policies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15.1 Configure Azure Site Recovery network mapping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12113" cy="463628"/>
          </a:xfrm>
        </p:spPr>
        <p:txBody>
          <a:bodyPr/>
          <a:lstStyle/>
          <a:p>
            <a:r>
              <a:rPr lang="en-US" sz="2400"/>
              <a:t>Orchestrated disaster recovery for hybrid workloads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Site Recovery replicates workloads to a secondary site or Azure</a:t>
            </a:r>
          </a:p>
          <a:p>
            <a:r>
              <a:rPr lang="en-US" sz="1800" dirty="0"/>
              <a:t>Provides business continuity during planned and unplanned outages</a:t>
            </a:r>
          </a:p>
          <a:p>
            <a:r>
              <a:rPr lang="en-US" sz="1800" dirty="0"/>
              <a:t>Supports physical servers, VMware, Hyper-V, and Azure VMs</a:t>
            </a:r>
          </a:p>
          <a:p>
            <a:r>
              <a:rPr lang="en-US" sz="1800" dirty="0"/>
              <a:t>Recovery plans automate boot order and custom tasks</a:t>
            </a:r>
          </a:p>
          <a:p>
            <a:r>
              <a:rPr lang="en-US" sz="1800" dirty="0"/>
              <a:t>Adventure Works uses ASR to ensure continuity across datacenters</a:t>
            </a:r>
          </a:p>
        </p:txBody>
      </p:sp>
    </p:spTree>
    <p:extLst>
      <p:ext uri="{BB962C8B-B14F-4D97-AF65-F5344CB8AC3E}">
        <p14:creationId xmlns:p14="http://schemas.microsoft.com/office/powerpoint/2010/main" val="1922361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Maintain connectivity during failover</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Maps source networks to target networks in Azure</a:t>
            </a:r>
          </a:p>
          <a:p>
            <a:r>
              <a:rPr lang="en-US" sz="1800" dirty="0"/>
              <a:t>Preserves IP addressing with subnet and NIC mapping</a:t>
            </a:r>
          </a:p>
          <a:p>
            <a:r>
              <a:rPr lang="en-US" sz="1800" dirty="0"/>
              <a:t>Supports NSG (network security group) and load balancer associations</a:t>
            </a:r>
          </a:p>
          <a:p>
            <a:r>
              <a:rPr lang="en-US" sz="1800" dirty="0"/>
              <a:t>DNS integration ensures name resolution continuity</a:t>
            </a:r>
          </a:p>
          <a:p>
            <a:r>
              <a:rPr lang="en-US" sz="1800" dirty="0"/>
              <a:t>Contoso ensures branch workloads map cleanly to Azure VNETs</a:t>
            </a:r>
          </a:p>
        </p:txBody>
      </p:sp>
    </p:spTree>
    <p:extLst>
      <p:ext uri="{BB962C8B-B14F-4D97-AF65-F5344CB8AC3E}">
        <p14:creationId xmlns:p14="http://schemas.microsoft.com/office/powerpoint/2010/main" val="338712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15.2 Configure Site Recovery for on-premises servers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097318" cy="463628"/>
          </a:xfrm>
        </p:spPr>
        <p:txBody>
          <a:bodyPr/>
          <a:lstStyle/>
          <a:p>
            <a:r>
              <a:rPr lang="en-US"/>
              <a:t>Enable replication for physical and virtual servers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Configuration server orchestrates replication</a:t>
            </a:r>
          </a:p>
          <a:p>
            <a:r>
              <a:rPr lang="en-US" sz="1800" dirty="0"/>
              <a:t>Mobility service agent installs on each protected machine</a:t>
            </a:r>
          </a:p>
          <a:p>
            <a:r>
              <a:rPr lang="en-US" sz="1800" dirty="0"/>
              <a:t>Process server caches and optimizes replication traffic</a:t>
            </a:r>
          </a:p>
          <a:p>
            <a:r>
              <a:rPr lang="en-US" sz="1800" dirty="0"/>
              <a:t>Initial replication seeds workloads to Azure storage</a:t>
            </a:r>
          </a:p>
          <a:p>
            <a:r>
              <a:rPr lang="en-US" sz="1800" dirty="0" err="1"/>
              <a:t>Fabrikam</a:t>
            </a:r>
            <a:r>
              <a:rPr lang="en-US" sz="1800" dirty="0"/>
              <a:t> uses ASR to protect legacy VMware workloads</a:t>
            </a:r>
          </a:p>
        </p:txBody>
      </p:sp>
    </p:spTree>
    <p:extLst>
      <p:ext uri="{BB962C8B-B14F-4D97-AF65-F5344CB8AC3E}">
        <p14:creationId xmlns:p14="http://schemas.microsoft.com/office/powerpoint/2010/main" val="344907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15.3 Configure a recovery plan in Azure Site Recovery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Automate failover with recovery plans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Recovery plans define VM boot sequence and dependencies</a:t>
            </a:r>
          </a:p>
          <a:p>
            <a:r>
              <a:rPr lang="en-US" sz="1800" dirty="0"/>
              <a:t>Manual steps or scripts extend recovery workflows</a:t>
            </a:r>
          </a:p>
          <a:p>
            <a:r>
              <a:rPr lang="en-US" sz="1800" dirty="0"/>
              <a:t>Azure Automation runbooks integrate with DR actions</a:t>
            </a:r>
          </a:p>
          <a:p>
            <a:r>
              <a:rPr lang="en-US" sz="1800" dirty="0"/>
              <a:t>Test recovery plans in isolated sandbox environments</a:t>
            </a:r>
          </a:p>
          <a:p>
            <a:r>
              <a:rPr lang="en-US" sz="1800" dirty="0"/>
              <a:t>Tailwind Traders validates quarterly DR drills with recovery plans</a:t>
            </a:r>
          </a:p>
        </p:txBody>
      </p:sp>
    </p:spTree>
    <p:extLst>
      <p:ext uri="{BB962C8B-B14F-4D97-AF65-F5344CB8AC3E}">
        <p14:creationId xmlns:p14="http://schemas.microsoft.com/office/powerpoint/2010/main" val="1355004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15.4 Configure Site Recovery for Azure VMs </a:t>
            </a:r>
          </a:p>
        </p:txBody>
      </p:sp>
    </p:spTree>
    <p:extLst>
      <p:ext uri="{BB962C8B-B14F-4D97-AF65-F5344CB8AC3E}">
        <p14:creationId xmlns:p14="http://schemas.microsoft.com/office/powerpoint/2010/main" val="57884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Enable regional replication for Azure VMs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Replicates Azure VMs to a paired secondary region</a:t>
            </a:r>
          </a:p>
          <a:p>
            <a:r>
              <a:rPr lang="en-US" sz="1800" dirty="0"/>
              <a:t>Supports availability sets and proximity placement groups</a:t>
            </a:r>
          </a:p>
          <a:p>
            <a:r>
              <a:rPr lang="en-US" sz="1800" dirty="0"/>
              <a:t>Managed disk replication maintains storage configuration</a:t>
            </a:r>
          </a:p>
          <a:p>
            <a:r>
              <a:rPr lang="en-US" sz="1800" dirty="0"/>
              <a:t>Site Recovery extension installs on each VM</a:t>
            </a:r>
          </a:p>
          <a:p>
            <a:r>
              <a:rPr lang="en-US" sz="1800" dirty="0"/>
              <a:t>Adventure Works replicates critical SAP workloads across regions</a:t>
            </a:r>
          </a:p>
        </p:txBody>
      </p:sp>
    </p:spTree>
    <p:extLst>
      <p:ext uri="{BB962C8B-B14F-4D97-AF65-F5344CB8AC3E}">
        <p14:creationId xmlns:p14="http://schemas.microsoft.com/office/powerpoint/2010/main" val="231052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15.5 Implement VM replication to secondary datacenter or Azure region </a:t>
            </a:r>
          </a:p>
        </p:txBody>
      </p:sp>
    </p:spTree>
    <p:extLst>
      <p:ext uri="{BB962C8B-B14F-4D97-AF65-F5344CB8AC3E}">
        <p14:creationId xmlns:p14="http://schemas.microsoft.com/office/powerpoint/2010/main" val="2481810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Keep workloads synchronized with replication</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Initial replication transfers full VM image</a:t>
            </a:r>
          </a:p>
          <a:p>
            <a:r>
              <a:rPr lang="en-US" sz="1800" dirty="0"/>
              <a:t>Delta replication keeps data in sync</a:t>
            </a:r>
          </a:p>
          <a:p>
            <a:r>
              <a:rPr lang="en-US" sz="1800" dirty="0"/>
              <a:t>Recovery point retention supports point-in-time restores</a:t>
            </a:r>
          </a:p>
          <a:p>
            <a:r>
              <a:rPr lang="en-US" sz="1800" dirty="0"/>
              <a:t>Multi-VM consistency ensures app-level recovery</a:t>
            </a:r>
          </a:p>
          <a:p>
            <a:r>
              <a:rPr lang="en-US" sz="1800" dirty="0" err="1"/>
              <a:t>Fabrikam</a:t>
            </a:r>
            <a:r>
              <a:rPr lang="en-US" sz="1800" dirty="0"/>
              <a:t> uses replication to meet financial RPO/RTO requirements</a:t>
            </a:r>
          </a:p>
        </p:txBody>
      </p:sp>
    </p:spTree>
    <p:extLst>
      <p:ext uri="{BB962C8B-B14F-4D97-AF65-F5344CB8AC3E}">
        <p14:creationId xmlns:p14="http://schemas.microsoft.com/office/powerpoint/2010/main" val="199965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15.6 </a:t>
            </a:r>
            <a:r>
              <a:rPr lang="en-US" sz="3600" dirty="0">
                <a:solidFill>
                  <a:srgbClr val="0978D8"/>
                </a:solidFill>
              </a:rPr>
              <a:t>Configure Azure Site Recovery replication policies </a:t>
            </a:r>
          </a:p>
        </p:txBody>
      </p:sp>
    </p:spTree>
    <p:extLst>
      <p:ext uri="{BB962C8B-B14F-4D97-AF65-F5344CB8AC3E}">
        <p14:creationId xmlns:p14="http://schemas.microsoft.com/office/powerpoint/2010/main" val="2982385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Control replication with policies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Recovery Point Objective (RPO) settings define sync frequency</a:t>
            </a:r>
          </a:p>
          <a:p>
            <a:r>
              <a:rPr lang="en-US" sz="1800" dirty="0"/>
              <a:t>Retention periods specify how long recovery points are kept</a:t>
            </a:r>
          </a:p>
          <a:p>
            <a:r>
              <a:rPr lang="en-US" sz="1800" dirty="0"/>
              <a:t>App-consistent snapshots preserve transactional integrity</a:t>
            </a:r>
          </a:p>
          <a:p>
            <a:r>
              <a:rPr lang="en-US" sz="1800" dirty="0"/>
              <a:t>Crash-consistent snapshots provide </a:t>
            </a:r>
            <a:r>
              <a:rPr lang="en-US" sz="1800"/>
              <a:t>baseline protection</a:t>
            </a:r>
          </a:p>
          <a:p>
            <a:r>
              <a:rPr lang="en-US" sz="1800"/>
              <a:t>Contoso </a:t>
            </a:r>
            <a:r>
              <a:rPr lang="en-US" sz="1800" dirty="0"/>
              <a:t>enforces strict RPOs for regulated workloads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Azure Site Recovery solution architecture</a:t>
            </a:r>
          </a:p>
        </p:txBody>
      </p:sp>
      <p:pic>
        <p:nvPicPr>
          <p:cNvPr id="4" name="Picture 3">
            <a:extLst>
              <a:ext uri="{FF2B5EF4-FFF2-40B4-BE49-F238E27FC236}">
                <a16:creationId xmlns:a16="http://schemas.microsoft.com/office/drawing/2014/main" id="{8C7B27EF-9A12-D829-9407-3DCF3D244451}"/>
              </a:ext>
            </a:extLst>
          </p:cNvPr>
          <p:cNvPicPr>
            <a:picLocks noChangeAspect="1"/>
          </p:cNvPicPr>
          <p:nvPr/>
        </p:nvPicPr>
        <p:blipFill>
          <a:blip r:embed="rId3"/>
          <a:stretch>
            <a:fillRect/>
          </a:stretch>
        </p:blipFill>
        <p:spPr>
          <a:xfrm>
            <a:off x="1428007" y="720343"/>
            <a:ext cx="6287985" cy="4393528"/>
          </a:xfrm>
          <a:prstGeom prst="rect">
            <a:avLst/>
          </a:prstGeom>
        </p:spPr>
      </p:pic>
      <p:sp>
        <p:nvSpPr>
          <p:cNvPr id="8" name="Rectangle: Rounded Corners 7">
            <a:extLst>
              <a:ext uri="{FF2B5EF4-FFF2-40B4-BE49-F238E27FC236}">
                <a16:creationId xmlns:a16="http://schemas.microsoft.com/office/drawing/2014/main" id="{1155EB2F-7448-A2AA-7CA9-989CB37A3F86}"/>
              </a:ext>
            </a:extLst>
          </p:cNvPr>
          <p:cNvSpPr/>
          <p:nvPr/>
        </p:nvSpPr>
        <p:spPr>
          <a:xfrm>
            <a:off x="2668468" y="3959529"/>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timw.info/asr9</a:t>
            </a:r>
          </a:p>
        </p:txBody>
      </p:sp>
    </p:spTree>
    <p:extLst>
      <p:ext uri="{BB962C8B-B14F-4D97-AF65-F5344CB8AC3E}">
        <p14:creationId xmlns:p14="http://schemas.microsoft.com/office/powerpoint/2010/main" val="4080705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3.xml><?xml version="1.0" encoding="utf-8"?>
<ds:datastoreItem xmlns:ds="http://schemas.openxmlformats.org/officeDocument/2006/customXml" ds:itemID="{F06F2DAC-CAA4-4A51-97BC-E2784D774C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34414</TotalTime>
  <Words>4785</Words>
  <Application>Microsoft Office PowerPoint</Application>
  <PresentationFormat>On-screen Show (16:9)</PresentationFormat>
  <Paragraphs>177</Paragraphs>
  <Slides>16</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Orchestrated disaster recovery for hybrid workloads</vt:lpstr>
      <vt:lpstr>Maintain connectivity during failover</vt:lpstr>
      <vt:lpstr>PowerPoint Presentation</vt:lpstr>
      <vt:lpstr>Enable replication for physical and virtual servers</vt:lpstr>
      <vt:lpstr>PowerPoint Presentation</vt:lpstr>
      <vt:lpstr>Automate failover with recovery plans</vt:lpstr>
      <vt:lpstr>PowerPoint Presentation</vt:lpstr>
      <vt:lpstr>Enable regional replication for Azure VMs</vt:lpstr>
      <vt:lpstr>PowerPoint Presentation</vt:lpstr>
      <vt:lpstr>Keep workloads synchronized with replication</vt:lpstr>
      <vt:lpstr>PowerPoint Presentation</vt:lpstr>
      <vt:lpstr>Control replication with policies</vt:lpstr>
      <vt:lpstr>Azure Site Recovery solution architecture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2025-10-25T18:52:54Z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