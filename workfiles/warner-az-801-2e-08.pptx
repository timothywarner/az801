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21"/>
  </p:notesMasterIdLst>
  <p:sldIdLst>
    <p:sldId id="303" r:id="rId5"/>
    <p:sldId id="292" r:id="rId6"/>
    <p:sldId id="293" r:id="rId7"/>
    <p:sldId id="355" r:id="rId8"/>
    <p:sldId id="350" r:id="rId9"/>
    <p:sldId id="343" r:id="rId10"/>
    <p:sldId id="351" r:id="rId11"/>
    <p:sldId id="346" r:id="rId12"/>
    <p:sldId id="352" r:id="rId13"/>
    <p:sldId id="347" r:id="rId14"/>
    <p:sldId id="353" r:id="rId15"/>
    <p:sldId id="349" r:id="rId16"/>
    <p:sldId id="354" r:id="rId17"/>
    <p:sldId id="348" r:id="rId18"/>
    <p:sldId id="331" r:id="rId19"/>
    <p:sldId id="342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CB2919-E75C-EAE0-A7E3-E8766035CAC2}" name="Tim Warner" initials="TW" userId="1d9b2d89684621c1" providerId="Windows Live"/>
  <p188:author id="{955C4A35-E9B6-3146-066A-4404D53655C8}" name="scsjcain84" initials="sc" userId="S::scsjcain84_gmail.com#ext#@pearsoneducationinc.onmicrosoft.com::4399dd98-ee8b-4212-9001-7919755a326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elson, Sean" initials="DS" lastIdx="8" clrIdx="0">
    <p:extLst>
      <p:ext uri="{19B8F6BF-5375-455C-9EA6-DF929625EA0E}">
        <p15:presenceInfo xmlns:p15="http://schemas.microsoft.com/office/powerpoint/2012/main" userId="S::sean.donelson@pearson.com::3e21d0a5-01a9-4113-9b92-c184675e92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A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87190B-21E9-4206-B533-C53EEF0B4CEA}" v="7" dt="2025-09-30T19:11:51.1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8" autoAdjust="0"/>
    <p:restoredTop sz="88384" autoAdjust="0"/>
  </p:normalViewPr>
  <p:slideViewPr>
    <p:cSldViewPr snapToGrid="0" snapToObjects="1">
      <p:cViewPr varScale="1">
        <p:scale>
          <a:sx n="101" d="100"/>
          <a:sy n="101" d="100"/>
        </p:scale>
        <p:origin x="716" y="3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7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740"/>
    </p:cViewPr>
  </p:sorterViewPr>
  <p:notesViewPr>
    <p:cSldViewPr snapToGrid="0" snapToObjects="1">
      <p:cViewPr varScale="1">
        <p:scale>
          <a:sx n="150" d="100"/>
          <a:sy n="150" d="100"/>
        </p:scale>
        <p:origin x="5840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Warner" userId="1d9b2d89684621c1" providerId="LiveId" clId="{D492D3F7-A47E-49C7-A890-44F786178671}"/>
    <pc:docChg chg="addSld modSld">
      <pc:chgData name="Tim Warner" userId="1d9b2d89684621c1" providerId="LiveId" clId="{D492D3F7-A47E-49C7-A890-44F786178671}" dt="2025-06-24T20:48:36.970" v="50"/>
      <pc:docMkLst>
        <pc:docMk/>
      </pc:docMkLst>
      <pc:sldChg chg="modSp mod">
        <pc:chgData name="Tim Warner" userId="1d9b2d89684621c1" providerId="LiveId" clId="{D492D3F7-A47E-49C7-A890-44F786178671}" dt="2025-06-24T20:47:54.867" v="43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D492D3F7-A47E-49C7-A890-44F786178671}" dt="2025-06-24T20:48:05.402" v="45"/>
        <pc:sldMkLst>
          <pc:docMk/>
          <pc:sldMk cId="486668636" sldId="293"/>
        </pc:sldMkLst>
      </pc:sldChg>
      <pc:sldChg chg="modSp mod">
        <pc:chgData name="Tim Warner" userId="1d9b2d89684621c1" providerId="LiveId" clId="{D492D3F7-A47E-49C7-A890-44F786178671}" dt="2025-06-24T20:48:11.870" v="46"/>
        <pc:sldMkLst>
          <pc:docMk/>
          <pc:sldMk cId="1829040019" sldId="343"/>
        </pc:sldMkLst>
      </pc:sldChg>
      <pc:sldChg chg="modSp mod">
        <pc:chgData name="Tim Warner" userId="1d9b2d89684621c1" providerId="LiveId" clId="{D492D3F7-A47E-49C7-A890-44F786178671}" dt="2025-06-24T20:48:18.143" v="47"/>
        <pc:sldMkLst>
          <pc:docMk/>
          <pc:sldMk cId="947907938" sldId="346"/>
        </pc:sldMkLst>
      </pc:sldChg>
      <pc:sldChg chg="modSp add mod">
        <pc:chgData name="Tim Warner" userId="1d9b2d89684621c1" providerId="LiveId" clId="{D492D3F7-A47E-49C7-A890-44F786178671}" dt="2025-06-24T20:48:25.657" v="48"/>
        <pc:sldMkLst>
          <pc:docMk/>
          <pc:sldMk cId="914007193" sldId="347"/>
        </pc:sldMkLst>
      </pc:sldChg>
      <pc:sldChg chg="modSp add mod">
        <pc:chgData name="Tim Warner" userId="1d9b2d89684621c1" providerId="LiveId" clId="{D492D3F7-A47E-49C7-A890-44F786178671}" dt="2025-06-24T20:48:36.970" v="50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714D1BBA-1A26-4734-9F47-2E733DD8EF17}"/>
    <pc:docChg chg="modSld">
      <pc:chgData name="Tim Warner" userId="1d9b2d89684621c1" providerId="LiveId" clId="{714D1BBA-1A26-4734-9F47-2E733DD8EF17}" dt="2025-06-24T20:50:19.480" v="62"/>
      <pc:docMkLst>
        <pc:docMk/>
      </pc:docMkLst>
      <pc:sldChg chg="modSp mod">
        <pc:chgData name="Tim Warner" userId="1d9b2d89684621c1" providerId="LiveId" clId="{714D1BBA-1A26-4734-9F47-2E733DD8EF17}" dt="2025-06-24T20:49:57.282" v="59"/>
        <pc:sldMkLst>
          <pc:docMk/>
          <pc:sldMk cId="1829040019" sldId="343"/>
        </pc:sldMkLst>
      </pc:sldChg>
      <pc:sldChg chg="modSp mod">
        <pc:chgData name="Tim Warner" userId="1d9b2d89684621c1" providerId="LiveId" clId="{714D1BBA-1A26-4734-9F47-2E733DD8EF17}" dt="2025-06-24T20:50:04.324" v="60"/>
        <pc:sldMkLst>
          <pc:docMk/>
          <pc:sldMk cId="947907938" sldId="346"/>
        </pc:sldMkLst>
      </pc:sldChg>
      <pc:sldChg chg="modSp mod">
        <pc:chgData name="Tim Warner" userId="1d9b2d89684621c1" providerId="LiveId" clId="{714D1BBA-1A26-4734-9F47-2E733DD8EF17}" dt="2025-06-24T20:50:12.538" v="61"/>
        <pc:sldMkLst>
          <pc:docMk/>
          <pc:sldMk cId="914007193" sldId="347"/>
        </pc:sldMkLst>
      </pc:sldChg>
      <pc:sldChg chg="modSp mod">
        <pc:chgData name="Tim Warner" userId="1d9b2d89684621c1" providerId="LiveId" clId="{714D1BBA-1A26-4734-9F47-2E733DD8EF17}" dt="2025-06-24T20:50:19.480" v="62"/>
        <pc:sldMkLst>
          <pc:docMk/>
          <pc:sldMk cId="1161106545" sldId="348"/>
        </pc:sldMkLst>
      </pc:sldChg>
    </pc:docChg>
  </pc:docChgLst>
  <pc:docChgLst>
    <pc:chgData name="Tim Warner" userId="1d9b2d89684621c1" providerId="LiveId" clId="{C5F4564D-62A0-4415-961F-8AF3A1378AC2}"/>
    <pc:docChg chg="modSld">
      <pc:chgData name="Tim Warner" userId="1d9b2d89684621c1" providerId="LiveId" clId="{C5F4564D-62A0-4415-961F-8AF3A1378AC2}" dt="2025-06-24T20:53:46.374" v="40"/>
      <pc:docMkLst>
        <pc:docMk/>
      </pc:docMkLst>
      <pc:sldChg chg="modSp mod">
        <pc:chgData name="Tim Warner" userId="1d9b2d89684621c1" providerId="LiveId" clId="{C5F4564D-62A0-4415-961F-8AF3A1378AC2}" dt="2025-06-24T20:53:17.656" v="36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5F4564D-62A0-4415-961F-8AF3A1378AC2}" dt="2025-06-24T20:53:25.112" v="37"/>
        <pc:sldMkLst>
          <pc:docMk/>
          <pc:sldMk cId="486668636" sldId="293"/>
        </pc:sldMkLst>
      </pc:sldChg>
      <pc:sldChg chg="modSp mod">
        <pc:chgData name="Tim Warner" userId="1d9b2d89684621c1" providerId="LiveId" clId="{C5F4564D-62A0-4415-961F-8AF3A1378AC2}" dt="2025-06-24T20:53:33.021" v="38"/>
        <pc:sldMkLst>
          <pc:docMk/>
          <pc:sldMk cId="1829040019" sldId="343"/>
        </pc:sldMkLst>
      </pc:sldChg>
      <pc:sldChg chg="modSp mod">
        <pc:chgData name="Tim Warner" userId="1d9b2d89684621c1" providerId="LiveId" clId="{C5F4564D-62A0-4415-961F-8AF3A1378AC2}" dt="2025-06-24T20:53:39.395" v="39"/>
        <pc:sldMkLst>
          <pc:docMk/>
          <pc:sldMk cId="947907938" sldId="346"/>
        </pc:sldMkLst>
      </pc:sldChg>
      <pc:sldChg chg="modSp mod">
        <pc:chgData name="Tim Warner" userId="1d9b2d89684621c1" providerId="LiveId" clId="{C5F4564D-62A0-4415-961F-8AF3A1378AC2}" dt="2025-06-24T20:53:46.374" v="40"/>
        <pc:sldMkLst>
          <pc:docMk/>
          <pc:sldMk cId="914007193" sldId="347"/>
        </pc:sldMkLst>
      </pc:sldChg>
    </pc:docChg>
  </pc:docChgLst>
  <pc:docChgLst>
    <pc:chgData name="Tim Warner" userId="1d9b2d89684621c1" providerId="LiveId" clId="{D0B44B65-70BF-4519-8E4C-BDC5735B7FF3}"/>
    <pc:docChg chg="custSel addSld delSld modSld">
      <pc:chgData name="Tim Warner" userId="1d9b2d89684621c1" providerId="LiveId" clId="{D0B44B65-70BF-4519-8E4C-BDC5735B7FF3}" dt="2025-06-24T20:30:42.639" v="74"/>
      <pc:docMkLst>
        <pc:docMk/>
      </pc:docMkLst>
      <pc:sldChg chg="delSp modSp mod">
        <pc:chgData name="Tim Warner" userId="1d9b2d89684621c1" providerId="LiveId" clId="{D0B44B65-70BF-4519-8E4C-BDC5735B7FF3}" dt="2025-06-24T20:29:59.974" v="68" actId="1076"/>
        <pc:sldMkLst>
          <pc:docMk/>
          <pc:sldMk cId="2539485740" sldId="292"/>
        </pc:sldMkLst>
      </pc:sldChg>
      <pc:sldChg chg="modSp mod">
        <pc:chgData name="Tim Warner" userId="1d9b2d89684621c1" providerId="LiveId" clId="{D0B44B65-70BF-4519-8E4C-BDC5735B7FF3}" dt="2025-06-24T20:30:05.101" v="69"/>
        <pc:sldMkLst>
          <pc:docMk/>
          <pc:sldMk cId="486668636" sldId="293"/>
        </pc:sldMkLst>
      </pc:sldChg>
      <pc:sldChg chg="modSp mod">
        <pc:chgData name="Tim Warner" userId="1d9b2d89684621c1" providerId="LiveId" clId="{D0B44B65-70BF-4519-8E4C-BDC5735B7FF3}" dt="2025-06-24T20:16:51.778" v="1" actId="14100"/>
        <pc:sldMkLst>
          <pc:docMk/>
          <pc:sldMk cId="3662525184" sldId="303"/>
        </pc:sldMkLst>
      </pc:sldChg>
      <pc:sldChg chg="modSp add mod">
        <pc:chgData name="Tim Warner" userId="1d9b2d89684621c1" providerId="LiveId" clId="{D0B44B65-70BF-4519-8E4C-BDC5735B7FF3}" dt="2025-06-24T20:30:13.057" v="70"/>
        <pc:sldMkLst>
          <pc:docMk/>
          <pc:sldMk cId="1829040019" sldId="343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3522158024" sldId="343"/>
        </pc:sldMkLst>
      </pc:sldChg>
      <pc:sldChg chg="modSp add mod">
        <pc:chgData name="Tim Warner" userId="1d9b2d89684621c1" providerId="LiveId" clId="{D0B44B65-70BF-4519-8E4C-BDC5735B7FF3}" dt="2025-06-24T20:30:35.492" v="73"/>
        <pc:sldMkLst>
          <pc:docMk/>
          <pc:sldMk cId="1558763963" sldId="344"/>
        </pc:sldMkLst>
      </pc:sldChg>
      <pc:sldChg chg="del">
        <pc:chgData name="Tim Warner" userId="1d9b2d89684621c1" providerId="LiveId" clId="{D0B44B65-70BF-4519-8E4C-BDC5735B7FF3}" dt="2025-06-24T20:29:42.719" v="60" actId="47"/>
        <pc:sldMkLst>
          <pc:docMk/>
          <pc:sldMk cId="2930118785" sldId="344"/>
        </pc:sldMkLst>
      </pc:sldChg>
      <pc:sldChg chg="modSp add mod">
        <pc:chgData name="Tim Warner" userId="1d9b2d89684621c1" providerId="LiveId" clId="{D0B44B65-70BF-4519-8E4C-BDC5735B7FF3}" dt="2025-06-24T20:30:42.639" v="74"/>
        <pc:sldMkLst>
          <pc:docMk/>
          <pc:sldMk cId="4156641597" sldId="345"/>
        </pc:sldMkLst>
      </pc:sldChg>
      <pc:sldChg chg="modSp add mod">
        <pc:chgData name="Tim Warner" userId="1d9b2d89684621c1" providerId="LiveId" clId="{D0B44B65-70BF-4519-8E4C-BDC5735B7FF3}" dt="2025-06-24T20:30:20.473" v="71"/>
        <pc:sldMkLst>
          <pc:docMk/>
          <pc:sldMk cId="947907938" sldId="346"/>
        </pc:sldMkLst>
      </pc:sldChg>
      <pc:sldChg chg="modSp add mod">
        <pc:chgData name="Tim Warner" userId="1d9b2d89684621c1" providerId="LiveId" clId="{D0B44B65-70BF-4519-8E4C-BDC5735B7FF3}" dt="2025-06-24T20:30:27.393" v="72"/>
        <pc:sldMkLst>
          <pc:docMk/>
          <pc:sldMk cId="3422763557" sldId="347"/>
        </pc:sldMkLst>
      </pc:sldChg>
    </pc:docChg>
  </pc:docChgLst>
  <pc:docChgLst>
    <pc:chgData name="Tim Warner" userId="1d9b2d89684621c1" providerId="LiveId" clId="{CADB1D46-7252-45D7-9D19-151817DC0A18}"/>
    <pc:docChg chg="custSel addSld delSld modSld sldOrd">
      <pc:chgData name="Tim Warner" userId="1d9b2d89684621c1" providerId="LiveId" clId="{CADB1D46-7252-45D7-9D19-151817DC0A18}" dt="2025-06-21T15:14:02.879" v="325" actId="20577"/>
      <pc:docMkLst>
        <pc:docMk/>
      </pc:docMkLst>
      <pc:sldChg chg="addSp delSp modSp mod modNotesTx">
        <pc:chgData name="Tim Warner" userId="1d9b2d89684621c1" providerId="LiveId" clId="{CADB1D46-7252-45D7-9D19-151817DC0A18}" dt="2025-06-21T15:13:06.135" v="318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CADB1D46-7252-45D7-9D19-151817DC0A18}" dt="2025-06-21T15:13:28.197" v="321"/>
        <pc:sldMkLst>
          <pc:docMk/>
          <pc:sldMk cId="486668636" sldId="293"/>
        </pc:sldMkLst>
      </pc:sldChg>
      <pc:sldChg chg="modSp mod">
        <pc:chgData name="Tim Warner" userId="1d9b2d89684621c1" providerId="LiveId" clId="{CADB1D46-7252-45D7-9D19-151817DC0A18}" dt="2025-06-21T15:04:00.366" v="54" actId="20577"/>
        <pc:sldMkLst>
          <pc:docMk/>
          <pc:sldMk cId="3662525184" sldId="30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61264812" sldId="32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82615972" sldId="32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55801264" sldId="330"/>
        </pc:sldMkLst>
      </pc:sldChg>
      <pc:sldChg chg="modSp mod ord modAnim">
        <pc:chgData name="Tim Warner" userId="1d9b2d89684621c1" providerId="LiveId" clId="{CADB1D46-7252-45D7-9D19-151817DC0A18}" dt="2025-06-21T15:07:02.591" v="147" actId="14100"/>
        <pc:sldMkLst>
          <pc:docMk/>
          <pc:sldMk cId="4092314469" sldId="331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2913861116" sldId="332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635652136" sldId="333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777493193" sldId="334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654406668" sldId="335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056272041" sldId="336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754597853" sldId="337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180794652" sldId="338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3976232242" sldId="339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040746147" sldId="340"/>
        </pc:sldMkLst>
      </pc:sldChg>
      <pc:sldChg chg="del">
        <pc:chgData name="Tim Warner" userId="1d9b2d89684621c1" providerId="LiveId" clId="{CADB1D46-7252-45D7-9D19-151817DC0A18}" dt="2025-06-21T15:06:24.665" v="60" actId="47"/>
        <pc:sldMkLst>
          <pc:docMk/>
          <pc:sldMk cId="4170127553" sldId="341"/>
        </pc:sldMkLst>
      </pc:sldChg>
      <pc:sldChg chg="delSp modSp mod ord">
        <pc:chgData name="Tim Warner" userId="1d9b2d89684621c1" providerId="LiveId" clId="{CADB1D46-7252-45D7-9D19-151817DC0A18}" dt="2025-06-21T15:08:44.441" v="198" actId="1076"/>
        <pc:sldMkLst>
          <pc:docMk/>
          <pc:sldMk cId="4080705565" sldId="342"/>
        </pc:sldMkLst>
      </pc:sldChg>
      <pc:sldChg chg="modSp add mod">
        <pc:chgData name="Tim Warner" userId="1d9b2d89684621c1" providerId="LiveId" clId="{CADB1D46-7252-45D7-9D19-151817DC0A18}" dt="2025-06-21T15:14:02.879" v="325" actId="20577"/>
        <pc:sldMkLst>
          <pc:docMk/>
          <pc:sldMk cId="3522158024" sldId="343"/>
        </pc:sldMkLst>
      </pc:sldChg>
      <pc:sldChg chg="addSp delSp modSp add del mod">
        <pc:chgData name="Tim Warner" userId="1d9b2d89684621c1" providerId="LiveId" clId="{CADB1D46-7252-45D7-9D19-151817DC0A18}" dt="2025-06-21T15:12:04.409" v="215" actId="2696"/>
        <pc:sldMkLst>
          <pc:docMk/>
          <pc:sldMk cId="3523129307" sldId="343"/>
        </pc:sldMkLst>
      </pc:sldChg>
      <pc:sldChg chg="modSp add mod">
        <pc:chgData name="Tim Warner" userId="1d9b2d89684621c1" providerId="LiveId" clId="{CADB1D46-7252-45D7-9D19-151817DC0A18}" dt="2025-06-21T15:13:35.814" v="322"/>
        <pc:sldMkLst>
          <pc:docMk/>
          <pc:sldMk cId="2930118785" sldId="344"/>
        </pc:sldMkLst>
      </pc:sldChg>
    </pc:docChg>
  </pc:docChgLst>
  <pc:docChgLst>
    <pc:chgData name="Tim Warner" userId="1d9b2d89684621c1" providerId="LiveId" clId="{D3B804F1-31BB-4684-80BA-7BDCF2BE2A5E}"/>
    <pc:docChg chg="modSld">
      <pc:chgData name="Tim Warner" userId="1d9b2d89684621c1" providerId="LiveId" clId="{D3B804F1-31BB-4684-80BA-7BDCF2BE2A5E}" dt="2025-06-24T20:46:52.963" v="42"/>
      <pc:docMkLst>
        <pc:docMk/>
      </pc:docMkLst>
      <pc:sldChg chg="modSp mod">
        <pc:chgData name="Tim Warner" userId="1d9b2d89684621c1" providerId="LiveId" clId="{D3B804F1-31BB-4684-80BA-7BDCF2BE2A5E}" dt="2025-06-24T20:46:46.059" v="41"/>
        <pc:sldMkLst>
          <pc:docMk/>
          <pc:sldMk cId="1829040019" sldId="343"/>
        </pc:sldMkLst>
      </pc:sldChg>
      <pc:sldChg chg="modSp mod">
        <pc:chgData name="Tim Warner" userId="1d9b2d89684621c1" providerId="LiveId" clId="{D3B804F1-31BB-4684-80BA-7BDCF2BE2A5E}" dt="2025-06-24T20:46:52.963" v="42"/>
        <pc:sldMkLst>
          <pc:docMk/>
          <pc:sldMk cId="947907938" sldId="346"/>
        </pc:sldMkLst>
      </pc:sldChg>
    </pc:docChg>
  </pc:docChgLst>
  <pc:docChgLst>
    <pc:chgData name="Tim Warner" userId="1d9b2d89684621c1" providerId="LiveId" clId="{049A3222-CDBA-4E39-B7BD-CAD1354B2092}"/>
    <pc:docChg chg="undo custSel addSld delSld modSld modMainMaster modShowInfo">
      <pc:chgData name="Tim Warner" userId="1d9b2d89684621c1" providerId="LiveId" clId="{049A3222-CDBA-4E39-B7BD-CAD1354B2092}" dt="2024-04-01T16:58:06.208" v="1673" actId="2744"/>
      <pc:docMkLst>
        <pc:docMk/>
      </pc:docMkLst>
      <pc:sldChg chg="modSp mod modAnim">
        <pc:chgData name="Tim Warner" userId="1d9b2d89684621c1" providerId="LiveId" clId="{049A3222-CDBA-4E39-B7BD-CAD1354B2092}" dt="2024-04-01T01:59:28.253" v="1331" actId="20577"/>
        <pc:sldMkLst>
          <pc:docMk/>
          <pc:sldMk cId="921485155" sldId="286"/>
        </pc:sldMkLst>
      </pc:sldChg>
      <pc:sldChg chg="add del">
        <pc:chgData name="Tim Warner" userId="1d9b2d89684621c1" providerId="LiveId" clId="{049A3222-CDBA-4E39-B7BD-CAD1354B2092}" dt="2024-03-28T18:18:39.917" v="1002" actId="2696"/>
        <pc:sldMkLst>
          <pc:docMk/>
          <pc:sldMk cId="2200105640" sldId="291"/>
        </pc:sldMkLst>
      </pc:sldChg>
      <pc:sldChg chg="modSp add del mod modClrScheme modShow chgLayout modNotesTx">
        <pc:chgData name="Tim Warner" userId="1d9b2d89684621c1" providerId="LiveId" clId="{049A3222-CDBA-4E39-B7BD-CAD1354B2092}" dt="2024-03-31T13:12:28.091" v="1195" actId="20577"/>
        <pc:sldMkLst>
          <pc:docMk/>
          <pc:sldMk cId="378133628" sldId="302"/>
        </pc:sldMkLst>
      </pc:sldChg>
      <pc:sldChg chg="modSp">
        <pc:chgData name="Tim Warner" userId="1d9b2d89684621c1" providerId="LiveId" clId="{049A3222-CDBA-4E39-B7BD-CAD1354B2092}" dt="2024-03-28T18:03:16.114" v="922"/>
        <pc:sldMkLst>
          <pc:docMk/>
          <pc:sldMk cId="3662525184" sldId="303"/>
        </pc:sldMkLst>
      </pc:sldChg>
      <pc:sldChg chg="addSp modSp add del mod modAnim">
        <pc:chgData name="Tim Warner" userId="1d9b2d89684621c1" providerId="LiveId" clId="{049A3222-CDBA-4E39-B7BD-CAD1354B2092}" dt="2024-04-01T16:56:05.057" v="1667" actId="167"/>
        <pc:sldMkLst>
          <pc:docMk/>
          <pc:sldMk cId="157688393" sldId="311"/>
        </pc:sldMkLst>
      </pc:sldChg>
      <pc:sldChg chg="modSp mod modClrScheme modAnim chgLayout">
        <pc:chgData name="Tim Warner" userId="1d9b2d89684621c1" providerId="LiveId" clId="{049A3222-CDBA-4E39-B7BD-CAD1354B2092}" dt="2024-04-01T16:50:04.195" v="1474" actId="20577"/>
        <pc:sldMkLst>
          <pc:docMk/>
          <pc:sldMk cId="2601488157" sldId="313"/>
        </pc:sldMkLst>
      </pc:sldChg>
      <pc:sldChg chg="modSp mod modAnim">
        <pc:chgData name="Tim Warner" userId="1d9b2d89684621c1" providerId="LiveId" clId="{049A3222-CDBA-4E39-B7BD-CAD1354B2092}" dt="2024-04-01T02:02:01.807" v="1386" actId="20577"/>
        <pc:sldMkLst>
          <pc:docMk/>
          <pc:sldMk cId="1087036720" sldId="315"/>
        </pc:sldMkLst>
      </pc:sldChg>
      <pc:sldChg chg="modSp mod modAnim modNotesTx">
        <pc:chgData name="Tim Warner" userId="1d9b2d89684621c1" providerId="LiveId" clId="{049A3222-CDBA-4E39-B7BD-CAD1354B2092}" dt="2024-04-01T02:02:09.973" v="1388" actId="20577"/>
        <pc:sldMkLst>
          <pc:docMk/>
          <pc:sldMk cId="2612742259" sldId="317"/>
        </pc:sldMkLst>
      </pc:sldChg>
      <pc:sldChg chg="modSp mod modAnim">
        <pc:chgData name="Tim Warner" userId="1d9b2d89684621c1" providerId="LiveId" clId="{049A3222-CDBA-4E39-B7BD-CAD1354B2092}" dt="2024-03-28T18:13:00.081" v="1000" actId="20577"/>
        <pc:sldMkLst>
          <pc:docMk/>
          <pc:sldMk cId="2882261712" sldId="319"/>
        </pc:sldMkLst>
      </pc:sldChg>
      <pc:sldChg chg="modSp add mod modAnim">
        <pc:chgData name="Tim Warner" userId="1d9b2d89684621c1" providerId="LiveId" clId="{049A3222-CDBA-4E39-B7BD-CAD1354B2092}" dt="2024-04-01T16:52:39.850" v="1628" actId="20577"/>
        <pc:sldMkLst>
          <pc:docMk/>
          <pc:sldMk cId="3235755691" sldId="320"/>
        </pc:sldMkLst>
      </pc:sldChg>
      <pc:sldChg chg="modSp add mod modAnim">
        <pc:chgData name="Tim Warner" userId="1d9b2d89684621c1" providerId="LiveId" clId="{049A3222-CDBA-4E39-B7BD-CAD1354B2092}" dt="2024-04-01T16:50:38.044" v="1544" actId="20577"/>
        <pc:sldMkLst>
          <pc:docMk/>
          <pc:sldMk cId="59359989" sldId="321"/>
        </pc:sldMkLst>
      </pc:sldChg>
      <pc:sldChg chg="modSp add mod modAnim">
        <pc:chgData name="Tim Warner" userId="1d9b2d89684621c1" providerId="LiveId" clId="{049A3222-CDBA-4E39-B7BD-CAD1354B2092}" dt="2024-03-28T18:11:23.231" v="974" actId="15"/>
        <pc:sldMkLst>
          <pc:docMk/>
          <pc:sldMk cId="3302658962" sldId="322"/>
        </pc:sldMkLst>
      </pc:sldChg>
      <pc:sldChg chg="modSp add mod modAnim">
        <pc:chgData name="Tim Warner" userId="1d9b2d89684621c1" providerId="LiveId" clId="{049A3222-CDBA-4E39-B7BD-CAD1354B2092}" dt="2024-04-01T02:01:56.068" v="1384" actId="20577"/>
        <pc:sldMkLst>
          <pc:docMk/>
          <pc:sldMk cId="2760655617" sldId="323"/>
        </pc:sldMkLst>
      </pc:sldChg>
      <pc:sldChg chg="modSp add mod modAnim">
        <pc:chgData name="Tim Warner" userId="1d9b2d89684621c1" providerId="LiveId" clId="{049A3222-CDBA-4E39-B7BD-CAD1354B2092}" dt="2024-04-01T02:03:33.576" v="1389" actId="20578"/>
        <pc:sldMkLst>
          <pc:docMk/>
          <pc:sldMk cId="2319311322" sldId="324"/>
        </pc:sldMkLst>
      </pc:sldChg>
      <pc:sldChg chg="modSp add mod modAnim modNotesTx">
        <pc:chgData name="Tim Warner" userId="1d9b2d89684621c1" providerId="LiveId" clId="{049A3222-CDBA-4E39-B7BD-CAD1354B2092}" dt="2024-03-28T18:03:16.114" v="922"/>
        <pc:sldMkLst>
          <pc:docMk/>
          <pc:sldMk cId="333546607" sldId="325"/>
        </pc:sldMkLst>
      </pc:sldChg>
      <pc:sldChg chg="modSp add mod modAnim modNotesTx">
        <pc:chgData name="Tim Warner" userId="1d9b2d89684621c1" providerId="LiveId" clId="{049A3222-CDBA-4E39-B7BD-CAD1354B2092}" dt="2024-04-01T16:51:49.193" v="1591" actId="20577"/>
        <pc:sldMkLst>
          <pc:docMk/>
          <pc:sldMk cId="1466913053" sldId="326"/>
        </pc:sldMkLst>
      </pc:sldChg>
      <pc:sldChg chg="modSp add mod modAnim">
        <pc:chgData name="Tim Warner" userId="1d9b2d89684621c1" providerId="LiveId" clId="{049A3222-CDBA-4E39-B7BD-CAD1354B2092}" dt="2024-03-28T18:11:42.829" v="983" actId="113"/>
        <pc:sldMkLst>
          <pc:docMk/>
          <pc:sldMk cId="569040605" sldId="327"/>
        </pc:sldMkLst>
      </pc:sldChg>
      <pc:sldChg chg="modSp add mod modAnim">
        <pc:chgData name="Tim Warner" userId="1d9b2d89684621c1" providerId="LiveId" clId="{049A3222-CDBA-4E39-B7BD-CAD1354B2092}" dt="2024-03-28T18:12:35.586" v="991" actId="20577"/>
        <pc:sldMkLst>
          <pc:docMk/>
          <pc:sldMk cId="2754074232" sldId="328"/>
        </pc:sldMkLst>
      </pc:sldChg>
      <pc:sldChg chg="modSp add mod modAnim">
        <pc:chgData name="Tim Warner" userId="1d9b2d89684621c1" providerId="LiveId" clId="{049A3222-CDBA-4E39-B7BD-CAD1354B2092}" dt="2024-03-28T18:03:16.114" v="922"/>
        <pc:sldMkLst>
          <pc:docMk/>
          <pc:sldMk cId="2815800109" sldId="329"/>
        </pc:sldMkLst>
      </pc:sldChg>
      <pc:sldChg chg="addSp modSp add del mod modAnim">
        <pc:chgData name="Tim Warner" userId="1d9b2d89684621c1" providerId="LiveId" clId="{049A3222-CDBA-4E39-B7BD-CAD1354B2092}" dt="2024-04-01T16:56:44.008" v="1670" actId="20577"/>
        <pc:sldMkLst>
          <pc:docMk/>
          <pc:sldMk cId="2051929106" sldId="330"/>
        </pc:sldMkLst>
      </pc:sldChg>
      <pc:sldChg chg="modSp add mod modAnim">
        <pc:chgData name="Tim Warner" userId="1d9b2d89684621c1" providerId="LiveId" clId="{049A3222-CDBA-4E39-B7BD-CAD1354B2092}" dt="2024-04-01T16:48:55.531" v="1420" actId="20577"/>
        <pc:sldMkLst>
          <pc:docMk/>
          <pc:sldMk cId="3372268560" sldId="331"/>
        </pc:sldMkLst>
      </pc:sldChg>
      <pc:sldMasterChg chg="addSp modSldLayout">
        <pc:chgData name="Tim Warner" userId="1d9b2d89684621c1" providerId="LiveId" clId="{049A3222-CDBA-4E39-B7BD-CAD1354B2092}" dt="2024-03-28T18:01:37.789" v="919"/>
        <pc:sldMasterMkLst>
          <pc:docMk/>
          <pc:sldMasterMk cId="3561493546" sldId="2147483666"/>
        </pc:sldMasterMkLst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025742477" sldId="2147483667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551598" sldId="2147483668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684873760" sldId="2147483669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3153504984" sldId="2147483670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151734571" sldId="2147483671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76703820" sldId="2147483672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25080240" sldId="2147483673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2395301852" sldId="2147483674"/>
          </pc:sldLayoutMkLst>
        </pc:sldLayoutChg>
        <pc:sldLayoutChg chg="addSp">
          <pc:chgData name="Tim Warner" userId="1d9b2d89684621c1" providerId="LiveId" clId="{049A3222-CDBA-4E39-B7BD-CAD1354B2092}" dt="2024-03-28T18:01:37.789" v="919"/>
          <pc:sldLayoutMkLst>
            <pc:docMk/>
            <pc:sldMasterMk cId="3561493546" sldId="2147483666"/>
            <pc:sldLayoutMk cId="146116765" sldId="214748367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01.089" v="920"/>
        <pc:sldMasterMkLst>
          <pc:docMk/>
          <pc:sldMasterMk cId="1213487532" sldId="2147483676"/>
        </pc:sldMasterMkLst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01298863" sldId="2147483677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835686182" sldId="2147483678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974189448" sldId="2147483679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002776102" sldId="2147483680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123423124" sldId="2147483681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563496081" sldId="2147483682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1234905106" sldId="2147483683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3533376440" sldId="2147483684"/>
          </pc:sldLayoutMkLst>
        </pc:sldLayoutChg>
        <pc:sldLayoutChg chg="addSp">
          <pc:chgData name="Tim Warner" userId="1d9b2d89684621c1" providerId="LiveId" clId="{049A3222-CDBA-4E39-B7BD-CAD1354B2092}" dt="2024-03-28T18:02:01.089" v="920"/>
          <pc:sldLayoutMkLst>
            <pc:docMk/>
            <pc:sldMasterMk cId="1213487532" sldId="2147483676"/>
            <pc:sldLayoutMk cId="2581220670" sldId="214748368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2:52.272" v="921"/>
        <pc:sldMasterMkLst>
          <pc:docMk/>
          <pc:sldMasterMk cId="1891518489" sldId="2147483686"/>
        </pc:sldMasterMkLst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53577793" sldId="2147483687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87866842" sldId="2147483688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35833829" sldId="2147483689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21234625" sldId="2147483690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271201559" sldId="2147483691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099102027" sldId="2147483692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3922228819" sldId="2147483693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4172994892" sldId="2147483694"/>
          </pc:sldLayoutMkLst>
        </pc:sldLayoutChg>
        <pc:sldLayoutChg chg="addSp">
          <pc:chgData name="Tim Warner" userId="1d9b2d89684621c1" providerId="LiveId" clId="{049A3222-CDBA-4E39-B7BD-CAD1354B2092}" dt="2024-03-28T18:02:52.272" v="921"/>
          <pc:sldLayoutMkLst>
            <pc:docMk/>
            <pc:sldMasterMk cId="1891518489" sldId="2147483686"/>
            <pc:sldLayoutMk cId="1880789326" sldId="2147483695"/>
          </pc:sldLayoutMkLst>
        </pc:sldLayoutChg>
      </pc:sldMasterChg>
      <pc:sldMasterChg chg="addSp modSldLayout">
        <pc:chgData name="Tim Warner" userId="1d9b2d89684621c1" providerId="LiveId" clId="{049A3222-CDBA-4E39-B7BD-CAD1354B2092}" dt="2024-03-28T18:03:16.114" v="922"/>
        <pc:sldMasterMkLst>
          <pc:docMk/>
          <pc:sldMasterMk cId="2798786579" sldId="2147483696"/>
        </pc:sldMasterMkLst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64481297" sldId="2147483697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2385385372" sldId="2147483698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948486234" sldId="2147483699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044878592" sldId="2147483700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463076090" sldId="2147483701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604207005" sldId="2147483702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728566151" sldId="2147483703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3579316738" sldId="2147483704"/>
          </pc:sldLayoutMkLst>
        </pc:sldLayoutChg>
        <pc:sldLayoutChg chg="addSp">
          <pc:chgData name="Tim Warner" userId="1d9b2d89684621c1" providerId="LiveId" clId="{049A3222-CDBA-4E39-B7BD-CAD1354B2092}" dt="2024-03-28T18:03:16.114" v="922"/>
          <pc:sldLayoutMkLst>
            <pc:docMk/>
            <pc:sldMasterMk cId="2798786579" sldId="2147483696"/>
            <pc:sldLayoutMk cId="1820708096" sldId="2147483705"/>
          </pc:sldLayoutMkLst>
        </pc:sldLayoutChg>
      </pc:sldMasterChg>
    </pc:docChg>
  </pc:docChgLst>
  <pc:docChgLst>
    <pc:chgData name="Tim Warner" userId="1d9b2d89684621c1" providerId="LiveId" clId="{9EE537F5-4492-46A9-8A6E-F6D0D797EC45}"/>
    <pc:docChg chg="undo redo custSel addSld delSld modSld sldOrd">
      <pc:chgData name="Tim Warner" userId="1d9b2d89684621c1" providerId="LiveId" clId="{9EE537F5-4492-46A9-8A6E-F6D0D797EC45}" dt="2023-12-18T22:23:52.550" v="1866" actId="1076"/>
      <pc:docMkLst>
        <pc:docMk/>
      </pc:docMkLst>
      <pc:sldChg chg="del">
        <pc:chgData name="Tim Warner" userId="1d9b2d89684621c1" providerId="LiveId" clId="{9EE537F5-4492-46A9-8A6E-F6D0D797EC45}" dt="2023-12-07T13:21:45.177" v="15" actId="47"/>
        <pc:sldMkLst>
          <pc:docMk/>
          <pc:sldMk cId="1359141524" sldId="26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1132663081" sldId="28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198364927" sldId="281"/>
        </pc:sldMkLst>
      </pc:sldChg>
      <pc:sldChg chg="del">
        <pc:chgData name="Tim Warner" userId="1d9b2d89684621c1" providerId="LiveId" clId="{9EE537F5-4492-46A9-8A6E-F6D0D797EC45}" dt="2023-12-07T13:26:14.928" v="85" actId="47"/>
        <pc:sldMkLst>
          <pc:docMk/>
          <pc:sldMk cId="3782181354" sldId="283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081080801" sldId="284"/>
        </pc:sldMkLst>
      </pc:sldChg>
      <pc:sldChg chg="del">
        <pc:chgData name="Tim Warner" userId="1d9b2d89684621c1" providerId="LiveId" clId="{9EE537F5-4492-46A9-8A6E-F6D0D797EC45}" dt="2023-12-07T13:21:58.595" v="16" actId="47"/>
        <pc:sldMkLst>
          <pc:docMk/>
          <pc:sldMk cId="2282038944" sldId="285"/>
        </pc:sldMkLst>
      </pc:sldChg>
      <pc:sldChg chg="modSp mod ord">
        <pc:chgData name="Tim Warner" userId="1d9b2d89684621c1" providerId="LiveId" clId="{9EE537F5-4492-46A9-8A6E-F6D0D797EC45}" dt="2023-12-11T15:13:43.547" v="1305" actId="20577"/>
        <pc:sldMkLst>
          <pc:docMk/>
          <pc:sldMk cId="921485155" sldId="286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558020541" sldId="287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3445464586" sldId="288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882273727" sldId="289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811801111" sldId="290"/>
        </pc:sldMkLst>
      </pc:sldChg>
      <pc:sldChg chg="del">
        <pc:chgData name="Tim Warner" userId="1d9b2d89684621c1" providerId="LiveId" clId="{9EE537F5-4492-46A9-8A6E-F6D0D797EC45}" dt="2023-12-07T13:21:45.177" v="15" actId="47"/>
        <pc:sldMkLst>
          <pc:docMk/>
          <pc:sldMk cId="2200105640" sldId="291"/>
        </pc:sldMkLst>
      </pc:sldChg>
      <pc:sldChg chg="addSp delSp modSp add mod">
        <pc:chgData name="Tim Warner" userId="1d9b2d89684621c1" providerId="LiveId" clId="{9EE537F5-4492-46A9-8A6E-F6D0D797EC45}" dt="2023-12-07T13:25:58.818" v="84" actId="1076"/>
        <pc:sldMkLst>
          <pc:docMk/>
          <pc:sldMk cId="2539485740" sldId="292"/>
        </pc:sldMkLst>
      </pc:sldChg>
      <pc:sldChg chg="modSp add mod">
        <pc:chgData name="Tim Warner" userId="1d9b2d89684621c1" providerId="LiveId" clId="{9EE537F5-4492-46A9-8A6E-F6D0D797EC45}" dt="2023-12-07T13:23:54.908" v="63" actId="1076"/>
        <pc:sldMkLst>
          <pc:docMk/>
          <pc:sldMk cId="486668636" sldId="293"/>
        </pc:sldMkLst>
      </pc:sldChg>
      <pc:sldChg chg="modSp add mod">
        <pc:chgData name="Tim Warner" userId="1d9b2d89684621c1" providerId="LiveId" clId="{9EE537F5-4492-46A9-8A6E-F6D0D797EC45}" dt="2023-12-07T13:27:44.664" v="168" actId="20577"/>
        <pc:sldMkLst>
          <pc:docMk/>
          <pc:sldMk cId="4076051784" sldId="294"/>
        </pc:sldMkLst>
      </pc:sldChg>
      <pc:sldChg chg="addSp delSp modSp add mod">
        <pc:chgData name="Tim Warner" userId="1d9b2d89684621c1" providerId="LiveId" clId="{9EE537F5-4492-46A9-8A6E-F6D0D797EC45}" dt="2023-12-18T22:20:45.573" v="1760" actId="478"/>
        <pc:sldMkLst>
          <pc:docMk/>
          <pc:sldMk cId="3012217069" sldId="295"/>
        </pc:sldMkLst>
      </pc:sldChg>
      <pc:sldChg chg="modSp add mod">
        <pc:chgData name="Tim Warner" userId="1d9b2d89684621c1" providerId="LiveId" clId="{9EE537F5-4492-46A9-8A6E-F6D0D797EC45}" dt="2023-12-07T13:28:03.071" v="189" actId="20577"/>
        <pc:sldMkLst>
          <pc:docMk/>
          <pc:sldMk cId="3233535526" sldId="296"/>
        </pc:sldMkLst>
      </pc:sldChg>
      <pc:sldChg chg="addSp delSp modSp add mod">
        <pc:chgData name="Tim Warner" userId="1d9b2d89684621c1" providerId="LiveId" clId="{9EE537F5-4492-46A9-8A6E-F6D0D797EC45}" dt="2023-12-18T22:21:16.795" v="1766" actId="21"/>
        <pc:sldMkLst>
          <pc:docMk/>
          <pc:sldMk cId="432470322" sldId="297"/>
        </pc:sldMkLst>
      </pc:sldChg>
      <pc:sldChg chg="modSp add mod">
        <pc:chgData name="Tim Warner" userId="1d9b2d89684621c1" providerId="LiveId" clId="{9EE537F5-4492-46A9-8A6E-F6D0D797EC45}" dt="2023-12-07T13:28:16.186" v="208" actId="20577"/>
        <pc:sldMkLst>
          <pc:docMk/>
          <pc:sldMk cId="377717918" sldId="298"/>
        </pc:sldMkLst>
      </pc:sldChg>
      <pc:sldChg chg="addSp delSp modSp add mod">
        <pc:chgData name="Tim Warner" userId="1d9b2d89684621c1" providerId="LiveId" clId="{9EE537F5-4492-46A9-8A6E-F6D0D797EC45}" dt="2023-12-18T22:22:27.623" v="1855" actId="478"/>
        <pc:sldMkLst>
          <pc:docMk/>
          <pc:sldMk cId="1440321308" sldId="299"/>
        </pc:sldMkLst>
      </pc:sldChg>
      <pc:sldChg chg="modSp add mod">
        <pc:chgData name="Tim Warner" userId="1d9b2d89684621c1" providerId="LiveId" clId="{9EE537F5-4492-46A9-8A6E-F6D0D797EC45}" dt="2023-12-07T13:28:32.755" v="210" actId="1076"/>
        <pc:sldMkLst>
          <pc:docMk/>
          <pc:sldMk cId="490186796" sldId="300"/>
        </pc:sldMkLst>
      </pc:sldChg>
      <pc:sldChg chg="addSp delSp modSp add mod">
        <pc:chgData name="Tim Warner" userId="1d9b2d89684621c1" providerId="LiveId" clId="{9EE537F5-4492-46A9-8A6E-F6D0D797EC45}" dt="2023-12-18T22:23:25.095" v="1862" actId="113"/>
        <pc:sldMkLst>
          <pc:docMk/>
          <pc:sldMk cId="2614713382" sldId="301"/>
        </pc:sldMkLst>
      </pc:sldChg>
      <pc:sldChg chg="addSp delSp modSp new mod modClrScheme chgLayout">
        <pc:chgData name="Tim Warner" userId="1d9b2d89684621c1" providerId="LiveId" clId="{9EE537F5-4492-46A9-8A6E-F6D0D797EC45}" dt="2023-12-11T15:16:57.417" v="1611" actId="20577"/>
        <pc:sldMkLst>
          <pc:docMk/>
          <pc:sldMk cId="378133628" sldId="302"/>
        </pc:sldMkLst>
      </pc:sldChg>
      <pc:sldChg chg="addSp delSp modSp new mod chgLayout">
        <pc:chgData name="Tim Warner" userId="1d9b2d89684621c1" providerId="LiveId" clId="{9EE537F5-4492-46A9-8A6E-F6D0D797EC45}" dt="2023-12-07T13:31:06.281" v="338" actId="1076"/>
        <pc:sldMkLst>
          <pc:docMk/>
          <pc:sldMk cId="3662525184" sldId="303"/>
        </pc:sldMkLst>
      </pc:sldChg>
      <pc:sldChg chg="modSp add mod modCm">
        <pc:chgData name="Tim Warner" userId="1d9b2d89684621c1" providerId="LiveId" clId="{9EE537F5-4492-46A9-8A6E-F6D0D797EC45}" dt="2023-12-13T19:36:36.209" v="1697" actId="20577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Tim Warner" userId="1d9b2d89684621c1" providerId="LiveId" clId="{9EE537F5-4492-46A9-8A6E-F6D0D797EC45}" dt="2023-12-13T19:35:32.612" v="1627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  <pc226:cmRplyChg chg="add">
                <pc226:chgData name="Tim Warner" userId="1d9b2d89684621c1" providerId="LiveId" clId="{9EE537F5-4492-46A9-8A6E-F6D0D797EC45}" dt="2023-12-13T19:35:32.612" v="1627"/>
                <pc2:cmRplyMkLst xmlns:pc2="http://schemas.microsoft.com/office/powerpoint/2019/9/main/command">
                  <pc:docMk/>
                  <pc:sldMk cId="2507876813" sldId="304"/>
                  <pc2:cmMk id="{F9DC116C-7B99-44B4-A066-B9294A445BBE}"/>
                  <pc2:cmRplyMk id="{9754AD91-19EA-46C3-B507-59D99BC37D7D}"/>
                </pc2:cmRplyMkLst>
              </pc226:cmRplyChg>
            </pc226:cmChg>
          </p:ext>
        </pc:extLst>
      </pc:sldChg>
      <pc:sldChg chg="modSp add mod">
        <pc:chgData name="Tim Warner" userId="1d9b2d89684621c1" providerId="LiveId" clId="{9EE537F5-4492-46A9-8A6E-F6D0D797EC45}" dt="2023-12-11T14:47:29.823" v="444"/>
        <pc:sldMkLst>
          <pc:docMk/>
          <pc:sldMk cId="890312440" sldId="305"/>
        </pc:sldMkLst>
      </pc:sldChg>
      <pc:sldChg chg="addSp delSp modSp new mod">
        <pc:chgData name="Tim Warner" userId="1d9b2d89684621c1" providerId="LiveId" clId="{9EE537F5-4492-46A9-8A6E-F6D0D797EC45}" dt="2023-12-18T22:16:04.766" v="1731" actId="478"/>
        <pc:sldMkLst>
          <pc:docMk/>
          <pc:sldMk cId="1865509328" sldId="306"/>
        </pc:sldMkLst>
      </pc:sldChg>
      <pc:sldChg chg="modSp add mod">
        <pc:chgData name="Tim Warner" userId="1d9b2d89684621c1" providerId="LiveId" clId="{9EE537F5-4492-46A9-8A6E-F6D0D797EC45}" dt="2023-12-11T14:53:27.583" v="766" actId="20577"/>
        <pc:sldMkLst>
          <pc:docMk/>
          <pc:sldMk cId="1134760516" sldId="307"/>
        </pc:sldMkLst>
      </pc:sldChg>
      <pc:sldChg chg="delSp modSp add mod">
        <pc:chgData name="Tim Warner" userId="1d9b2d89684621c1" providerId="LiveId" clId="{9EE537F5-4492-46A9-8A6E-F6D0D797EC45}" dt="2023-12-18T22:16:01.822" v="1730" actId="20577"/>
        <pc:sldMkLst>
          <pc:docMk/>
          <pc:sldMk cId="2977991168" sldId="308"/>
        </pc:sldMkLst>
      </pc:sldChg>
      <pc:sldChg chg="delSp modSp add mod">
        <pc:chgData name="Tim Warner" userId="1d9b2d89684621c1" providerId="LiveId" clId="{9EE537F5-4492-46A9-8A6E-F6D0D797EC45}" dt="2023-12-18T22:20:35.543" v="1759" actId="20577"/>
        <pc:sldMkLst>
          <pc:docMk/>
          <pc:sldMk cId="656300170" sldId="309"/>
        </pc:sldMkLst>
      </pc:sldChg>
      <pc:sldChg chg="addSp delSp modSp add mod">
        <pc:chgData name="Tim Warner" userId="1d9b2d89684621c1" providerId="LiveId" clId="{9EE537F5-4492-46A9-8A6E-F6D0D797EC45}" dt="2023-12-18T22:21:38.707" v="1793" actId="478"/>
        <pc:sldMkLst>
          <pc:docMk/>
          <pc:sldMk cId="3223982532" sldId="310"/>
        </pc:sldMkLst>
      </pc:sldChg>
      <pc:sldChg chg="addSp delSp modSp add mod">
        <pc:chgData name="Tim Warner" userId="1d9b2d89684621c1" providerId="LiveId" clId="{9EE537F5-4492-46A9-8A6E-F6D0D797EC45}" dt="2023-12-18T22:22:24.694" v="1854" actId="478"/>
        <pc:sldMkLst>
          <pc:docMk/>
          <pc:sldMk cId="157688393" sldId="311"/>
        </pc:sldMkLst>
      </pc:sldChg>
      <pc:sldChg chg="modSp add mod">
        <pc:chgData name="Tim Warner" userId="1d9b2d89684621c1" providerId="LiveId" clId="{9EE537F5-4492-46A9-8A6E-F6D0D797EC45}" dt="2023-12-18T22:23:52.550" v="1866" actId="1076"/>
        <pc:sldMkLst>
          <pc:docMk/>
          <pc:sldMk cId="314385709" sldId="312"/>
        </pc:sldMkLst>
      </pc:sldChg>
      <pc:sldChg chg="add del">
        <pc:chgData name="Tim Warner" userId="1d9b2d89684621c1" providerId="LiveId" clId="{9EE537F5-4492-46A9-8A6E-F6D0D797EC45}" dt="2023-12-07T13:21:45.177" v="15" actId="47"/>
        <pc:sldMkLst>
          <pc:docMk/>
          <pc:sldMk cId="3301194106" sldId="779"/>
        </pc:sldMkLst>
      </pc:sldChg>
    </pc:docChg>
  </pc:docChgLst>
  <pc:docChgLst>
    <pc:chgData name="scsjcain84" userId="S::scsjcain84_gmail.com#ext#@pearsoneducationinc.onmicrosoft.com::4399dd98-ee8b-4212-9001-7919755a3260" providerId="AD" clId="Web-{BA81FB52-7D97-407B-A053-23D8E211ED4C}"/>
    <pc:docChg chg="mod modSld">
      <pc:chgData name="scsjcain84" userId="S::scsjcain84_gmail.com#ext#@pearsoneducationinc.onmicrosoft.com::4399dd98-ee8b-4212-9001-7919755a3260" providerId="AD" clId="Web-{BA81FB52-7D97-407B-A053-23D8E211ED4C}" dt="2023-12-13T17:51:58.220" v="8" actId="20577"/>
      <pc:docMkLst>
        <pc:docMk/>
      </pc:docMkLst>
      <pc:sldChg chg="modSp">
        <pc:chgData name="scsjcain84" userId="S::scsjcain84_gmail.com#ext#@pearsoneducationinc.onmicrosoft.com::4399dd98-ee8b-4212-9001-7919755a3260" providerId="AD" clId="Web-{BA81FB52-7D97-407B-A053-23D8E211ED4C}" dt="2023-12-13T17:47:28.078" v="2" actId="20577"/>
        <pc:sldMkLst>
          <pc:docMk/>
          <pc:sldMk cId="921485155" sldId="286"/>
        </pc:sldMkLst>
      </pc:sldChg>
      <pc:sldChg chg="modSp">
        <pc:chgData name="scsjcain84" userId="S::scsjcain84_gmail.com#ext#@pearsoneducationinc.onmicrosoft.com::4399dd98-ee8b-4212-9001-7919755a3260" providerId="AD" clId="Web-{BA81FB52-7D97-407B-A053-23D8E211ED4C}" dt="2023-12-13T17:51:58.220" v="8" actId="20577"/>
        <pc:sldMkLst>
          <pc:docMk/>
          <pc:sldMk cId="2614713382" sldId="301"/>
        </pc:sldMkLst>
      </pc:sldChg>
      <pc:sldChg chg="addCm">
        <pc:chgData name="scsjcain84" userId="S::scsjcain84_gmail.com#ext#@pearsoneducationinc.onmicrosoft.com::4399dd98-ee8b-4212-9001-7919755a3260" providerId="AD" clId="Web-{BA81FB52-7D97-407B-A053-23D8E211ED4C}" dt="2023-12-13T17:48:13.065" v="4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scsjcain84" userId="S::scsjcain84_gmail.com#ext#@pearsoneducationinc.onmicrosoft.com::4399dd98-ee8b-4212-9001-7919755a3260" providerId="AD" clId="Web-{BA81FB52-7D97-407B-A053-23D8E211ED4C}" dt="2023-12-13T17:48:13.065" v="4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Tim Warner" userId="1d9b2d89684621c1" providerId="LiveId" clId="{F70FC672-E669-40ED-876E-721E7E559E1C}"/>
    <pc:docChg chg="delSld modSld">
      <pc:chgData name="Tim Warner" userId="1d9b2d89684621c1" providerId="LiveId" clId="{F70FC672-E669-40ED-876E-721E7E559E1C}" dt="2025-06-24T20:52:01.720" v="51"/>
      <pc:docMkLst>
        <pc:docMk/>
      </pc:docMkLst>
      <pc:sldChg chg="modSp mod">
        <pc:chgData name="Tim Warner" userId="1d9b2d89684621c1" providerId="LiveId" clId="{F70FC672-E669-40ED-876E-721E7E559E1C}" dt="2025-06-24T20:51:29.721" v="46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F70FC672-E669-40ED-876E-721E7E559E1C}" dt="2025-06-24T20:51:41.070" v="48"/>
        <pc:sldMkLst>
          <pc:docMk/>
          <pc:sldMk cId="486668636" sldId="293"/>
        </pc:sldMkLst>
      </pc:sldChg>
      <pc:sldChg chg="modSp mod">
        <pc:chgData name="Tim Warner" userId="1d9b2d89684621c1" providerId="LiveId" clId="{F70FC672-E669-40ED-876E-721E7E559E1C}" dt="2025-06-24T20:51:48.386" v="49"/>
        <pc:sldMkLst>
          <pc:docMk/>
          <pc:sldMk cId="1829040019" sldId="343"/>
        </pc:sldMkLst>
      </pc:sldChg>
      <pc:sldChg chg="modSp mod">
        <pc:chgData name="Tim Warner" userId="1d9b2d89684621c1" providerId="LiveId" clId="{F70FC672-E669-40ED-876E-721E7E559E1C}" dt="2025-06-24T20:51:55.197" v="50"/>
        <pc:sldMkLst>
          <pc:docMk/>
          <pc:sldMk cId="947907938" sldId="346"/>
        </pc:sldMkLst>
      </pc:sldChg>
      <pc:sldChg chg="modSp mod">
        <pc:chgData name="Tim Warner" userId="1d9b2d89684621c1" providerId="LiveId" clId="{F70FC672-E669-40ED-876E-721E7E559E1C}" dt="2025-06-24T20:52:01.720" v="51"/>
        <pc:sldMkLst>
          <pc:docMk/>
          <pc:sldMk cId="914007193" sldId="347"/>
        </pc:sldMkLst>
      </pc:sldChg>
      <pc:sldChg chg="del">
        <pc:chgData name="Tim Warner" userId="1d9b2d89684621c1" providerId="LiveId" clId="{F70FC672-E669-40ED-876E-721E7E559E1C}" dt="2025-06-24T20:51:33.607" v="47" actId="2696"/>
        <pc:sldMkLst>
          <pc:docMk/>
          <pc:sldMk cId="1161106545" sldId="348"/>
        </pc:sldMkLst>
      </pc:sldChg>
    </pc:docChg>
  </pc:docChgLst>
  <pc:docChgLst>
    <pc:chgData name="Axel Cain" userId="d0c9bf4b9e7c87bb" providerId="LiveId" clId="{172E5107-2A9F-44C6-B6F0-396E08119876}"/>
    <pc:docChg chg="custSel delSld modSld">
      <pc:chgData name="Axel Cain" userId="d0c9bf4b9e7c87bb" providerId="LiveId" clId="{172E5107-2A9F-44C6-B6F0-396E08119876}" dt="2024-03-30T10:37:12.469" v="22" actId="20577"/>
      <pc:docMkLst>
        <pc:docMk/>
      </pc:docMkLst>
      <pc:sldChg chg="del">
        <pc:chgData name="Axel Cain" userId="d0c9bf4b9e7c87bb" providerId="LiveId" clId="{172E5107-2A9F-44C6-B6F0-396E08119876}" dt="2024-03-30T10:24:21.843" v="6" actId="2696"/>
        <pc:sldMkLst>
          <pc:docMk/>
          <pc:sldMk cId="2200105640" sldId="291"/>
        </pc:sldMkLst>
      </pc:sldChg>
      <pc:sldChg chg="modSp mod">
        <pc:chgData name="Axel Cain" userId="d0c9bf4b9e7c87bb" providerId="LiveId" clId="{172E5107-2A9F-44C6-B6F0-396E08119876}" dt="2024-03-30T10:37:12.469" v="22" actId="20577"/>
        <pc:sldMkLst>
          <pc:docMk/>
          <pc:sldMk cId="3662525184" sldId="303"/>
        </pc:sldMkLst>
      </pc:sldChg>
      <pc:sldChg chg="modSp">
        <pc:chgData name="Axel Cain" userId="d0c9bf4b9e7c87bb" providerId="LiveId" clId="{172E5107-2A9F-44C6-B6F0-396E08119876}" dt="2024-03-30T10:22:22.552" v="1" actId="20577"/>
        <pc:sldMkLst>
          <pc:docMk/>
          <pc:sldMk cId="2601488157" sldId="313"/>
        </pc:sldMkLst>
      </pc:sldChg>
      <pc:sldChg chg="modSp">
        <pc:chgData name="Axel Cain" userId="d0c9bf4b9e7c87bb" providerId="LiveId" clId="{172E5107-2A9F-44C6-B6F0-396E08119876}" dt="2024-03-30T10:23:26.234" v="5" actId="20577"/>
        <pc:sldMkLst>
          <pc:docMk/>
          <pc:sldMk cId="2319311322" sldId="324"/>
        </pc:sldMkLst>
      </pc:sldChg>
    </pc:docChg>
  </pc:docChgLst>
  <pc:docChgLst>
    <pc:chgData name="Tim Warner" userId="1d9b2d89684621c1" providerId="LiveId" clId="{30AA01FF-FB21-41D6-980B-78D2390319E9}"/>
    <pc:docChg chg="addSld modSld">
      <pc:chgData name="Tim Warner" userId="1d9b2d89684621c1" providerId="LiveId" clId="{30AA01FF-FB21-41D6-980B-78D2390319E9}" dt="2025-06-24T20:55:39.664" v="48"/>
      <pc:docMkLst>
        <pc:docMk/>
      </pc:docMkLst>
      <pc:sldChg chg="modSp mod">
        <pc:chgData name="Tim Warner" userId="1d9b2d89684621c1" providerId="LiveId" clId="{30AA01FF-FB21-41D6-980B-78D2390319E9}" dt="2025-06-24T20:54:45.944" v="40" actId="20577"/>
        <pc:sldMkLst>
          <pc:docMk/>
          <pc:sldMk cId="2539485740" sldId="292"/>
        </pc:sldMkLst>
      </pc:sldChg>
      <pc:sldChg chg="modSp mod">
        <pc:chgData name="Tim Warner" userId="1d9b2d89684621c1" providerId="LiveId" clId="{30AA01FF-FB21-41D6-980B-78D2390319E9}" dt="2025-06-24T20:54:58.416" v="43"/>
        <pc:sldMkLst>
          <pc:docMk/>
          <pc:sldMk cId="486668636" sldId="293"/>
        </pc:sldMkLst>
      </pc:sldChg>
      <pc:sldChg chg="modSp mod">
        <pc:chgData name="Tim Warner" userId="1d9b2d89684621c1" providerId="LiveId" clId="{30AA01FF-FB21-41D6-980B-78D2390319E9}" dt="2025-06-24T20:55:04.785" v="44"/>
        <pc:sldMkLst>
          <pc:docMk/>
          <pc:sldMk cId="1829040019" sldId="343"/>
        </pc:sldMkLst>
      </pc:sldChg>
      <pc:sldChg chg="modSp mod">
        <pc:chgData name="Tim Warner" userId="1d9b2d89684621c1" providerId="LiveId" clId="{30AA01FF-FB21-41D6-980B-78D2390319E9}" dt="2025-06-24T20:55:11.567" v="45"/>
        <pc:sldMkLst>
          <pc:docMk/>
          <pc:sldMk cId="947907938" sldId="346"/>
        </pc:sldMkLst>
      </pc:sldChg>
      <pc:sldChg chg="modSp mod">
        <pc:chgData name="Tim Warner" userId="1d9b2d89684621c1" providerId="LiveId" clId="{30AA01FF-FB21-41D6-980B-78D2390319E9}" dt="2025-06-24T20:55:18.694" v="46"/>
        <pc:sldMkLst>
          <pc:docMk/>
          <pc:sldMk cId="914007193" sldId="347"/>
        </pc:sldMkLst>
      </pc:sldChg>
      <pc:sldChg chg="modSp add mod">
        <pc:chgData name="Tim Warner" userId="1d9b2d89684621c1" providerId="LiveId" clId="{30AA01FF-FB21-41D6-980B-78D2390319E9}" dt="2025-06-24T20:55:39.664" v="48"/>
        <pc:sldMkLst>
          <pc:docMk/>
          <pc:sldMk cId="3950908850" sldId="348"/>
        </pc:sldMkLst>
      </pc:sldChg>
      <pc:sldChg chg="modSp add mod">
        <pc:chgData name="Tim Warner" userId="1d9b2d89684621c1" providerId="LiveId" clId="{30AA01FF-FB21-41D6-980B-78D2390319E9}" dt="2025-06-24T20:55:30.160" v="47"/>
        <pc:sldMkLst>
          <pc:docMk/>
          <pc:sldMk cId="1639766347" sldId="349"/>
        </pc:sldMkLst>
      </pc:sldChg>
    </pc:docChg>
  </pc:docChgLst>
  <pc:docChgLst>
    <pc:chgData name="Tim Warner" userId="1d9b2d89684621c1" providerId="LiveId" clId="{24D14E23-8CF4-43BB-9989-1EE4ED30E930}"/>
    <pc:docChg chg="addSld modSld">
      <pc:chgData name="Tim Warner" userId="1d9b2d89684621c1" providerId="LiveId" clId="{24D14E23-8CF4-43BB-9989-1EE4ED30E930}" dt="2025-08-22T20:49:06.750" v="54" actId="20577"/>
      <pc:docMkLst>
        <pc:docMk/>
      </pc:docMkLst>
      <pc:sldChg chg="modSp mod">
        <pc:chgData name="Tim Warner" userId="1d9b2d89684621c1" providerId="LiveId" clId="{24D14E23-8CF4-43BB-9989-1EE4ED30E930}" dt="2025-08-21T18:02:04.443" v="0" actId="1076"/>
        <pc:sldMkLst>
          <pc:docMk/>
          <pc:sldMk cId="2539485740" sldId="292"/>
        </pc:sldMkLst>
      </pc:sldChg>
      <pc:sldChg chg="modSp mod">
        <pc:chgData name="Tim Warner" userId="1d9b2d89684621c1" providerId="LiveId" clId="{24D14E23-8CF4-43BB-9989-1EE4ED30E930}" dt="2025-08-21T18:02:08.059" v="1" actId="20577"/>
        <pc:sldMkLst>
          <pc:docMk/>
          <pc:sldMk cId="486668636" sldId="293"/>
        </pc:sldMkLst>
      </pc:sldChg>
      <pc:sldChg chg="modSp mod modAnim">
        <pc:chgData name="Tim Warner" userId="1d9b2d89684621c1" providerId="LiveId" clId="{24D14E23-8CF4-43BB-9989-1EE4ED30E930}" dt="2025-08-22T20:49:06.750" v="54" actId="20577"/>
        <pc:sldMkLst>
          <pc:docMk/>
          <pc:sldMk cId="4092314469" sldId="331"/>
        </pc:sldMkLst>
      </pc:sldChg>
      <pc:sldChg chg="modSp mod">
        <pc:chgData name="Tim Warner" userId="1d9b2d89684621c1" providerId="LiveId" clId="{24D14E23-8CF4-43BB-9989-1EE4ED30E930}" dt="2025-08-21T18:02:12.771" v="2" actId="20577"/>
        <pc:sldMkLst>
          <pc:docMk/>
          <pc:sldMk cId="1829040019" sldId="343"/>
        </pc:sldMkLst>
      </pc:sldChg>
      <pc:sldChg chg="modSp mod">
        <pc:chgData name="Tim Warner" userId="1d9b2d89684621c1" providerId="LiveId" clId="{24D14E23-8CF4-43BB-9989-1EE4ED30E930}" dt="2025-08-21T18:02:16.555" v="3" actId="20577"/>
        <pc:sldMkLst>
          <pc:docMk/>
          <pc:sldMk cId="947907938" sldId="346"/>
        </pc:sldMkLst>
      </pc:sldChg>
      <pc:sldChg chg="modSp mod">
        <pc:chgData name="Tim Warner" userId="1d9b2d89684621c1" providerId="LiveId" clId="{24D14E23-8CF4-43BB-9989-1EE4ED30E930}" dt="2025-08-21T18:02:19.618" v="4" actId="20577"/>
        <pc:sldMkLst>
          <pc:docMk/>
          <pc:sldMk cId="914007193" sldId="347"/>
        </pc:sldMkLst>
      </pc:sldChg>
      <pc:sldChg chg="modSp mod">
        <pc:chgData name="Tim Warner" userId="1d9b2d89684621c1" providerId="LiveId" clId="{24D14E23-8CF4-43BB-9989-1EE4ED30E930}" dt="2025-08-21T18:02:25.771" v="6" actId="20577"/>
        <pc:sldMkLst>
          <pc:docMk/>
          <pc:sldMk cId="3950908850" sldId="348"/>
        </pc:sldMkLst>
      </pc:sldChg>
      <pc:sldChg chg="modSp mod">
        <pc:chgData name="Tim Warner" userId="1d9b2d89684621c1" providerId="LiveId" clId="{24D14E23-8CF4-43BB-9989-1EE4ED30E930}" dt="2025-08-21T18:02:22.571" v="5" actId="20577"/>
        <pc:sldMkLst>
          <pc:docMk/>
          <pc:sldMk cId="1639766347" sldId="349"/>
        </pc:sldMkLst>
      </pc:sldChg>
      <pc:sldChg chg="modSp add mod modAnim">
        <pc:chgData name="Tim Warner" userId="1d9b2d89684621c1" providerId="LiveId" clId="{24D14E23-8CF4-43BB-9989-1EE4ED30E930}" dt="2025-08-22T20:46:26.455" v="17" actId="20577"/>
        <pc:sldMkLst>
          <pc:docMk/>
          <pc:sldMk cId="1961697847" sldId="350"/>
        </pc:sldMkLst>
      </pc:sldChg>
      <pc:sldChg chg="modSp add mod modAnim">
        <pc:chgData name="Tim Warner" userId="1d9b2d89684621c1" providerId="LiveId" clId="{24D14E23-8CF4-43BB-9989-1EE4ED30E930}" dt="2025-08-22T20:46:54.678" v="23" actId="20577"/>
        <pc:sldMkLst>
          <pc:docMk/>
          <pc:sldMk cId="2172921819" sldId="351"/>
        </pc:sldMkLst>
      </pc:sldChg>
      <pc:sldChg chg="modSp add mod modAnim">
        <pc:chgData name="Tim Warner" userId="1d9b2d89684621c1" providerId="LiveId" clId="{24D14E23-8CF4-43BB-9989-1EE4ED30E930}" dt="2025-08-22T20:47:28.430" v="31" actId="20577"/>
        <pc:sldMkLst>
          <pc:docMk/>
          <pc:sldMk cId="1183268085" sldId="352"/>
        </pc:sldMkLst>
      </pc:sldChg>
      <pc:sldChg chg="modSp add mod modAnim">
        <pc:chgData name="Tim Warner" userId="1d9b2d89684621c1" providerId="LiveId" clId="{24D14E23-8CF4-43BB-9989-1EE4ED30E930}" dt="2025-08-22T20:48:03.238" v="37" actId="20577"/>
        <pc:sldMkLst>
          <pc:docMk/>
          <pc:sldMk cId="1226632073" sldId="353"/>
        </pc:sldMkLst>
      </pc:sldChg>
      <pc:sldChg chg="modSp add mod modAnim">
        <pc:chgData name="Tim Warner" userId="1d9b2d89684621c1" providerId="LiveId" clId="{24D14E23-8CF4-43BB-9989-1EE4ED30E930}" dt="2025-08-22T20:48:33.526" v="45" actId="20577"/>
        <pc:sldMkLst>
          <pc:docMk/>
          <pc:sldMk cId="3112350355" sldId="354"/>
        </pc:sldMkLst>
      </pc:sldChg>
    </pc:docChg>
  </pc:docChgLst>
  <pc:docChgLst>
    <pc:chgData name="Tim Warner" userId="1d9b2d89684621c1" providerId="LiveId" clId="{C51613CA-9081-4D80-8B21-3ED98F1A1FC0}"/>
    <pc:docChg chg="custSel delSld modSld">
      <pc:chgData name="Tim Warner" userId="1d9b2d89684621c1" providerId="LiveId" clId="{C51613CA-9081-4D80-8B21-3ED98F1A1FC0}" dt="2025-06-24T20:45:32.397" v="52" actId="1076"/>
      <pc:docMkLst>
        <pc:docMk/>
      </pc:docMkLst>
      <pc:sldChg chg="addSp modSp mod modClrScheme chgLayout">
        <pc:chgData name="Tim Warner" userId="1d9b2d89684621c1" providerId="LiveId" clId="{C51613CA-9081-4D80-8B21-3ED98F1A1FC0}" dt="2025-06-24T20:45:32.397" v="52" actId="1076"/>
        <pc:sldMkLst>
          <pc:docMk/>
          <pc:sldMk cId="2539485740" sldId="292"/>
        </pc:sldMkLst>
      </pc:sldChg>
      <pc:sldChg chg="modSp mod">
        <pc:chgData name="Tim Warner" userId="1d9b2d89684621c1" providerId="LiveId" clId="{C51613CA-9081-4D80-8B21-3ED98F1A1FC0}" dt="2025-06-24T20:36:24.916" v="42"/>
        <pc:sldMkLst>
          <pc:docMk/>
          <pc:sldMk cId="486668636" sldId="293"/>
        </pc:sldMkLst>
      </pc:sldChg>
      <pc:sldChg chg="modSp mod">
        <pc:chgData name="Tim Warner" userId="1d9b2d89684621c1" providerId="LiveId" clId="{C51613CA-9081-4D80-8B21-3ED98F1A1FC0}" dt="2025-06-24T20:36:32.145" v="43"/>
        <pc:sldMkLst>
          <pc:docMk/>
          <pc:sldMk cId="1829040019" sldId="343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1558763963" sldId="344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4156641597" sldId="345"/>
        </pc:sldMkLst>
      </pc:sldChg>
      <pc:sldChg chg="modSp mod">
        <pc:chgData name="Tim Warner" userId="1d9b2d89684621c1" providerId="LiveId" clId="{C51613CA-9081-4D80-8B21-3ED98F1A1FC0}" dt="2025-06-24T20:36:38.385" v="44"/>
        <pc:sldMkLst>
          <pc:docMk/>
          <pc:sldMk cId="947907938" sldId="346"/>
        </pc:sldMkLst>
      </pc:sldChg>
      <pc:sldChg chg="del">
        <pc:chgData name="Tim Warner" userId="1d9b2d89684621c1" providerId="LiveId" clId="{C51613CA-9081-4D80-8B21-3ED98F1A1FC0}" dt="2025-06-24T20:36:15.013" v="41" actId="2696"/>
        <pc:sldMkLst>
          <pc:docMk/>
          <pc:sldMk cId="3422763557" sldId="347"/>
        </pc:sldMkLst>
      </pc:sldChg>
    </pc:docChg>
  </pc:docChgLst>
  <pc:docChgLst>
    <pc:chgData name="scsjcain84" userId="S::scsjcain84_gmail.com#ext#@pearsoneducationinc.onmicrosoft.com::4399dd98-ee8b-4212-9001-7919755a3260" providerId="AD" clId="Web-{5EC06FD0-219E-4A60-944A-60A3F207E9F0}"/>
    <pc:docChg chg="">
      <pc:chgData name="scsjcain84" userId="S::scsjcain84_gmail.com#ext#@pearsoneducationinc.onmicrosoft.com::4399dd98-ee8b-4212-9001-7919755a3260" providerId="AD" clId="Web-{5EC06FD0-219E-4A60-944A-60A3F207E9F0}" dt="2023-12-15T08:40:15.373" v="0"/>
      <pc:docMkLst>
        <pc:docMk/>
      </pc:docMkLst>
      <pc:sldChg chg="modCm">
        <pc:chgData name="scsjcain84" userId="S::scsjcain84_gmail.com#ext#@pearsoneducationinc.onmicrosoft.com::4399dd98-ee8b-4212-9001-7919755a3260" providerId="AD" clId="Web-{5EC06FD0-219E-4A60-944A-60A3F207E9F0}" dt="2023-12-15T08:40:15.373" v="0"/>
        <pc:sldMkLst>
          <pc:docMk/>
          <pc:sldMk cId="2507876813" sldId="3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scsjcain84" userId="S::scsjcain84_gmail.com#ext#@pearsoneducationinc.onmicrosoft.com::4399dd98-ee8b-4212-9001-7919755a3260" providerId="AD" clId="Web-{5EC06FD0-219E-4A60-944A-60A3F207E9F0}" dt="2023-12-15T08:40:15.373" v="0"/>
              <pc2:cmMkLst xmlns:pc2="http://schemas.microsoft.com/office/powerpoint/2019/9/main/command">
                <pc:docMk/>
                <pc:sldMk cId="2507876813" sldId="304"/>
                <pc2:cmMk id="{F9DC116C-7B99-44B4-A066-B9294A445BBE}"/>
              </pc2:cmMkLst>
            </pc226:cmChg>
          </p:ext>
        </pc:extLst>
      </pc:sldChg>
    </pc:docChg>
  </pc:docChgLst>
  <pc:docChgLst>
    <pc:chgData name="Tim Warner" userId="1d9b2d89684621c1" providerId="LiveId" clId="{9C1AC220-CD93-46E4-823F-E96AD2EFE762}"/>
    <pc:docChg chg="custSel addSld modSld">
      <pc:chgData name="Tim Warner" userId="1d9b2d89684621c1" providerId="LiveId" clId="{9C1AC220-CD93-46E4-823F-E96AD2EFE762}" dt="2025-10-02T12:08:59.234" v="287" actId="20577"/>
      <pc:docMkLst>
        <pc:docMk/>
      </pc:docMkLst>
      <pc:sldChg chg="modNotesTx">
        <pc:chgData name="Tim Warner" userId="1d9b2d89684621c1" providerId="LiveId" clId="{9C1AC220-CD93-46E4-823F-E96AD2EFE762}" dt="2025-09-30T19:11:59.663" v="50" actId="20577"/>
        <pc:sldMkLst>
          <pc:docMk/>
          <pc:sldMk cId="4092314469" sldId="331"/>
        </pc:sldMkLst>
      </pc:sldChg>
      <pc:sldChg chg="addSp delSp modSp mod modShow">
        <pc:chgData name="Tim Warner" userId="1d9b2d89684621c1" providerId="LiveId" clId="{9C1AC220-CD93-46E4-823F-E96AD2EFE762}" dt="2025-09-30T20:39:35.741" v="101" actId="1036"/>
        <pc:sldMkLst>
          <pc:docMk/>
          <pc:sldMk cId="4080705565" sldId="342"/>
        </pc:sldMkLst>
        <pc:spChg chg="mod">
          <ac:chgData name="Tim Warner" userId="1d9b2d89684621c1" providerId="LiveId" clId="{9C1AC220-CD93-46E4-823F-E96AD2EFE762}" dt="2025-09-30T20:38:54.909" v="82" actId="20577"/>
          <ac:spMkLst>
            <pc:docMk/>
            <pc:sldMk cId="4080705565" sldId="342"/>
            <ac:spMk id="2" creationId="{BDF9E237-BA0D-A6D7-ABE0-D61274209EBE}"/>
          </ac:spMkLst>
        </pc:spChg>
        <pc:picChg chg="add mod">
          <ac:chgData name="Tim Warner" userId="1d9b2d89684621c1" providerId="LiveId" clId="{9C1AC220-CD93-46E4-823F-E96AD2EFE762}" dt="2025-09-30T20:39:35.741" v="101" actId="1036"/>
          <ac:picMkLst>
            <pc:docMk/>
            <pc:sldMk cId="4080705565" sldId="342"/>
            <ac:picMk id="4" creationId="{DFDC05B0-B654-CD99-17D8-D0AE3692E3A2}"/>
          </ac:picMkLst>
        </pc:picChg>
      </pc:sldChg>
      <pc:sldChg chg="modNotesTx">
        <pc:chgData name="Tim Warner" userId="1d9b2d89684621c1" providerId="LiveId" clId="{9C1AC220-CD93-46E4-823F-E96AD2EFE762}" dt="2025-09-30T17:58:18.260" v="10" actId="20577"/>
        <pc:sldMkLst>
          <pc:docMk/>
          <pc:sldMk cId="1961697847" sldId="350"/>
        </pc:sldMkLst>
      </pc:sldChg>
      <pc:sldChg chg="modNotesTx">
        <pc:chgData name="Tim Warner" userId="1d9b2d89684621c1" providerId="LiveId" clId="{9C1AC220-CD93-46E4-823F-E96AD2EFE762}" dt="2025-09-30T19:05:15.521" v="18" actId="20577"/>
        <pc:sldMkLst>
          <pc:docMk/>
          <pc:sldMk cId="2172921819" sldId="351"/>
        </pc:sldMkLst>
      </pc:sldChg>
      <pc:sldChg chg="modNotesTx">
        <pc:chgData name="Tim Warner" userId="1d9b2d89684621c1" providerId="LiveId" clId="{9C1AC220-CD93-46E4-823F-E96AD2EFE762}" dt="2025-09-30T19:06:21.920" v="26" actId="20577"/>
        <pc:sldMkLst>
          <pc:docMk/>
          <pc:sldMk cId="1183268085" sldId="352"/>
        </pc:sldMkLst>
      </pc:sldChg>
      <pc:sldChg chg="modNotesTx">
        <pc:chgData name="Tim Warner" userId="1d9b2d89684621c1" providerId="LiveId" clId="{9C1AC220-CD93-46E4-823F-E96AD2EFE762}" dt="2025-09-30T19:08:07.008" v="34" actId="20577"/>
        <pc:sldMkLst>
          <pc:docMk/>
          <pc:sldMk cId="1226632073" sldId="353"/>
        </pc:sldMkLst>
      </pc:sldChg>
      <pc:sldChg chg="modNotesTx">
        <pc:chgData name="Tim Warner" userId="1d9b2d89684621c1" providerId="LiveId" clId="{9C1AC220-CD93-46E4-823F-E96AD2EFE762}" dt="2025-09-30T19:09:03.448" v="42" actId="20577"/>
        <pc:sldMkLst>
          <pc:docMk/>
          <pc:sldMk cId="3112350355" sldId="354"/>
        </pc:sldMkLst>
      </pc:sldChg>
      <pc:sldChg chg="addSp delSp modSp new mod modClrScheme chgLayout">
        <pc:chgData name="Tim Warner" userId="1d9b2d89684621c1" providerId="LiveId" clId="{9C1AC220-CD93-46E4-823F-E96AD2EFE762}" dt="2025-10-02T12:08:59.234" v="287" actId="20577"/>
        <pc:sldMkLst>
          <pc:docMk/>
          <pc:sldMk cId="3305521877" sldId="355"/>
        </pc:sldMkLst>
        <pc:spChg chg="del mod ord">
          <ac:chgData name="Tim Warner" userId="1d9b2d89684621c1" providerId="LiveId" clId="{9C1AC220-CD93-46E4-823F-E96AD2EFE762}" dt="2025-10-02T12:08:14.614" v="103" actId="700"/>
          <ac:spMkLst>
            <pc:docMk/>
            <pc:sldMk cId="3305521877" sldId="355"/>
            <ac:spMk id="2" creationId="{A5824315-B7B7-F03B-14F3-07059C379484}"/>
          </ac:spMkLst>
        </pc:spChg>
        <pc:spChg chg="del mod ord">
          <ac:chgData name="Tim Warner" userId="1d9b2d89684621c1" providerId="LiveId" clId="{9C1AC220-CD93-46E4-823F-E96AD2EFE762}" dt="2025-10-02T12:08:14.614" v="103" actId="700"/>
          <ac:spMkLst>
            <pc:docMk/>
            <pc:sldMk cId="3305521877" sldId="355"/>
            <ac:spMk id="3" creationId="{391FBABA-D597-7A3C-4536-5E12F03B7604}"/>
          </ac:spMkLst>
        </pc:spChg>
        <pc:spChg chg="add mod ord">
          <ac:chgData name="Tim Warner" userId="1d9b2d89684621c1" providerId="LiveId" clId="{9C1AC220-CD93-46E4-823F-E96AD2EFE762}" dt="2025-10-02T12:08:59.234" v="287" actId="20577"/>
          <ac:spMkLst>
            <pc:docMk/>
            <pc:sldMk cId="3305521877" sldId="355"/>
            <ac:spMk id="4" creationId="{DD5479EE-C810-1BDA-86E0-FDEF24586D11}"/>
          </ac:spMkLst>
        </pc:spChg>
        <pc:spChg chg="add mod ord">
          <ac:chgData name="Tim Warner" userId="1d9b2d89684621c1" providerId="LiveId" clId="{9C1AC220-CD93-46E4-823F-E96AD2EFE762}" dt="2025-10-02T12:08:55.001" v="284" actId="20577"/>
          <ac:spMkLst>
            <pc:docMk/>
            <pc:sldMk cId="3305521877" sldId="355"/>
            <ac:spMk id="5" creationId="{E3D3364C-5FD4-DC25-77E0-94FB96301BAA}"/>
          </ac:spMkLst>
        </pc:spChg>
      </pc:sldChg>
    </pc:docChg>
  </pc:docChgLst>
  <pc:docChgLst>
    <pc:chgData name="Axel Cain" userId="d0c9bf4b9e7c87bb" providerId="LiveId" clId="{1CE0FA44-3ADF-4706-8970-798A5395084E}"/>
    <pc:docChg chg="modSld">
      <pc:chgData name="Axel Cain" userId="d0c9bf4b9e7c87bb" providerId="LiveId" clId="{1CE0FA44-3ADF-4706-8970-798A5395084E}" dt="2025-04-16T08:19:19.641" v="18" actId="6549"/>
      <pc:docMkLst>
        <pc:docMk/>
      </pc:docMkLst>
      <pc:sldChg chg="modSp">
        <pc:chgData name="Axel Cain" userId="d0c9bf4b9e7c87bb" providerId="LiveId" clId="{1CE0FA44-3ADF-4706-8970-798A5395084E}" dt="2025-04-16T08:17:16.202" v="1" actId="113"/>
        <pc:sldMkLst>
          <pc:docMk/>
          <pc:sldMk cId="55801264" sldId="330"/>
        </pc:sldMkLst>
      </pc:sldChg>
      <pc:sldChg chg="modSp">
        <pc:chgData name="Axel Cain" userId="d0c9bf4b9e7c87bb" providerId="LiveId" clId="{1CE0FA44-3ADF-4706-8970-798A5395084E}" dt="2025-04-16T08:17:44.980" v="7" actId="113"/>
        <pc:sldMkLst>
          <pc:docMk/>
          <pc:sldMk cId="2913861116" sldId="332"/>
        </pc:sldMkLst>
      </pc:sldChg>
      <pc:sldChg chg="modSp">
        <pc:chgData name="Axel Cain" userId="d0c9bf4b9e7c87bb" providerId="LiveId" clId="{1CE0FA44-3ADF-4706-8970-798A5395084E}" dt="2025-04-16T08:18:28.460" v="8" actId="20577"/>
        <pc:sldMkLst>
          <pc:docMk/>
          <pc:sldMk cId="3654406668" sldId="335"/>
        </pc:sldMkLst>
      </pc:sldChg>
      <pc:sldChg chg="modSp modAnim">
        <pc:chgData name="Axel Cain" userId="d0c9bf4b9e7c87bb" providerId="LiveId" clId="{1CE0FA44-3ADF-4706-8970-798A5395084E}" dt="2025-04-16T08:19:06.760" v="17" actId="20577"/>
        <pc:sldMkLst>
          <pc:docMk/>
          <pc:sldMk cId="3976232242" sldId="339"/>
        </pc:sldMkLst>
      </pc:sldChg>
      <pc:sldChg chg="modSp">
        <pc:chgData name="Axel Cain" userId="d0c9bf4b9e7c87bb" providerId="LiveId" clId="{1CE0FA44-3ADF-4706-8970-798A5395084E}" dt="2025-04-16T08:19:19.641" v="18" actId="6549"/>
        <pc:sldMkLst>
          <pc:docMk/>
          <pc:sldMk cId="4040746147" sldId="340"/>
        </pc:sldMkLst>
      </pc:sldChg>
    </pc:docChg>
  </pc:docChgLst>
  <pc:docChgLst>
    <pc:chgData name="scsjcain84" userId="S::scsjcain84_gmail.com#ext#@pearsoneducationinc.onmicrosoft.com::4399dd98-ee8b-4212-9001-7919755a3260" providerId="AD" clId="Web-{DBF49024-B2F7-4776-A303-6099F3DFDFAA}"/>
    <pc:docChg chg="modSld">
      <pc:chgData name="scsjcain84" userId="S::scsjcain84_gmail.com#ext#@pearsoneducationinc.onmicrosoft.com::4399dd98-ee8b-4212-9001-7919755a3260" providerId="AD" clId="Web-{DBF49024-B2F7-4776-A303-6099F3DFDFAA}" dt="2025-08-23T00:47:23.402" v="0"/>
      <pc:docMkLst>
        <pc:docMk/>
      </pc:docMkLst>
      <pc:sldChg chg="mod modShow">
        <pc:chgData name="scsjcain84" userId="S::scsjcain84_gmail.com#ext#@pearsoneducationinc.onmicrosoft.com::4399dd98-ee8b-4212-9001-7919755a3260" providerId="AD" clId="Web-{DBF49024-B2F7-4776-A303-6099F3DFDFAA}" dt="2025-08-23T00:47:23.402" v="0"/>
        <pc:sldMkLst>
          <pc:docMk/>
          <pc:sldMk cId="4080705565" sldId="342"/>
        </pc:sldMkLst>
      </pc:sldChg>
    </pc:docChg>
  </pc:docChgLst>
  <pc:docChgLst>
    <pc:chgData name="Tim Warner" userId="1d9b2d89684621c1" providerId="LiveId" clId="{53524EDE-485A-47DD-9453-A419D6719EBE}"/>
    <pc:docChg chg="addSld delSld modSld">
      <pc:chgData name="Tim Warner" userId="1d9b2d89684621c1" providerId="LiveId" clId="{53524EDE-485A-47DD-9453-A419D6719EBE}" dt="2024-04-10T22:18:06.398" v="115" actId="20577"/>
      <pc:docMkLst>
        <pc:docMk/>
      </pc:docMkLst>
      <pc:sldChg chg="modSp mod modAnim">
        <pc:chgData name="Tim Warner" userId="1d9b2d89684621c1" providerId="LiveId" clId="{53524EDE-485A-47DD-9453-A419D6719EBE}" dt="2024-04-10T18:02:34.574" v="7" actId="20577"/>
        <pc:sldMkLst>
          <pc:docMk/>
          <pc:sldMk cId="921485155" sldId="286"/>
        </pc:sldMkLst>
      </pc:sldChg>
      <pc:sldChg chg="modSp mod">
        <pc:chgData name="Tim Warner" userId="1d9b2d89684621c1" providerId="LiveId" clId="{53524EDE-485A-47DD-9453-A419D6719EBE}" dt="2024-04-10T21:58:37.087" v="104" actId="20577"/>
        <pc:sldMkLst>
          <pc:docMk/>
          <pc:sldMk cId="378133628" sldId="302"/>
        </pc:sldMkLst>
      </pc:sldChg>
      <pc:sldChg chg="del">
        <pc:chgData name="Tim Warner" userId="1d9b2d89684621c1" providerId="LiveId" clId="{53524EDE-485A-47DD-9453-A419D6719EBE}" dt="2024-04-10T18:23:53.330" v="94" actId="2696"/>
        <pc:sldMkLst>
          <pc:docMk/>
          <pc:sldMk cId="157688393" sldId="311"/>
        </pc:sldMkLst>
      </pc:sldChg>
      <pc:sldChg chg="modSp mod modAnim">
        <pc:chgData name="Tim Warner" userId="1d9b2d89684621c1" providerId="LiveId" clId="{53524EDE-485A-47DD-9453-A419D6719EBE}" dt="2024-04-10T18:03:09.531" v="13" actId="20577"/>
        <pc:sldMkLst>
          <pc:docMk/>
          <pc:sldMk cId="2714711897" sldId="313"/>
        </pc:sldMkLst>
      </pc:sldChg>
      <pc:sldChg chg="modSp mod modAnim">
        <pc:chgData name="Tim Warner" userId="1d9b2d89684621c1" providerId="LiveId" clId="{53524EDE-485A-47DD-9453-A419D6719EBE}" dt="2024-04-10T22:18:01.139" v="114" actId="20577"/>
        <pc:sldMkLst>
          <pc:docMk/>
          <pc:sldMk cId="3757843041" sldId="315"/>
        </pc:sldMkLst>
      </pc:sldChg>
      <pc:sldChg chg="modSp mod modAnim">
        <pc:chgData name="Tim Warner" userId="1d9b2d89684621c1" providerId="LiveId" clId="{53524EDE-485A-47DD-9453-A419D6719EBE}" dt="2024-04-10T22:18:06.398" v="115" actId="20577"/>
        <pc:sldMkLst>
          <pc:docMk/>
          <pc:sldMk cId="3196191762" sldId="317"/>
        </pc:sldMkLst>
      </pc:sldChg>
      <pc:sldChg chg="modSp mod modAnim">
        <pc:chgData name="Tim Warner" userId="1d9b2d89684621c1" providerId="LiveId" clId="{53524EDE-485A-47DD-9453-A419D6719EBE}" dt="2024-04-10T22:17:25.589" v="110" actId="20577"/>
        <pc:sldMkLst>
          <pc:docMk/>
          <pc:sldMk cId="1902191890" sldId="319"/>
        </pc:sldMkLst>
      </pc:sldChg>
      <pc:sldChg chg="modSp mod modAnim">
        <pc:chgData name="Tim Warner" userId="1d9b2d89684621c1" providerId="LiveId" clId="{53524EDE-485A-47DD-9453-A419D6719EBE}" dt="2024-04-10T22:16:41.357" v="106" actId="20577"/>
        <pc:sldMkLst>
          <pc:docMk/>
          <pc:sldMk cId="2142833354" sldId="321"/>
        </pc:sldMkLst>
      </pc:sldChg>
      <pc:sldChg chg="modSp add mod modAnim">
        <pc:chgData name="Tim Warner" userId="1d9b2d89684621c1" providerId="LiveId" clId="{53524EDE-485A-47DD-9453-A419D6719EBE}" dt="2024-04-10T18:23:45.959" v="93" actId="14100"/>
        <pc:sldMkLst>
          <pc:docMk/>
          <pc:sldMk cId="1576907163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4D36D-3512-6D44-83C8-1A4DB417EA2C}" type="datetimeFigureOut">
              <a:rPr lang="en-US" smtClean="0"/>
              <a:t>Thu, 10/2/2025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3C8BCB-A8D7-074E-AD53-2B9312150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4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credit: Tim + ChatGPT Image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588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 </a:t>
            </a:r>
            <a:r>
              <a:rPr lang="en-US" dirty="0"/>
              <a:t>Failover clustering is Windows Server’s built-in answer to high availability. It gives us confidence that critical workloads keep running even if individual servers don’t.</a:t>
            </a:r>
          </a:p>
          <a:p>
            <a:endParaRPr lang="en-US" b="1" dirty="0"/>
          </a:p>
          <a:p>
            <a:r>
              <a:rPr lang="en-US" b="1" dirty="0"/>
              <a:t>Provides automatic failover for apps and services</a:t>
            </a:r>
            <a:br>
              <a:rPr lang="en-US" dirty="0"/>
            </a:br>
            <a:r>
              <a:rPr lang="en-US" dirty="0"/>
              <a:t>→ If a node goes down, the cluster moves workloads to another node automatically so users barely notice.</a:t>
            </a:r>
          </a:p>
          <a:p>
            <a:endParaRPr lang="en-US" b="1" dirty="0"/>
          </a:p>
          <a:p>
            <a:r>
              <a:rPr lang="en-US" b="1" dirty="0"/>
              <a:t>On-premises clusters use shared storage or S2D</a:t>
            </a:r>
            <a:br>
              <a:rPr lang="en-US" dirty="0"/>
            </a:br>
            <a:r>
              <a:rPr lang="en-US" dirty="0"/>
              <a:t>→ You can hook into SAN/iSCSI, or go software-defined with Storage Spaces Direct for local disks.</a:t>
            </a:r>
          </a:p>
          <a:p>
            <a:endParaRPr lang="en-US" b="1" dirty="0"/>
          </a:p>
          <a:p>
            <a:r>
              <a:rPr lang="en-US" b="1" dirty="0"/>
              <a:t>Hybrid clusters span datacenters and Azure</a:t>
            </a:r>
            <a:br>
              <a:rPr lang="en-US" dirty="0"/>
            </a:br>
            <a:r>
              <a:rPr lang="en-US" dirty="0"/>
              <a:t>→ Extend your cluster across sites or even into the cloud for extra resiliency.</a:t>
            </a:r>
          </a:p>
          <a:p>
            <a:endParaRPr lang="en-US" b="1" dirty="0"/>
          </a:p>
          <a:p>
            <a:r>
              <a:rPr lang="en-US" b="1" dirty="0"/>
              <a:t>Cloud-only clusters leverage Azure shared disks</a:t>
            </a:r>
            <a:br>
              <a:rPr lang="en-US" dirty="0"/>
            </a:br>
            <a:r>
              <a:rPr lang="en-US" dirty="0"/>
              <a:t>→ In Azure, you don’t need SANs—use Azure shared disks plus proximity placement groups.</a:t>
            </a:r>
          </a:p>
          <a:p>
            <a:endParaRPr lang="en-US" b="1" dirty="0"/>
          </a:p>
          <a:p>
            <a:r>
              <a:rPr lang="en-US" b="1" dirty="0"/>
              <a:t>Workgroup clusters operate without Active Directory</a:t>
            </a:r>
            <a:br>
              <a:rPr lang="en-US" dirty="0"/>
            </a:br>
            <a:r>
              <a:rPr lang="en-US" dirty="0"/>
              <a:t>→ Even if there’s no domain, you can still build a cluster using certificates and local accounts.</a:t>
            </a:r>
          </a:p>
          <a:p>
            <a:endParaRPr lang="en-US" b="1" dirty="0"/>
          </a:p>
          <a:p>
            <a:r>
              <a:rPr lang="en-US" b="1" dirty="0"/>
              <a:t>AZ-801 Exam Tip:</a:t>
            </a:r>
            <a:br>
              <a:rPr lang="en-US" dirty="0"/>
            </a:br>
            <a:r>
              <a:rPr lang="en-US" dirty="0"/>
              <a:t>Remember: Cloud Witness is the recommended quorum solution for Azure-based </a:t>
            </a:r>
            <a:r>
              <a:rPr lang="en-US" dirty="0" err="1"/>
              <a:t>cluste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94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 </a:t>
            </a:r>
            <a:r>
              <a:rPr lang="en-US" dirty="0"/>
              <a:t>Not every environment has domain controllers handy. Windows Server lets us build clusters with or without AD, giving flexibility in labs, edge sites, and isolated scenarios.</a:t>
            </a:r>
          </a:p>
          <a:p>
            <a:endParaRPr lang="en-US" b="1" dirty="0"/>
          </a:p>
          <a:p>
            <a:r>
              <a:rPr lang="en-US" b="1" dirty="0"/>
              <a:t>Cluster validation tests confirm hardware/software readiness</a:t>
            </a:r>
            <a:br>
              <a:rPr lang="en-US" dirty="0"/>
            </a:br>
            <a:r>
              <a:rPr lang="en-US" dirty="0"/>
              <a:t>→ Always run validation before cluster creation — it checks drivers, networking, and storage, and it’s required for Microsoft support.</a:t>
            </a:r>
          </a:p>
          <a:p>
            <a:endParaRPr lang="en-US" b="1" dirty="0"/>
          </a:p>
          <a:p>
            <a:r>
              <a:rPr lang="en-US" b="1" dirty="0"/>
              <a:t>Failover Cluster Manager and PowerShell support creation</a:t>
            </a:r>
            <a:br>
              <a:rPr lang="en-US" dirty="0"/>
            </a:br>
            <a:r>
              <a:rPr lang="en-US" dirty="0"/>
              <a:t>→ Use the GUI wizard for simplicity or PowerShell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New-Cluster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Test-Cluster</a:t>
            </a:r>
            <a:r>
              <a:rPr lang="en-US" dirty="0"/>
              <a:t>) when you need automation and repeatability.</a:t>
            </a:r>
          </a:p>
          <a:p>
            <a:endParaRPr lang="en-US" b="1" dirty="0"/>
          </a:p>
          <a:p>
            <a:r>
              <a:rPr lang="en-US" b="1" dirty="0"/>
              <a:t>Workgroup clusters authenticate with local accounts/certs</a:t>
            </a:r>
            <a:br>
              <a:rPr lang="en-US" dirty="0"/>
            </a:br>
            <a:r>
              <a:rPr lang="en-US" dirty="0"/>
              <a:t>→ Instead of Kerberos, they rely on certificates or identical local admin credentials across nodes.</a:t>
            </a:r>
          </a:p>
          <a:p>
            <a:endParaRPr lang="en-US" b="1" dirty="0"/>
          </a:p>
          <a:p>
            <a:r>
              <a:rPr lang="en-US" b="1" dirty="0"/>
              <a:t>Separate networks for heartbeat, client access, migration traffic</a:t>
            </a:r>
            <a:br>
              <a:rPr lang="en-US" dirty="0"/>
            </a:br>
            <a:r>
              <a:rPr lang="en-US" dirty="0"/>
              <a:t>→ Segmentation keeps cluster health checks reliable and prevents workload traffic from interfering with live migration.</a:t>
            </a:r>
          </a:p>
          <a:p>
            <a:endParaRPr lang="en-US" b="1" dirty="0"/>
          </a:p>
          <a:p>
            <a:r>
              <a:rPr lang="en-US" b="1" dirty="0"/>
              <a:t>Contoso deploys workgroup clusters in isolated labs</a:t>
            </a:r>
            <a:br>
              <a:rPr lang="en-US" dirty="0"/>
            </a:br>
            <a:r>
              <a:rPr lang="en-US" dirty="0"/>
              <a:t>→ A common Microsoft example: Contoso uses workgroup clusters in lab or test networks where AD isn’t present.</a:t>
            </a:r>
          </a:p>
          <a:p>
            <a:endParaRPr lang="en-US" b="1" dirty="0"/>
          </a:p>
          <a:p>
            <a:r>
              <a:rPr lang="en-US" b="1" dirty="0"/>
              <a:t>AZ-801 Exam Tip:</a:t>
            </a:r>
            <a:br>
              <a:rPr lang="en-US" dirty="0"/>
            </a:br>
            <a:r>
              <a:rPr lang="en-US" dirty="0"/>
              <a:t>If you see “Active Directory–detached cluster” on the exam, that’s Microsoft’s official name for a </a:t>
            </a:r>
            <a:r>
              <a:rPr lang="en-US" i="1" dirty="0"/>
              <a:t>workgroup cluster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45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 </a:t>
            </a:r>
            <a:r>
              <a:rPr lang="en-US" dirty="0"/>
              <a:t>Stretch or multisite clusters let you protect workloads across datacenters or even Azure regions. They add disaster recovery on top of high availability.</a:t>
            </a:r>
          </a:p>
          <a:p>
            <a:endParaRPr lang="en-US" b="1" dirty="0"/>
          </a:p>
          <a:p>
            <a:r>
              <a:rPr lang="en-US" b="1" dirty="0"/>
              <a:t>Stretch clusters support automatic failover between sites</a:t>
            </a:r>
            <a:br>
              <a:rPr lang="en-US" dirty="0"/>
            </a:br>
            <a:r>
              <a:rPr lang="en-US" dirty="0"/>
              <a:t>→ If one site goes down, the cluster can shift workloads to the surviving site without admin intervention. This is true HA+DR in one solution.</a:t>
            </a:r>
          </a:p>
          <a:p>
            <a:endParaRPr lang="en-US" b="1" dirty="0"/>
          </a:p>
          <a:p>
            <a:r>
              <a:rPr lang="en-US" b="1" dirty="0"/>
              <a:t>Site awareness prioritizes local nodes for normal ops</a:t>
            </a:r>
            <a:br>
              <a:rPr lang="en-US" dirty="0"/>
            </a:br>
            <a:r>
              <a:rPr lang="en-US" dirty="0"/>
              <a:t>→ Windows is smart about preferring nearby nodes under healthy conditions, cutting latency and keeping apps responsive.</a:t>
            </a:r>
          </a:p>
          <a:p>
            <a:endParaRPr lang="en-US" b="1" dirty="0"/>
          </a:p>
          <a:p>
            <a:r>
              <a:rPr lang="en-US" b="1" dirty="0"/>
              <a:t>Storage Replica provides synchronous replication</a:t>
            </a:r>
            <a:br>
              <a:rPr lang="en-US" dirty="0"/>
            </a:br>
            <a:r>
              <a:rPr lang="en-US" dirty="0"/>
              <a:t>→ Every write is committed to both sites simultaneously, ensuring zero data loss when using synchronous mode (as long as latency is under 5ms).</a:t>
            </a:r>
          </a:p>
          <a:p>
            <a:endParaRPr lang="en-US" b="1" dirty="0"/>
          </a:p>
          <a:p>
            <a:r>
              <a:rPr lang="en-US" b="1" dirty="0"/>
              <a:t>S2D campus clusters extend software-defined storage across sites</a:t>
            </a:r>
            <a:br>
              <a:rPr lang="en-US" dirty="0"/>
            </a:br>
            <a:r>
              <a:rPr lang="en-US" dirty="0"/>
              <a:t>→ With Storage Spaces Direct, nodes in different datacenters can pool local disks into one resilient storage fabric.</a:t>
            </a:r>
          </a:p>
          <a:p>
            <a:endParaRPr lang="en-US" b="1" dirty="0"/>
          </a:p>
          <a:p>
            <a:r>
              <a:rPr lang="en-US" b="1" dirty="0" err="1"/>
              <a:t>Fabrikam</a:t>
            </a:r>
            <a:r>
              <a:rPr lang="en-US" b="1" dirty="0"/>
              <a:t> deploys stretch clusters across two Azure regions</a:t>
            </a:r>
            <a:br>
              <a:rPr lang="en-US" dirty="0"/>
            </a:br>
            <a:r>
              <a:rPr lang="en-US" dirty="0"/>
              <a:t>→ This Microsoft scenario shows how an enterprise can pair regions for regional failover, a model exam writers love.</a:t>
            </a:r>
          </a:p>
          <a:p>
            <a:endParaRPr lang="en-US" b="1" dirty="0"/>
          </a:p>
          <a:p>
            <a:r>
              <a:rPr lang="en-US" b="1" dirty="0"/>
              <a:t>AZ-801 Exam Tip:</a:t>
            </a:r>
            <a:br>
              <a:rPr lang="en-US" dirty="0"/>
            </a:br>
            <a:r>
              <a:rPr lang="en-US" dirty="0"/>
              <a:t>Watch for the words </a:t>
            </a:r>
            <a:r>
              <a:rPr lang="en-US" i="1" dirty="0"/>
              <a:t>“synchronous replication”</a:t>
            </a:r>
            <a:r>
              <a:rPr lang="en-US" dirty="0"/>
              <a:t> vs </a:t>
            </a:r>
            <a:r>
              <a:rPr lang="en-US" i="1" dirty="0"/>
              <a:t>“asynchronous replication.”</a:t>
            </a:r>
            <a:r>
              <a:rPr lang="en-US" dirty="0"/>
              <a:t> If the question mentions </a:t>
            </a:r>
            <a:r>
              <a:rPr lang="en-US" i="1" dirty="0"/>
              <a:t>low-latency links,</a:t>
            </a:r>
            <a:r>
              <a:rPr lang="en-US" dirty="0"/>
              <a:t> the correct answer is synchronous Storage Replica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43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 </a:t>
            </a:r>
            <a:r>
              <a:rPr lang="en-US" dirty="0"/>
              <a:t>Storage is the backbone of a failover cluster. Getting it right ensures workloads fail over cleanly and stay performant.</a:t>
            </a:r>
          </a:p>
          <a:p>
            <a:endParaRPr lang="en-US" b="1" dirty="0"/>
          </a:p>
          <a:p>
            <a:r>
              <a:rPr lang="en-US" b="1" dirty="0"/>
              <a:t>Cluster Shared Volumes (CSV) allow multiple-node access</a:t>
            </a:r>
            <a:br>
              <a:rPr lang="en-US" dirty="0"/>
            </a:br>
            <a:r>
              <a:rPr lang="en-US" dirty="0"/>
              <a:t>→ CSVs let all nodes access the same disk at the same time, critical for VM mobility and Scale-Out File Server roles.</a:t>
            </a:r>
          </a:p>
          <a:p>
            <a:endParaRPr lang="en-US" b="1" dirty="0"/>
          </a:p>
          <a:p>
            <a:r>
              <a:rPr lang="en-US" b="1" dirty="0"/>
              <a:t>Shared VHDX files support guest clustering</a:t>
            </a:r>
            <a:br>
              <a:rPr lang="en-US" dirty="0"/>
            </a:br>
            <a:r>
              <a:rPr lang="en-US" dirty="0"/>
              <a:t>→ A virtual hard disk shared between VMs allows guest-level clustering without needing external SAN storage.</a:t>
            </a:r>
          </a:p>
          <a:p>
            <a:endParaRPr lang="en-US" b="1" dirty="0"/>
          </a:p>
          <a:p>
            <a:r>
              <a:rPr lang="en-US" b="1" dirty="0"/>
              <a:t>Storage Spaces Direct eliminates SAN requirements</a:t>
            </a:r>
            <a:br>
              <a:rPr lang="en-US" dirty="0"/>
            </a:br>
            <a:r>
              <a:rPr lang="en-US" dirty="0"/>
              <a:t>→ S2D pools local disks across nodes, giving you shared storage using commodity hardware instead of expensive arrays.</a:t>
            </a:r>
          </a:p>
          <a:p>
            <a:endParaRPr lang="en-US" b="1" dirty="0"/>
          </a:p>
          <a:p>
            <a:r>
              <a:rPr lang="en-US" b="1" dirty="0"/>
              <a:t>Witness disk/file share supports quorum decisions</a:t>
            </a:r>
            <a:br>
              <a:rPr lang="en-US" dirty="0"/>
            </a:br>
            <a:r>
              <a:rPr lang="en-US" dirty="0"/>
              <a:t>→ Witnesses break ties in even-numbered clusters. Disk, file share, or cloud witness ensures clusters know who “owns” quorum.</a:t>
            </a:r>
          </a:p>
          <a:p>
            <a:endParaRPr lang="en-US" b="1" dirty="0"/>
          </a:p>
          <a:p>
            <a:r>
              <a:rPr lang="en-US" b="1" dirty="0"/>
              <a:t>Tailwind Traders leverages CSVs for Hyper-V workload</a:t>
            </a:r>
            <a:br>
              <a:rPr lang="en-US" dirty="0"/>
            </a:br>
            <a:r>
              <a:rPr lang="en-US" dirty="0"/>
              <a:t>→ In Microsoft’s scenario, Tailwind runs Hyper-V VMs on CSVs to maximize availability and flexibility.</a:t>
            </a:r>
          </a:p>
          <a:p>
            <a:endParaRPr lang="en-US" b="1" dirty="0"/>
          </a:p>
          <a:p>
            <a:r>
              <a:rPr lang="en-US" b="1" dirty="0"/>
              <a:t>AZ-801 Exam Tip:</a:t>
            </a:r>
            <a:br>
              <a:rPr lang="en-US" dirty="0"/>
            </a:br>
            <a:r>
              <a:rPr lang="en-US" dirty="0"/>
              <a:t>Expect questions that force you to choose between </a:t>
            </a:r>
            <a:r>
              <a:rPr lang="en-US" b="1" dirty="0"/>
              <a:t>disk witness</a:t>
            </a:r>
            <a:r>
              <a:rPr lang="en-US" dirty="0"/>
              <a:t>, </a:t>
            </a:r>
            <a:r>
              <a:rPr lang="en-US" b="1" dirty="0"/>
              <a:t>file share witness</a:t>
            </a:r>
            <a:r>
              <a:rPr lang="en-US" dirty="0"/>
              <a:t>, and </a:t>
            </a:r>
            <a:r>
              <a:rPr lang="en-US" b="1" dirty="0"/>
              <a:t>cloud witness</a:t>
            </a:r>
            <a:r>
              <a:rPr lang="en-US" dirty="0"/>
              <a:t> — remember, </a:t>
            </a:r>
            <a:r>
              <a:rPr lang="en-US" i="1" dirty="0"/>
              <a:t>cloud witness is recommended for hybrid/Azure clusters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27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 </a:t>
            </a:r>
            <a:r>
              <a:rPr lang="en-US" dirty="0"/>
              <a:t>Quorum is how a cluster decides who stays online and who shuts down. The right quorum model keeps workloads available without risking “split-brain”.</a:t>
            </a:r>
          </a:p>
          <a:p>
            <a:endParaRPr lang="en-US" b="1" dirty="0"/>
          </a:p>
          <a:p>
            <a:r>
              <a:rPr lang="en-US" b="1" dirty="0"/>
              <a:t>Node majority suits odd-number clusters</a:t>
            </a:r>
            <a:br>
              <a:rPr lang="en-US" dirty="0"/>
            </a:br>
            <a:r>
              <a:rPr lang="en-US" dirty="0"/>
              <a:t>→ With an odd number of nodes, you don’t need extra witnesses — the majority rule keeps things simple and resilient.</a:t>
            </a:r>
          </a:p>
          <a:p>
            <a:endParaRPr lang="en-US" b="1" dirty="0"/>
          </a:p>
          <a:p>
            <a:r>
              <a:rPr lang="en-US" b="1" dirty="0"/>
              <a:t>Node and disk/file majority add resiliency for even-node clusters</a:t>
            </a:r>
            <a:br>
              <a:rPr lang="en-US" dirty="0"/>
            </a:br>
            <a:r>
              <a:rPr lang="en-US" dirty="0"/>
              <a:t>→ A witness vote tips the balance in even-node setups, preventing ties when half the nodes drop.</a:t>
            </a:r>
          </a:p>
          <a:p>
            <a:endParaRPr lang="en-US" b="1" dirty="0"/>
          </a:p>
          <a:p>
            <a:r>
              <a:rPr lang="en-US" b="1" dirty="0"/>
              <a:t>Cloud witness uses Azure Storage for quorum votes</a:t>
            </a:r>
            <a:br>
              <a:rPr lang="en-US" dirty="0"/>
            </a:br>
            <a:r>
              <a:rPr lang="en-US" dirty="0"/>
              <a:t>→ Lightweight and reliable — no on-prem hardware required. Perfect for hybrid or all-Azure clusters.</a:t>
            </a:r>
          </a:p>
          <a:p>
            <a:endParaRPr lang="en-US" b="1" dirty="0"/>
          </a:p>
          <a:p>
            <a:r>
              <a:rPr lang="en-US" b="1" dirty="0"/>
              <a:t>Dynamic quorum adjusts votes based on active members</a:t>
            </a:r>
            <a:br>
              <a:rPr lang="en-US" dirty="0"/>
            </a:br>
            <a:r>
              <a:rPr lang="en-US" dirty="0"/>
              <a:t>→ The cluster is smart enough to remove votes from downed nodes, keeping quorum alive as long as possible.</a:t>
            </a:r>
          </a:p>
          <a:p>
            <a:endParaRPr lang="en-US" b="1" dirty="0"/>
          </a:p>
          <a:p>
            <a:r>
              <a:rPr lang="en-US" b="1" dirty="0"/>
              <a:t>Contoso uses Azure cloud witness for branch clusters</a:t>
            </a:r>
            <a:br>
              <a:rPr lang="en-US" dirty="0"/>
            </a:br>
            <a:r>
              <a:rPr lang="en-US" dirty="0"/>
              <a:t>→ Microsoft’s example customer shows a branch cluster leaning on Cloud Witness for easy tie-breaking.</a:t>
            </a:r>
          </a:p>
          <a:p>
            <a:endParaRPr lang="en-US" b="1" dirty="0"/>
          </a:p>
          <a:p>
            <a:r>
              <a:rPr lang="en-US" b="1" dirty="0"/>
              <a:t>AZ-801 Exam Tip:</a:t>
            </a:r>
            <a:br>
              <a:rPr lang="en-US" dirty="0"/>
            </a:br>
            <a:r>
              <a:rPr lang="en-US" dirty="0"/>
              <a:t>Remember: </a:t>
            </a:r>
            <a:r>
              <a:rPr lang="en-US" i="1" dirty="0"/>
              <a:t>Explicit Deny beats Allow.</a:t>
            </a:r>
            <a:r>
              <a:rPr lang="en-US" dirty="0"/>
              <a:t> If a witness isn’t reachable, it can’t cast a vote — plan quorum across sites carefully.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578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Framing: </a:t>
            </a:r>
            <a:r>
              <a:rPr lang="en-US" dirty="0"/>
              <a:t>Clustering depends on solid networking, so tuning adapters and traffic paths directly improves both performance and reliability.</a:t>
            </a:r>
          </a:p>
          <a:p>
            <a:endParaRPr lang="en-US" b="1" dirty="0"/>
          </a:p>
          <a:p>
            <a:r>
              <a:rPr lang="en-US" b="1" dirty="0"/>
              <a:t>NIC teaming aggregates bandwidth and provides redundancy.</a:t>
            </a:r>
            <a:br>
              <a:rPr lang="en-US" dirty="0"/>
            </a:br>
            <a:r>
              <a:rPr lang="en-US" dirty="0"/>
              <a:t>This means multiple adapters can be grouped to increase throughput and ensure connectivity if one NIC fails.</a:t>
            </a:r>
          </a:p>
          <a:p>
            <a:endParaRPr lang="en-US" b="1" dirty="0"/>
          </a:p>
          <a:p>
            <a:r>
              <a:rPr lang="en-US" b="1" dirty="0"/>
              <a:t>RDMA adapters boost storage and migration performance.</a:t>
            </a:r>
            <a:br>
              <a:rPr lang="en-US" dirty="0"/>
            </a:br>
            <a:r>
              <a:rPr lang="en-US" dirty="0"/>
              <a:t>Remote Direct Memory Access offloads work from the CPU and allows low-latency, high-throughput transfers during storage and VM moves.</a:t>
            </a:r>
          </a:p>
          <a:p>
            <a:endParaRPr lang="en-US" b="1" dirty="0"/>
          </a:p>
          <a:p>
            <a:r>
              <a:rPr lang="en-US" b="1" dirty="0"/>
              <a:t>SMB Multichannel uses multiple paths for higher throughput.</a:t>
            </a:r>
            <a:br>
              <a:rPr lang="en-US" dirty="0"/>
            </a:br>
            <a:r>
              <a:rPr lang="en-US" dirty="0"/>
              <a:t>With SMB 3.0 and above, file transfers can spread across multiple NICs automatically for speed and resiliency.</a:t>
            </a:r>
          </a:p>
          <a:p>
            <a:endParaRPr lang="en-US" b="1" dirty="0"/>
          </a:p>
          <a:p>
            <a:r>
              <a:rPr lang="en-US" b="1" dirty="0"/>
              <a:t>Network priorities isolate heartbeat, storage, and client traffic.</a:t>
            </a:r>
            <a:br>
              <a:rPr lang="en-US" dirty="0"/>
            </a:br>
            <a:r>
              <a:rPr lang="en-US" dirty="0"/>
              <a:t>Assigning priorities keeps health checks and storage traffic from being disrupted by user connections.</a:t>
            </a:r>
          </a:p>
          <a:p>
            <a:endParaRPr lang="en-US" b="1" dirty="0"/>
          </a:p>
          <a:p>
            <a:r>
              <a:rPr lang="en-US" b="1" dirty="0" err="1"/>
              <a:t>Fabrikam</a:t>
            </a:r>
            <a:r>
              <a:rPr lang="en-US" b="1" dirty="0"/>
              <a:t> separates live migration from storage traffic.</a:t>
            </a:r>
            <a:br>
              <a:rPr lang="en-US" dirty="0"/>
            </a:br>
            <a:r>
              <a:rPr lang="en-US" dirty="0"/>
              <a:t>Microsoft’s example shows how enterprises keep migration traffic on its own network to avoid bottlenecks during VM failover.</a:t>
            </a:r>
          </a:p>
          <a:p>
            <a:endParaRPr lang="en-US" b="1" dirty="0"/>
          </a:p>
          <a:p>
            <a:r>
              <a:rPr lang="en-US" b="1" dirty="0"/>
              <a:t>AZ-801 Exam Tip:</a:t>
            </a:r>
            <a:br>
              <a:rPr lang="en-US" dirty="0"/>
            </a:br>
            <a:r>
              <a:rPr lang="en-US" dirty="0"/>
              <a:t>If you see a question about cluster networking, remember that </a:t>
            </a:r>
            <a:r>
              <a:rPr lang="en-US" b="1" dirty="0"/>
              <a:t>dedicated networks and SMB Multichannel</a:t>
            </a:r>
            <a:r>
              <a:rPr lang="en-US" dirty="0"/>
              <a:t> are best practices for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3C8BCB-A8D7-074E-AD53-2B9312150B6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731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  <p:pic>
        <p:nvPicPr>
          <p:cNvPr id="2" name="Picture 1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1EB85-4E6B-81AF-E3DE-25146E89F7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4" name="Picture 3" descr="A blue and white background&#10;&#10;Description automatically generated">
            <a:extLst>
              <a:ext uri="{FF2B5EF4-FFF2-40B4-BE49-F238E27FC236}">
                <a16:creationId xmlns:a16="http://schemas.microsoft.com/office/drawing/2014/main" id="{37032E1F-36A3-E746-345C-BA05CE6121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657EAA-C43A-E155-4654-56E83B180ABB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6448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  <p:pic>
        <p:nvPicPr>
          <p:cNvPr id="2" name="Picture 1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08182D27-E2F5-2883-AF50-ABB7E42A41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8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Picture 5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69F2EE42-E762-6F5F-CC37-7233E5D11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86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1E03FF75-F906-DFC4-F2DB-E6A0D0C643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7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5E576AAE-EDF3-8574-4732-C4A9E1587D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F92DCD30-BA28-F0D3-0128-BF69D7B726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7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88AC8A-674A-76E5-9602-A90DC8B808F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6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BBD1A7-D040-8AA9-D945-8E9453D4D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31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6A0AD5-CB3F-8169-AF25-456262A7BA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708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urs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 with medium confidence">
            <a:extLst>
              <a:ext uri="{FF2B5EF4-FFF2-40B4-BE49-F238E27FC236}">
                <a16:creationId xmlns:a16="http://schemas.microsoft.com/office/drawing/2014/main" id="{315FA5AA-E7FF-BD49-A92D-7A87578950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pic>
        <p:nvPicPr>
          <p:cNvPr id="7" name="Picture 6" descr="A blue and white background&#10;&#10;Description automatically generated">
            <a:extLst>
              <a:ext uri="{FF2B5EF4-FFF2-40B4-BE49-F238E27FC236}">
                <a16:creationId xmlns:a16="http://schemas.microsoft.com/office/drawing/2014/main" id="{DCB4EE68-6906-C0D2-628A-07C92F878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40663" y="1365666"/>
            <a:ext cx="6143485" cy="674899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4400" b="0" baseline="0">
                <a:solidFill>
                  <a:srgbClr val="454D4E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Course Title Here: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DCF20B5-BDCC-4D4B-9EB2-D0FDA548FAD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59980" y="3095097"/>
            <a:ext cx="1112885" cy="116858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r>
              <a:rPr lang="en-US" dirty="0"/>
              <a:t>Insert </a:t>
            </a:r>
          </a:p>
          <a:p>
            <a:r>
              <a:rPr lang="en-US" dirty="0"/>
              <a:t>Author </a:t>
            </a:r>
          </a:p>
          <a:p>
            <a:r>
              <a:rPr lang="en-US" dirty="0"/>
              <a:t>Headshot </a:t>
            </a:r>
          </a:p>
          <a:p>
            <a:r>
              <a:rPr lang="en-US" dirty="0"/>
              <a:t>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69A88D-4483-164E-BD65-F3FA79A521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819" y="3263590"/>
            <a:ext cx="3802750" cy="384813"/>
          </a:xfrm>
        </p:spPr>
        <p:txBody>
          <a:bodyPr>
            <a:noAutofit/>
          </a:bodyPr>
          <a:lstStyle>
            <a:lvl1pPr marL="0" indent="0">
              <a:buNone/>
              <a:defRPr sz="2000" b="0" i="0" u="none" baseline="0">
                <a:latin typeface="Open Sans" panose="020B0606030504020204" pitchFamily="34" charset="0"/>
              </a:defRPr>
            </a:lvl1pPr>
          </a:lstStyle>
          <a:p>
            <a:pPr algn="l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Author Name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C2A0807-1CDE-5F49-A30A-6B9B299977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62347" y="3648402"/>
            <a:ext cx="2739170" cy="5842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latin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Lower Third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641A57-2545-0CDA-3A11-C1281610CCD7}"/>
              </a:ext>
            </a:extLst>
          </p:cNvPr>
          <p:cNvSpPr txBox="1"/>
          <p:nvPr userDrawn="1"/>
        </p:nvSpPr>
        <p:spPr>
          <a:xfrm>
            <a:off x="1923165" y="312433"/>
            <a:ext cx="5239240" cy="628091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algn="l"/>
            <a:r>
              <a:rPr lang="en-US" sz="3000" b="1" i="0" baseline="0" dirty="0">
                <a:solidFill>
                  <a:srgbClr val="454D4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7709AF5-2D39-3318-476A-B7DB868293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40662" y="2040565"/>
            <a:ext cx="6143485" cy="771235"/>
          </a:xfrm>
        </p:spPr>
        <p:txBody>
          <a:bodyPr>
            <a:noAutofit/>
          </a:bodyPr>
          <a:lstStyle>
            <a:lvl1pPr marL="0" indent="0">
              <a:buNone/>
              <a:defRPr sz="3600" b="0" i="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urse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urse Intro slide for slide-based headshot (when recording on-camera is not an option)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F18C1000-CFD1-814F-9DAF-2DC7FBADD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Course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246704"/>
            <a:ext cx="3966571" cy="2979037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1: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2: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3: Title</a:t>
            </a:r>
            <a:br>
              <a:rPr lang="en-US" dirty="0"/>
            </a:br>
            <a:endParaRPr lang="en-US" dirty="0"/>
          </a:p>
          <a:p>
            <a:pPr lvl="0"/>
            <a:r>
              <a:rPr lang="en-US" dirty="0"/>
              <a:t>Lesson 4: Title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Lesson 5: Title</a:t>
            </a:r>
          </a:p>
        </p:txBody>
      </p:sp>
    </p:spTree>
    <p:extLst>
      <p:ext uri="{BB962C8B-B14F-4D97-AF65-F5344CB8AC3E}">
        <p14:creationId xmlns:p14="http://schemas.microsoft.com/office/powerpoint/2010/main" val="3853228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esson Intro (headshot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blue border&#10;&#10;Description automatically generated">
            <a:extLst>
              <a:ext uri="{FF2B5EF4-FFF2-40B4-BE49-F238E27FC236}">
                <a16:creationId xmlns:a16="http://schemas.microsoft.com/office/drawing/2014/main" id="{9289594B-CEE2-DA79-8D6C-78D7B18EF0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409" y="36599"/>
            <a:ext cx="9144000" cy="51435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601DF-3D69-3D45-B976-F47622BD40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20635" y="382901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20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Lesson Title Goes Here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258BD1F-B284-28B8-2B50-52C6221AEC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20634" y="1124147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1.1 Sub-lesson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7ED1EBB-6BC5-DFD0-E2B6-8349F2148C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297" y="1869540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1.2 Sub-lesson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BEAFDF9-6B1A-C0EB-0DEB-8FFA696AC9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19298" y="2598108"/>
            <a:ext cx="3966571" cy="728568"/>
          </a:xfrm>
        </p:spPr>
        <p:txBody>
          <a:bodyPr>
            <a:normAutofit/>
          </a:bodyPr>
          <a:lstStyle>
            <a:lvl1pPr marL="0" indent="0">
              <a:buNone/>
              <a:defRPr sz="1600" b="0" i="0" kern="8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 dirty="0"/>
              <a:t>• 1.3 Sub-lesson Title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41F5051F-7083-3DC3-EC81-E04D81C975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0544" y="664995"/>
            <a:ext cx="3358265" cy="356074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endParaRPr lang="en-US" dirty="0"/>
          </a:p>
          <a:p>
            <a:r>
              <a:rPr lang="en-US" dirty="0"/>
              <a:t>Insert Author </a:t>
            </a:r>
          </a:p>
          <a:p>
            <a:r>
              <a:rPr lang="en-US" dirty="0"/>
              <a:t>Headshot Photo</a:t>
            </a:r>
          </a:p>
          <a:p>
            <a:r>
              <a:rPr lang="en-US" dirty="0"/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57878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Slide (top titl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object with a black border&#10;&#10;Description automatically generated with medium confidence">
            <a:extLst>
              <a:ext uri="{FF2B5EF4-FFF2-40B4-BE49-F238E27FC236}">
                <a16:creationId xmlns:a16="http://schemas.microsoft.com/office/drawing/2014/main" id="{6F592B98-E829-4D75-987C-E10A1777DF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BF004E1-6C6E-A41B-2708-AF445AAF3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0E15C9-D306-B736-F041-3C5729A18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1570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 Slide (bo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rectangular object with a grey background&#10;&#10;Description automatically generated">
            <a:extLst>
              <a:ext uri="{FF2B5EF4-FFF2-40B4-BE49-F238E27FC236}">
                <a16:creationId xmlns:a16="http://schemas.microsoft.com/office/drawing/2014/main" id="{8F5A7659-558D-5850-50C2-72AB7FD8F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A3BCAA-490B-BAA5-D814-04214EC50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043A29F-9950-00FC-54AD-2F3EA9126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987374"/>
            <a:ext cx="7333862" cy="3655572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3760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 Slide (header and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logo&#10;&#10;Description automatically generated with medium confidence">
            <a:extLst>
              <a:ext uri="{FF2B5EF4-FFF2-40B4-BE49-F238E27FC236}">
                <a16:creationId xmlns:a16="http://schemas.microsoft.com/office/drawing/2014/main" id="{10F185E1-4992-9D3A-B3E8-45EEBB7E67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0485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 Slide (footer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ED5F27-70E5-4B4C-988B-9232507CFD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ABB46-522D-9531-1393-55BDDBA98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489220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 Slide (footer only w/ two content box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25C24-701B-6B4D-B8C3-DFB49DB8C60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0EB95E-AB5B-2489-EDB6-8BD32E98E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34011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 Slide (open spac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B9D5BD-777B-FB47-A928-3A74870851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336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15979BF-344D-CDD6-5808-1E3A396E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342" y="9336"/>
            <a:ext cx="7548179" cy="46362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038BA8-C749-8779-4A17-788983663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75629"/>
            <a:ext cx="7333862" cy="3742941"/>
          </a:xfrm>
        </p:spPr>
        <p:txBody>
          <a:bodyPr>
            <a:noAutofit/>
          </a:bodyPr>
          <a:lstStyle>
            <a:lvl1pPr>
              <a:defRPr sz="2200" baseline="0">
                <a:latin typeface="Open Sans" panose="020B0606030504020204" pitchFamily="34" charset="0"/>
              </a:defRPr>
            </a:lvl1pPr>
            <a:lvl2pPr>
              <a:defRPr sz="2000" baseline="0">
                <a:latin typeface="Open Sans" panose="020B0606030504020204" pitchFamily="34" charset="0"/>
              </a:defRPr>
            </a:lvl2pPr>
            <a:lvl3pPr>
              <a:defRPr sz="1800" baseline="0">
                <a:latin typeface="Open Sans" panose="020B0606030504020204" pitchFamily="34" charset="0"/>
              </a:defRPr>
            </a:lvl3pPr>
            <a:lvl4pPr>
              <a:defRPr sz="1800" baseline="0">
                <a:latin typeface="Open Sans" panose="020B0606030504020204" pitchFamily="34" charset="0"/>
              </a:defRPr>
            </a:lvl4pPr>
            <a:lvl5pPr>
              <a:defRPr sz="1800" baseline="0">
                <a:latin typeface="Open Sans" panose="020B06060305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366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Thu, 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EF7376-91BF-E078-2A66-21FFC1EC9B9D}"/>
              </a:ext>
            </a:extLst>
          </p:cNvPr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878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649" r:id="rId10"/>
    <p:sldLayoutId id="2147483659" r:id="rId11"/>
    <p:sldLayoutId id="2147483658" r:id="rId12"/>
    <p:sldLayoutId id="2147483664" r:id="rId13"/>
    <p:sldLayoutId id="2147483662" r:id="rId14"/>
    <p:sldLayoutId id="2147483665" r:id="rId15"/>
    <p:sldLayoutId id="2147483660" r:id="rId16"/>
    <p:sldLayoutId id="2147483661" r:id="rId17"/>
    <p:sldLayoutId id="214748366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B06A7D5-89E7-EAD9-D088-2A2125602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962" y="265417"/>
            <a:ext cx="3673828" cy="838095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5E025FF1-FA05-58E9-B110-E456E82B4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2594" y="652894"/>
            <a:ext cx="6933141" cy="674899"/>
          </a:xfrm>
        </p:spPr>
        <p:txBody>
          <a:bodyPr>
            <a:noAutofit/>
          </a:bodyPr>
          <a:lstStyle/>
          <a:p>
            <a:r>
              <a:rPr lang="en-US" sz="3600" b="1"/>
              <a:t>Exam AZ-801: Configuring Windows Server Hybrid Advanced Services, 2nd Ed </a:t>
            </a:r>
            <a:endParaRPr lang="en-US" sz="3600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56C324-4E4C-B0F4-6DC5-3C9DDA851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Tim Warner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C667F3-A6DD-AE8F-325F-B5B6FE741D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62347" y="3648402"/>
            <a:ext cx="3023362" cy="584200"/>
          </a:xfrm>
        </p:spPr>
        <p:txBody>
          <a:bodyPr/>
          <a:lstStyle/>
          <a:p>
            <a:r>
              <a:rPr lang="en-US" dirty="0"/>
              <a:t>Microsoft Certified Trainer and Microsoft MVP</a:t>
            </a:r>
          </a:p>
        </p:txBody>
      </p:sp>
      <p:pic>
        <p:nvPicPr>
          <p:cNvPr id="5" name="Picture Placeholder 4" descr="A person wearing glasses and a black jacket&#10;&#10;AI-generated content may be incorrect.">
            <a:extLst>
              <a:ext uri="{FF2B5EF4-FFF2-40B4-BE49-F238E27FC236}">
                <a16:creationId xmlns:a16="http://schemas.microsoft.com/office/drawing/2014/main" id="{272C23CC-6DAA-D474-5879-59974AA40D0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78" r="2378"/>
          <a:stretch>
            <a:fillRect/>
          </a:stretch>
        </p:blipFill>
        <p:spPr>
          <a:xfrm>
            <a:off x="2294356" y="3064110"/>
            <a:ext cx="1112885" cy="1168586"/>
          </a:xfrm>
        </p:spPr>
      </p:pic>
    </p:spTree>
    <p:extLst>
      <p:ext uri="{BB962C8B-B14F-4D97-AF65-F5344CB8AC3E}">
        <p14:creationId xmlns:p14="http://schemas.microsoft.com/office/powerpoint/2010/main" val="3662525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loud with icons&#10;&#10;AI-generated content may be incorrect.">
            <a:extLst>
              <a:ext uri="{FF2B5EF4-FFF2-40B4-BE49-F238E27FC236}">
                <a16:creationId xmlns:a16="http://schemas.microsoft.com/office/drawing/2014/main" id="{1FA7CD43-BA80-82DD-E644-E85660A8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95" y="741009"/>
            <a:ext cx="3617287" cy="3156082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785BEF-5805-305A-23FF-1BB88D477F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20635" y="382901"/>
            <a:ext cx="3966571" cy="863804"/>
          </a:xfrm>
        </p:spPr>
        <p:txBody>
          <a:bodyPr>
            <a:normAutofit/>
          </a:bodyPr>
          <a:lstStyle/>
          <a:p>
            <a:r>
              <a:rPr lang="en-US" dirty="0"/>
              <a:t>Lesson 8: Implement Failover Clusters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DC3F4-DF86-6837-4352-BE6EBD43046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0686" y="1147743"/>
            <a:ext cx="3516430" cy="2979037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8.1. Implement a failover cluster on-premises, hybrid, or cloud-only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8.2. Create a Windows failover cluster, including workgroup clusters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8.3. Implement a stretch cluster across datacenters or Azure regions, including Storage Spaces Direct (S2D) campus clusters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8.4. Configure storage for failover clustering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8.5. Modify quorum options 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sz="1400" dirty="0"/>
              <a:t>8.6. Configure network adapters for failover clustering </a:t>
            </a:r>
          </a:p>
        </p:txBody>
      </p:sp>
    </p:spTree>
    <p:extLst>
      <p:ext uri="{BB962C8B-B14F-4D97-AF65-F5344CB8AC3E}">
        <p14:creationId xmlns:p14="http://schemas.microsoft.com/office/powerpoint/2010/main" val="253948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8.1 Implement a failover cluster on-premises, hybrid, or cloud-only </a:t>
            </a:r>
          </a:p>
        </p:txBody>
      </p:sp>
    </p:spTree>
    <p:extLst>
      <p:ext uri="{BB962C8B-B14F-4D97-AF65-F5344CB8AC3E}">
        <p14:creationId xmlns:p14="http://schemas.microsoft.com/office/powerpoint/2010/main" val="48666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5479EE-C810-1BDA-86E0-FDEF2458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story </a:t>
            </a:r>
            <a:r>
              <a:rPr lang="en-US"/>
              <a:t>thus far...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D3364C-5FD4-DC25-77E0-94FB96301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emerged from Windows Server 2025 security</a:t>
            </a:r>
          </a:p>
          <a:p>
            <a:r>
              <a:rPr lang="en-US" dirty="0"/>
              <a:t>We’re embarking on a high availability (HA) journey centered on Windows Server Failover Clustering (WSFC)</a:t>
            </a:r>
          </a:p>
        </p:txBody>
      </p:sp>
    </p:spTree>
    <p:extLst>
      <p:ext uri="{BB962C8B-B14F-4D97-AF65-F5344CB8AC3E}">
        <p14:creationId xmlns:p14="http://schemas.microsoft.com/office/powerpoint/2010/main" val="330552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Ensure high availability with failover clustering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Provides automatic failover for apps and services</a:t>
            </a:r>
          </a:p>
          <a:p>
            <a:r>
              <a:rPr lang="en-US" sz="1800" dirty="0"/>
              <a:t>On-prem clusters use SAN or Storage Spaces Direct</a:t>
            </a:r>
          </a:p>
          <a:p>
            <a:r>
              <a:rPr lang="en-US" sz="1800" dirty="0"/>
              <a:t>Hybrid clusters extend on-prem workloads into Azure</a:t>
            </a:r>
          </a:p>
          <a:p>
            <a:r>
              <a:rPr lang="en-US" sz="1800" dirty="0"/>
              <a:t>Cloud-only clusters use Azure shared disks and proximity groups</a:t>
            </a:r>
          </a:p>
          <a:p>
            <a:r>
              <a:rPr lang="en-US" sz="1800" dirty="0"/>
              <a:t>Adventure Works uses hybrid clusters for SQL Server continuity</a:t>
            </a:r>
          </a:p>
        </p:txBody>
      </p:sp>
    </p:spTree>
    <p:extLst>
      <p:ext uri="{BB962C8B-B14F-4D97-AF65-F5344CB8AC3E}">
        <p14:creationId xmlns:p14="http://schemas.microsoft.com/office/powerpoint/2010/main" val="1961697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8.2 Create a Windows failover cluster, including workgroup clusters </a:t>
            </a:r>
          </a:p>
        </p:txBody>
      </p:sp>
    </p:spTree>
    <p:extLst>
      <p:ext uri="{BB962C8B-B14F-4D97-AF65-F5344CB8AC3E}">
        <p14:creationId xmlns:p14="http://schemas.microsoft.com/office/powerpoint/2010/main" val="1829040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 clusters with or without Active Directory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Cluster validation tests confirm hardware/software readiness</a:t>
            </a:r>
          </a:p>
          <a:p>
            <a:r>
              <a:rPr lang="en-US" sz="1800" dirty="0"/>
              <a:t>Failover Cluster Manager and PowerShell support creation</a:t>
            </a:r>
          </a:p>
          <a:p>
            <a:r>
              <a:rPr lang="en-US" sz="1800" dirty="0"/>
              <a:t>Workgroup clusters authenticate with local accounts/certs</a:t>
            </a:r>
          </a:p>
          <a:p>
            <a:r>
              <a:rPr lang="en-US" sz="1800" dirty="0"/>
              <a:t>Separate networks for heartbeat, client access, migration traffic</a:t>
            </a:r>
          </a:p>
          <a:p>
            <a:r>
              <a:rPr lang="en-US" sz="1800" dirty="0"/>
              <a:t>Contoso deploys workgroup clusters in isolated labs</a:t>
            </a:r>
          </a:p>
        </p:txBody>
      </p:sp>
    </p:spTree>
    <p:extLst>
      <p:ext uri="{BB962C8B-B14F-4D97-AF65-F5344CB8AC3E}">
        <p14:creationId xmlns:p14="http://schemas.microsoft.com/office/powerpoint/2010/main" val="217292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8.3 Implement a stretch cluster across datacenters or Azure regions, including Storage Spaces Direct (S2D) campus clusters </a:t>
            </a:r>
          </a:p>
        </p:txBody>
      </p:sp>
    </p:spTree>
    <p:extLst>
      <p:ext uri="{BB962C8B-B14F-4D97-AF65-F5344CB8AC3E}">
        <p14:creationId xmlns:p14="http://schemas.microsoft.com/office/powerpoint/2010/main" val="947907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31827" cy="463628"/>
          </a:xfrm>
        </p:spPr>
        <p:txBody>
          <a:bodyPr/>
          <a:lstStyle/>
          <a:p>
            <a:r>
              <a:rPr lang="en-US" sz="2400"/>
              <a:t>Extend clustering across sites for disaster recovery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Stretch clusters support automatic failover between sites</a:t>
            </a:r>
          </a:p>
          <a:p>
            <a:r>
              <a:rPr lang="en-US" sz="1800" dirty="0"/>
              <a:t>Site awareness prioritizes local nodes for normal ops</a:t>
            </a:r>
          </a:p>
          <a:p>
            <a:r>
              <a:rPr lang="en-US" sz="1800" dirty="0"/>
              <a:t>Storage Replica provides synchronous replication</a:t>
            </a:r>
          </a:p>
          <a:p>
            <a:r>
              <a:rPr lang="en-US" sz="1800" dirty="0"/>
              <a:t>S2D campus clusters extend software-defined storage across sites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deploys stretch clusters across two Azure regions</a:t>
            </a:r>
          </a:p>
        </p:txBody>
      </p:sp>
    </p:spTree>
    <p:extLst>
      <p:ext uri="{BB962C8B-B14F-4D97-AF65-F5344CB8AC3E}">
        <p14:creationId xmlns:p14="http://schemas.microsoft.com/office/powerpoint/2010/main" val="118326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8.4 Configure storage for failover clustering </a:t>
            </a:r>
          </a:p>
        </p:txBody>
      </p:sp>
    </p:spTree>
    <p:extLst>
      <p:ext uri="{BB962C8B-B14F-4D97-AF65-F5344CB8AC3E}">
        <p14:creationId xmlns:p14="http://schemas.microsoft.com/office/powerpoint/2010/main" val="91400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Optimize storage for clustered workloads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Cluster Shared Volumes (CSV) allow multiple-node access</a:t>
            </a:r>
          </a:p>
          <a:p>
            <a:r>
              <a:rPr lang="en-US" sz="1800" dirty="0"/>
              <a:t>Shared VHDX files support guest clustering</a:t>
            </a:r>
          </a:p>
          <a:p>
            <a:r>
              <a:rPr lang="en-US" sz="1800" dirty="0"/>
              <a:t>Storage Spaces Direct eliminates SAN requirements</a:t>
            </a:r>
          </a:p>
          <a:p>
            <a:r>
              <a:rPr lang="en-US" sz="1800" dirty="0"/>
              <a:t>Witness disk/file share supports quorum decisions</a:t>
            </a:r>
          </a:p>
          <a:p>
            <a:r>
              <a:rPr lang="en-US" sz="1800" dirty="0"/>
              <a:t>Tailwind Traders leverages CSVs for Hyper-V workload</a:t>
            </a:r>
          </a:p>
        </p:txBody>
      </p:sp>
    </p:spTree>
    <p:extLst>
      <p:ext uri="{BB962C8B-B14F-4D97-AF65-F5344CB8AC3E}">
        <p14:creationId xmlns:p14="http://schemas.microsoft.com/office/powerpoint/2010/main" val="122663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 dirty="0">
                <a:solidFill>
                  <a:srgbClr val="0978D8"/>
                </a:solidFill>
              </a:rPr>
              <a:t>8.5 Modify quorum options </a:t>
            </a:r>
          </a:p>
        </p:txBody>
      </p:sp>
    </p:spTree>
    <p:extLst>
      <p:ext uri="{BB962C8B-B14F-4D97-AF65-F5344CB8AC3E}">
        <p14:creationId xmlns:p14="http://schemas.microsoft.com/office/powerpoint/2010/main" val="163976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166996" cy="463628"/>
          </a:xfrm>
        </p:spPr>
        <p:txBody>
          <a:bodyPr/>
          <a:lstStyle/>
          <a:p>
            <a:r>
              <a:rPr lang="en-US" sz="2400"/>
              <a:t>Maintain cluster availability with quorum models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Node majority suits odd-number clusters</a:t>
            </a:r>
          </a:p>
          <a:p>
            <a:r>
              <a:rPr lang="en-US" sz="1800" dirty="0"/>
              <a:t>Node and disk/file majority add resiliency for even-node clusters</a:t>
            </a:r>
          </a:p>
          <a:p>
            <a:r>
              <a:rPr lang="en-US" sz="1800" dirty="0"/>
              <a:t>Cloud witness uses Azure Storage for quorum votes</a:t>
            </a:r>
          </a:p>
          <a:p>
            <a:r>
              <a:rPr lang="en-US" sz="1800" dirty="0"/>
              <a:t>Dynamic quorum adjusts votes based on active members</a:t>
            </a:r>
          </a:p>
          <a:p>
            <a:r>
              <a:rPr lang="en-US" sz="1800" dirty="0"/>
              <a:t>Contoso uses Azure cloud witness for branch clusters</a:t>
            </a:r>
          </a:p>
        </p:txBody>
      </p:sp>
    </p:spTree>
    <p:extLst>
      <p:ext uri="{BB962C8B-B14F-4D97-AF65-F5344CB8AC3E}">
        <p14:creationId xmlns:p14="http://schemas.microsoft.com/office/powerpoint/2010/main" val="311235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CE19171-B11A-F0B2-D185-CC8FB87A16DC}"/>
              </a:ext>
            </a:extLst>
          </p:cNvPr>
          <p:cNvSpPr txBox="1">
            <a:spLocks/>
          </p:cNvSpPr>
          <p:nvPr/>
        </p:nvSpPr>
        <p:spPr>
          <a:xfrm>
            <a:off x="1500187" y="1971242"/>
            <a:ext cx="6143625" cy="7715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3600">
                <a:solidFill>
                  <a:srgbClr val="0978D8"/>
                </a:solidFill>
              </a:rPr>
              <a:t>8.6 </a:t>
            </a:r>
            <a:r>
              <a:rPr lang="en-US" sz="3600" dirty="0">
                <a:solidFill>
                  <a:srgbClr val="0978D8"/>
                </a:solidFill>
              </a:rPr>
              <a:t>Configure network adapters for failover clustering </a:t>
            </a:r>
          </a:p>
        </p:txBody>
      </p:sp>
    </p:spTree>
    <p:extLst>
      <p:ext uri="{BB962C8B-B14F-4D97-AF65-F5344CB8AC3E}">
        <p14:creationId xmlns:p14="http://schemas.microsoft.com/office/powerpoint/2010/main" val="3950908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E03C8-8D21-7742-BC45-5373CF43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42" y="9336"/>
            <a:ext cx="8217796" cy="463628"/>
          </a:xfrm>
        </p:spPr>
        <p:txBody>
          <a:bodyPr/>
          <a:lstStyle/>
          <a:p>
            <a:r>
              <a:rPr lang="en-US" sz="2400" dirty="0"/>
              <a:t>Tune networking for cluster performance and resiliency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88C4-C6AF-3654-026D-9E5843DEC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501" y="782059"/>
            <a:ext cx="7197363" cy="43107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dirty="0"/>
              <a:t>NIC teaming aggregates bandwidth and provides redundancy</a:t>
            </a:r>
          </a:p>
          <a:p>
            <a:r>
              <a:rPr lang="en-US" sz="1800" dirty="0"/>
              <a:t>RDMA adapters boost storage and migration performance</a:t>
            </a:r>
          </a:p>
          <a:p>
            <a:r>
              <a:rPr lang="en-US" sz="1800" dirty="0"/>
              <a:t>SMB Multichannel uses multiple paths for higher throughput</a:t>
            </a:r>
          </a:p>
          <a:p>
            <a:r>
              <a:rPr lang="en-US" sz="1800" dirty="0"/>
              <a:t>Network priorities isolate heartbeat, storage, and client traffic</a:t>
            </a:r>
          </a:p>
          <a:p>
            <a:r>
              <a:rPr lang="en-US" sz="1800" dirty="0" err="1"/>
              <a:t>Fabrikam</a:t>
            </a:r>
            <a:r>
              <a:rPr lang="en-US" sz="1800" dirty="0"/>
              <a:t> separates live migration from storage traffic</a:t>
            </a:r>
          </a:p>
        </p:txBody>
      </p:sp>
    </p:spTree>
    <p:extLst>
      <p:ext uri="{BB962C8B-B14F-4D97-AF65-F5344CB8AC3E}">
        <p14:creationId xmlns:p14="http://schemas.microsoft.com/office/powerpoint/2010/main" val="4092314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9E237-BA0D-A6D7-ABE0-D61274209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WSFC topology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DC05B0-B654-CD99-17D8-D0AE3692E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064" y="896639"/>
            <a:ext cx="6617871" cy="396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705565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defRPr sz="1200" b="0" baseline="0" dirty="0" smtClean="0">
            <a:solidFill>
              <a:srgbClr val="454D4E"/>
            </a:solidFill>
            <a:latin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01a101-02f8-4cb9-8ad4-ac4c2bb50a5e">
      <Terms xmlns="http://schemas.microsoft.com/office/infopath/2007/PartnerControls"/>
    </lcf76f155ced4ddcb4097134ff3c332f>
    <TaxCatchAll xmlns="53af226d-ba0a-4b77-ace2-7e16defb849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942DAA29B6641B847DD25AB6364DF" ma:contentTypeVersion="20" ma:contentTypeDescription="Create a new document." ma:contentTypeScope="" ma:versionID="e60464b2502f4f4c6d575a702f4efcf7">
  <xsd:schema xmlns:xsd="http://www.w3.org/2001/XMLSchema" xmlns:xs="http://www.w3.org/2001/XMLSchema" xmlns:p="http://schemas.microsoft.com/office/2006/metadata/properties" xmlns:ns1="http://schemas.microsoft.com/sharepoint/v3" xmlns:ns2="1501a101-02f8-4cb9-8ad4-ac4c2bb50a5e" xmlns:ns3="53af226d-ba0a-4b77-ace2-7e16defb8490" targetNamespace="http://schemas.microsoft.com/office/2006/metadata/properties" ma:root="true" ma:fieldsID="c75e329bb324eb7f1fd76e0ecf7fa1c1" ns1:_="" ns2:_="" ns3:_="">
    <xsd:import namespace="http://schemas.microsoft.com/sharepoint/v3"/>
    <xsd:import namespace="1501a101-02f8-4cb9-8ad4-ac4c2bb50a5e"/>
    <xsd:import namespace="53af226d-ba0a-4b77-ace2-7e16defb84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01a101-02f8-4cb9-8ad4-ac4c2bb50a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f226d-ba0a-4b77-ace2-7e16defb8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f1b6984-261b-4571-b7f9-8a6d366cc3e2}" ma:internalName="TaxCatchAll" ma:showField="CatchAllData" ma:web="53af226d-ba0a-4b77-ace2-7e16defb8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303C75-6DA1-4624-8E1F-10C605E5764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53af226d-ba0a-4b77-ace2-7e16defb8490"/>
    <ds:schemaRef ds:uri="1501a101-02f8-4cb9-8ad4-ac4c2bb50a5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C38A4C16-ADEC-4EFC-8E2D-80342A82E9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1501a101-02f8-4cb9-8ad4-ac4c2bb50a5e"/>
    <ds:schemaRef ds:uri="53af226d-ba0a-4b77-ace2-7e16defb849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0C99BF-5DBB-4E5E-8232-1660DCDA7D8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cc434d7-97d0-47d3-b5c5-14fe0e33e34b}" enabled="0" method="" siteId="{8cc434d7-97d0-47d3-b5c5-14fe0e33e34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Press_PowerPoint Template (2023 Re-brand)</Template>
  <TotalTime>34633</TotalTime>
  <Words>1650</Words>
  <Application>Microsoft Office PowerPoint</Application>
  <PresentationFormat>On-screen Show (16:9)</PresentationFormat>
  <Paragraphs>142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Open Sans</vt:lpstr>
      <vt:lpstr>Segoe UI</vt:lpstr>
      <vt:lpstr>Segoe UI Light</vt:lpstr>
      <vt:lpstr>Segoe UI Semilight</vt:lpstr>
      <vt:lpstr>Standard_LiveLessons_2017</vt:lpstr>
      <vt:lpstr>PowerPoint Presentation</vt:lpstr>
      <vt:lpstr>PowerPoint Presentation</vt:lpstr>
      <vt:lpstr>PowerPoint Presentation</vt:lpstr>
      <vt:lpstr>The story thus far...</vt:lpstr>
      <vt:lpstr>Ensure high availability with failover clustering</vt:lpstr>
      <vt:lpstr>PowerPoint Presentation</vt:lpstr>
      <vt:lpstr>Build clusters with or without Active Directory</vt:lpstr>
      <vt:lpstr>PowerPoint Presentation</vt:lpstr>
      <vt:lpstr>Extend clustering across sites for disaster recovery</vt:lpstr>
      <vt:lpstr>PowerPoint Presentation</vt:lpstr>
      <vt:lpstr>Optimize storage for clustered workloads</vt:lpstr>
      <vt:lpstr>PowerPoint Presentation</vt:lpstr>
      <vt:lpstr>Maintain cluster availability with quorum models</vt:lpstr>
      <vt:lpstr>PowerPoint Presentation</vt:lpstr>
      <vt:lpstr>Tune networking for cluster performance and resiliency</vt:lpstr>
      <vt:lpstr>WSFC topology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Tim Warner</cp:lastModifiedBy>
  <cp:revision>103</cp:revision>
  <dcterms:created xsi:type="dcterms:W3CDTF">2015-09-28T19:52:00Z</dcterms:created>
  <dcterms:modified xsi:type="dcterms:W3CDTF">2025-10-02T12:09:00Z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0x0101009EB942DAA29B6641B847DD25AB6364DF</vt:lpwstr>
  </property>
  <property fmtid="{D5CDD505-2E9C-101B-9397-08002B2CF9AE}" pid="3" name="MediaServiceImageTags">
    <vt:lpwstr/>
  </property>
  <property fmtid="{D5CDD505-2E9C-101B-9397-08002B2CF9AE}" pid="4" name="MSIP_Label_d31dd64d-da6b-43d5-9ac5-8dec692131c3_Enabled">
    <vt:lpwstr>true</vt:lpwstr>
  </property>
  <property fmtid="{D5CDD505-2E9C-101B-9397-08002B2CF9AE}" pid="5" name="MSIP_Label_d31dd64d-da6b-43d5-9ac5-8dec692131c3_SetDate">
    <vt:lpwstr>2024-02-18T18:18:25Z</vt:lpwstr>
  </property>
  <property fmtid="{D5CDD505-2E9C-101B-9397-08002B2CF9AE}" pid="6" name="MSIP_Label_d31dd64d-da6b-43d5-9ac5-8dec692131c3_Method">
    <vt:lpwstr>Standard</vt:lpwstr>
  </property>
  <property fmtid="{D5CDD505-2E9C-101B-9397-08002B2CF9AE}" pid="7" name="MSIP_Label_d31dd64d-da6b-43d5-9ac5-8dec692131c3_Name">
    <vt:lpwstr>General</vt:lpwstr>
  </property>
  <property fmtid="{D5CDD505-2E9C-101B-9397-08002B2CF9AE}" pid="8" name="MSIP_Label_d31dd64d-da6b-43d5-9ac5-8dec692131c3_SiteId">
    <vt:lpwstr>db1766ec-5540-4cde-ad8d-b2b59fb2ed8e</vt:lpwstr>
  </property>
  <property fmtid="{D5CDD505-2E9C-101B-9397-08002B2CF9AE}" pid="9" name="MSIP_Label_d31dd64d-da6b-43d5-9ac5-8dec692131c3_ActionId">
    <vt:lpwstr>e519282f-68ee-4290-b67d-67e40ded71bd</vt:lpwstr>
  </property>
  <property fmtid="{D5CDD505-2E9C-101B-9397-08002B2CF9AE}" pid="10" name="MSIP_Label_d31dd64d-da6b-43d5-9ac5-8dec692131c3_ContentBits">
    <vt:lpwstr>0</vt:lpwstr>
  </property>
</Properties>
</file>