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5"/>
  </p:notesMasterIdLst>
  <p:sldIdLst>
    <p:sldId id="303" r:id="rId5"/>
    <p:sldId id="292" r:id="rId6"/>
    <p:sldId id="293" r:id="rId7"/>
    <p:sldId id="348" r:id="rId8"/>
    <p:sldId id="347" r:id="rId9"/>
    <p:sldId id="343" r:id="rId10"/>
    <p:sldId id="349" r:id="rId11"/>
    <p:sldId id="346" r:id="rId12"/>
    <p:sldId id="331" r:id="rId13"/>
    <p:sldId id="342"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DF77B-A120-4692-A954-2D2175E53811}" v="4" dt="2025-10-20T18:19:25.6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180" autoAdjust="0"/>
    <p:restoredTop sz="88690" autoAdjust="0"/>
  </p:normalViewPr>
  <p:slideViewPr>
    <p:cSldViewPr snapToGrid="0" snapToObjects="1">
      <p:cViewPr varScale="1">
        <p:scale>
          <a:sx n="92" d="100"/>
          <a:sy n="92" d="100"/>
        </p:scale>
        <p:origin x="1456" y="284"/>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C199C607-1779-4E65-A440-75F0EDB3003B}"/>
    <pc:docChg chg="delSld modSld">
      <pc:chgData name="Tim Warner" userId="1d9b2d89684621c1" providerId="LiveId" clId="{C199C607-1779-4E65-A440-75F0EDB3003B}" dt="2025-06-24T21:02:01.694" v="45"/>
      <pc:docMkLst>
        <pc:docMk/>
      </pc:docMkLst>
      <pc:sldChg chg="del">
        <pc:chgData name="Tim Warner" userId="1d9b2d89684621c1" providerId="LiveId" clId="{C199C607-1779-4E65-A440-75F0EDB3003B}" dt="2025-06-24T21:01:42.769" v="42" actId="2696"/>
        <pc:sldMkLst>
          <pc:docMk/>
          <pc:sldMk cId="914007193" sldId="347"/>
        </pc:sldMkLst>
      </pc:sldChg>
      <pc:sldChg chg="del">
        <pc:chgData name="Tim Warner" userId="1d9b2d89684621c1" providerId="LiveId" clId="{C199C607-1779-4E65-A440-75F0EDB3003B}" dt="2025-06-24T21:01:42.769" v="42" actId="2696"/>
        <pc:sldMkLst>
          <pc:docMk/>
          <pc:sldMk cId="1639766347" sldId="349"/>
        </pc:sldMkLst>
      </pc:sldChg>
      <pc:sldChg chg="del">
        <pc:chgData name="Tim Warner" userId="1d9b2d89684621c1" providerId="LiveId" clId="{C199C607-1779-4E65-A440-75F0EDB3003B}" dt="2025-06-24T21:01:42.769" v="42" actId="2696"/>
        <pc:sldMkLst>
          <pc:docMk/>
          <pc:sldMk cId="871822834" sldId="350"/>
        </pc:sldMkLst>
      </pc:sldChg>
    </pc:docChg>
  </pc:docChgLst>
  <pc:docChgLst>
    <pc:chgData name="Tim Warner" userId="1d9b2d89684621c1" providerId="LiveId" clId="{F70FC672-E669-40ED-876E-721E7E559E1C}"/>
    <pc:docChg chg="delSld modSld">
      <pc:chgData name="Tim Warner" userId="1d9b2d89684621c1" providerId="LiveId" clId="{F70FC672-E669-40ED-876E-721E7E559E1C}" dt="2025-06-24T20:52:01.720" v="51"/>
      <pc:docMkLst>
        <pc:docMk/>
      </pc:docMkLst>
      <pc:sldChg chg="modSp mod">
        <pc:chgData name="Tim Warner" userId="1d9b2d89684621c1" providerId="LiveId" clId="{F70FC672-E669-40ED-876E-721E7E559E1C}" dt="2025-06-24T20:52:01.720" v="51"/>
        <pc:sldMkLst>
          <pc:docMk/>
          <pc:sldMk cId="914007193" sldId="347"/>
        </pc:sldMkLst>
      </pc:sldChg>
      <pc:sldChg chg="del">
        <pc:chgData name="Tim Warner" userId="1d9b2d89684621c1" providerId="LiveId" clId="{F70FC672-E669-40ED-876E-721E7E559E1C}" dt="2025-06-24T20:51:33.607" v="47" actId="2696"/>
        <pc:sldMkLst>
          <pc:docMk/>
          <pc:sldMk cId="1161106545" sldId="348"/>
        </pc:sldMkLst>
      </pc:sldChg>
    </pc:docChg>
  </pc:docChgLst>
  <pc:docChgLst>
    <pc:chgData name="Tim Warner" userId="1d9b2d89684621c1" providerId="LiveId" clId="{FA1F7F18-94F2-4EC1-968C-E8340A6E2430}"/>
    <pc:docChg chg="undo custSel addSld delSld modSld">
      <pc:chgData name="Tim Warner" userId="1d9b2d89684621c1" providerId="LiveId" clId="{FA1F7F18-94F2-4EC1-968C-E8340A6E2430}" dt="2025-06-24T21:00:16.739" v="49" actId="403"/>
      <pc:docMkLst>
        <pc:docMk/>
      </pc:docMkLst>
      <pc:sldChg chg="modSp mod">
        <pc:chgData name="Tim Warner" userId="1d9b2d89684621c1" providerId="LiveId" clId="{FA1F7F18-94F2-4EC1-968C-E8340A6E2430}" dt="2025-06-24T20:59:45.532" v="45"/>
        <pc:sldMkLst>
          <pc:docMk/>
          <pc:sldMk cId="914007193" sldId="347"/>
        </pc:sldMkLst>
      </pc:sldChg>
      <pc:sldChg chg="modSp mod">
        <pc:chgData name="Tim Warner" userId="1d9b2d89684621c1" providerId="LiveId" clId="{FA1F7F18-94F2-4EC1-968C-E8340A6E2430}" dt="2025-06-24T20:59:52.578" v="46"/>
        <pc:sldMkLst>
          <pc:docMk/>
          <pc:sldMk cId="1639766347" sldId="349"/>
        </pc:sldMkLst>
      </pc:sldChg>
      <pc:sldChg chg="modSp add mod">
        <pc:chgData name="Tim Warner" userId="1d9b2d89684621c1" providerId="LiveId" clId="{FA1F7F18-94F2-4EC1-968C-E8340A6E2430}" dt="2025-06-24T21:00:06.308" v="48"/>
        <pc:sldMkLst>
          <pc:docMk/>
          <pc:sldMk cId="871822834" sldId="350"/>
        </pc:sldMkLst>
      </pc:sldChg>
      <pc:sldChg chg="add del">
        <pc:chgData name="Tim Warner" userId="1d9b2d89684621c1" providerId="LiveId" clId="{FA1F7F18-94F2-4EC1-968C-E8340A6E2430}" dt="2025-06-24T20:58:54.427" v="40"/>
        <pc:sldMkLst>
          <pc:docMk/>
          <pc:sldMk cId="2342006186" sldId="350"/>
        </pc:sldMkLst>
      </pc:sldChg>
    </pc:docChg>
  </pc:docChgLst>
  <pc:docChgLst>
    <pc:chgData name="Tim Warner" userId="1d9b2d89684621c1" providerId="LiveId" clId="{8B1F3DE0-DA8C-4B96-B2EC-FDF38A668E3E}"/>
    <pc:docChg chg="addSld modSld">
      <pc:chgData name="Tim Warner" userId="1d9b2d89684621c1" providerId="LiveId" clId="{8B1F3DE0-DA8C-4B96-B2EC-FDF38A668E3E}" dt="2025-06-24T21:14:45.366" v="33" actId="403"/>
      <pc:docMkLst>
        <pc:docMk/>
      </pc:docMkLst>
      <pc:sldChg chg="modSp mod">
        <pc:chgData name="Tim Warner" userId="1d9b2d89684621c1" providerId="LiveId" clId="{8B1F3DE0-DA8C-4B96-B2EC-FDF38A668E3E}" dt="2025-06-24T21:14:45.366" v="33" actId="403"/>
        <pc:sldMkLst>
          <pc:docMk/>
          <pc:sldMk cId="2539485740" sldId="292"/>
        </pc:sldMkLst>
      </pc:sldChg>
      <pc:sldChg chg="modSp add mod">
        <pc:chgData name="Tim Warner" userId="1d9b2d89684621c1" providerId="LiveId" clId="{8B1F3DE0-DA8C-4B96-B2EC-FDF38A668E3E}" dt="2025-06-24T21:14:37.143" v="32"/>
        <pc:sldMkLst>
          <pc:docMk/>
          <pc:sldMk cId="1645881445" sldId="347"/>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BDA05E2F-6045-4D52-AEB6-CD90430EF884}"/>
    <pc:docChg chg="delSld modSld">
      <pc:chgData name="Tim Warner" userId="1d9b2d89684621c1" providerId="LiveId" clId="{BDA05E2F-6045-4D52-AEB6-CD90430EF884}" dt="2025-06-24T21:23:24.761" v="42"/>
      <pc:docMkLst>
        <pc:docMk/>
      </pc:docMkLst>
      <pc:sldChg chg="modSp mod">
        <pc:chgData name="Tim Warner" userId="1d9b2d89684621c1" providerId="LiveId" clId="{BDA05E2F-6045-4D52-AEB6-CD90430EF884}" dt="2025-06-24T21:23:01.621" v="38" actId="404"/>
        <pc:sldMkLst>
          <pc:docMk/>
          <pc:sldMk cId="2539485740" sldId="292"/>
        </pc:sldMkLst>
      </pc:sldChg>
      <pc:sldChg chg="del">
        <pc:chgData name="Tim Warner" userId="1d9b2d89684621c1" providerId="LiveId" clId="{BDA05E2F-6045-4D52-AEB6-CD90430EF884}" dt="2025-06-24T21:23:05.003" v="39" actId="2696"/>
        <pc:sldMkLst>
          <pc:docMk/>
          <pc:sldMk cId="1645881445" sldId="347"/>
        </pc:sldMkLst>
      </pc:sldChg>
    </pc:docChg>
  </pc:docChgLst>
  <pc:docChgLst>
    <pc:chgData name="Tim Warner" userId="1d9b2d89684621c1" providerId="LiveId" clId="{6DBA7797-6A9C-42B5-AAE2-BC331A71BE13}"/>
    <pc:docChg chg="addSld modSld">
      <pc:chgData name="Tim Warner" userId="1d9b2d89684621c1" providerId="LiveId" clId="{6DBA7797-6A9C-42B5-AAE2-BC331A71BE13}" dt="2025-08-24T13:05:43.776" v="34" actId="20577"/>
      <pc:docMkLst>
        <pc:docMk/>
      </pc:docMkLst>
      <pc:sldChg chg="modSp mod">
        <pc:chgData name="Tim Warner" userId="1d9b2d89684621c1" providerId="LiveId" clId="{6DBA7797-6A9C-42B5-AAE2-BC331A71BE13}" dt="2025-08-21T18:14:27.079" v="0" actId="20577"/>
        <pc:sldMkLst>
          <pc:docMk/>
          <pc:sldMk cId="486668636" sldId="293"/>
        </pc:sldMkLst>
      </pc:sldChg>
      <pc:sldChg chg="modSp mod modAnim">
        <pc:chgData name="Tim Warner" userId="1d9b2d89684621c1" providerId="LiveId" clId="{6DBA7797-6A9C-42B5-AAE2-BC331A71BE13}" dt="2025-08-24T13:05:43.776" v="34" actId="20577"/>
        <pc:sldMkLst>
          <pc:docMk/>
          <pc:sldMk cId="4092314469" sldId="331"/>
        </pc:sldMkLst>
      </pc:sldChg>
      <pc:sldChg chg="modSp mod">
        <pc:chgData name="Tim Warner" userId="1d9b2d89684621c1" providerId="LiveId" clId="{6DBA7797-6A9C-42B5-AAE2-BC331A71BE13}" dt="2025-08-21T18:14:30.223" v="1" actId="20577"/>
        <pc:sldMkLst>
          <pc:docMk/>
          <pc:sldMk cId="1829040019" sldId="343"/>
        </pc:sldMkLst>
      </pc:sldChg>
      <pc:sldChg chg="modSp mod">
        <pc:chgData name="Tim Warner" userId="1d9b2d89684621c1" providerId="LiveId" clId="{6DBA7797-6A9C-42B5-AAE2-BC331A71BE13}" dt="2025-08-24T13:05:14.265" v="27" actId="20577"/>
        <pc:sldMkLst>
          <pc:docMk/>
          <pc:sldMk cId="947907938" sldId="346"/>
        </pc:sldMkLst>
      </pc:sldChg>
      <pc:sldChg chg="modSp add mod modAnim">
        <pc:chgData name="Tim Warner" userId="1d9b2d89684621c1" providerId="LiveId" clId="{6DBA7797-6A9C-42B5-AAE2-BC331A71BE13}" dt="2025-08-24T13:04:39.985" v="19" actId="20577"/>
        <pc:sldMkLst>
          <pc:docMk/>
          <pc:sldMk cId="728587308" sldId="347"/>
        </pc:sldMkLst>
      </pc:sldChg>
      <pc:sldChg chg="modSp add mod modAnim">
        <pc:chgData name="Tim Warner" userId="1d9b2d89684621c1" providerId="LiveId" clId="{6DBA7797-6A9C-42B5-AAE2-BC331A71BE13}" dt="2025-08-24T13:04:08.707" v="12" actId="20577"/>
        <pc:sldMkLst>
          <pc:docMk/>
          <pc:sldMk cId="2029116739" sldId="348"/>
        </pc:sldMkLst>
      </pc:sldChg>
      <pc:sldChg chg="modSp add mod modAnim">
        <pc:chgData name="Tim Warner" userId="1d9b2d89684621c1" providerId="LiveId" clId="{6DBA7797-6A9C-42B5-AAE2-BC331A71BE13}" dt="2025-08-24T13:05:08.065" v="25" actId="20577"/>
        <pc:sldMkLst>
          <pc:docMk/>
          <pc:sldMk cId="1126172314" sldId="349"/>
        </pc:sldMkLst>
      </pc:sldChg>
    </pc:docChg>
  </pc:docChgLst>
  <pc:docChgLst>
    <pc:chgData name="Tim Warner" userId="1d9b2d89684621c1" providerId="LiveId" clId="{9C1AC220-CD93-46E4-823F-E96AD2EFE762}"/>
    <pc:docChg chg="custSel addSld delSld modSld">
      <pc:chgData name="Tim Warner" userId="1d9b2d89684621c1" providerId="LiveId" clId="{9C1AC220-CD93-46E4-823F-E96AD2EFE762}" dt="2025-10-21T12:58:01.815" v="25" actId="2696"/>
      <pc:docMkLst>
        <pc:docMk/>
      </pc:docMkLst>
      <pc:sldChg chg="modNotesTx">
        <pc:chgData name="Tim Warner" userId="1d9b2d89684621c1" providerId="LiveId" clId="{9C1AC220-CD93-46E4-823F-E96AD2EFE762}" dt="2025-10-20T18:18:49.650" v="11" actId="20577"/>
        <pc:sldMkLst>
          <pc:docMk/>
          <pc:sldMk cId="4092314469" sldId="331"/>
        </pc:sldMkLst>
      </pc:sldChg>
      <pc:sldChg chg="modNotesTx">
        <pc:chgData name="Tim Warner" userId="1d9b2d89684621c1" providerId="LiveId" clId="{9C1AC220-CD93-46E4-823F-E96AD2EFE762}" dt="2025-10-20T18:19:33.473" v="22" actId="20577"/>
        <pc:sldMkLst>
          <pc:docMk/>
          <pc:sldMk cId="728587308" sldId="347"/>
        </pc:sldMkLst>
      </pc:sldChg>
      <pc:sldChg chg="modNotesTx">
        <pc:chgData name="Tim Warner" userId="1d9b2d89684621c1" providerId="LiveId" clId="{9C1AC220-CD93-46E4-823F-E96AD2EFE762}" dt="2025-10-20T18:09:43.897" v="5" actId="20577"/>
        <pc:sldMkLst>
          <pc:docMk/>
          <pc:sldMk cId="2029116739" sldId="348"/>
        </pc:sldMkLst>
      </pc:sldChg>
      <pc:sldChg chg="modNotesTx">
        <pc:chgData name="Tim Warner" userId="1d9b2d89684621c1" providerId="LiveId" clId="{9C1AC220-CD93-46E4-823F-E96AD2EFE762}" dt="2025-10-20T18:19:09.482" v="16" actId="20577"/>
        <pc:sldMkLst>
          <pc:docMk/>
          <pc:sldMk cId="1126172314" sldId="349"/>
        </pc:sldMkLst>
      </pc:sldChg>
      <pc:sldChg chg="addSp delSp modSp new del mod modClrScheme chgLayout">
        <pc:chgData name="Tim Warner" userId="1d9b2d89684621c1" providerId="LiveId" clId="{9C1AC220-CD93-46E4-823F-E96AD2EFE762}" dt="2025-10-21T12:58:01.815" v="25" actId="2696"/>
        <pc:sldMkLst>
          <pc:docMk/>
          <pc:sldMk cId="2512368950" sldId="350"/>
        </pc:sldMkLst>
        <pc:spChg chg="del mod ord">
          <ac:chgData name="Tim Warner" userId="1d9b2d89684621c1" providerId="LiveId" clId="{9C1AC220-CD93-46E4-823F-E96AD2EFE762}" dt="2025-10-21T00:10:04.370" v="24" actId="700"/>
          <ac:spMkLst>
            <pc:docMk/>
            <pc:sldMk cId="2512368950" sldId="350"/>
            <ac:spMk id="2" creationId="{C10D39C4-8EB7-AA26-E684-E6656681C13E}"/>
          </ac:spMkLst>
        </pc:spChg>
        <pc:spChg chg="del">
          <ac:chgData name="Tim Warner" userId="1d9b2d89684621c1" providerId="LiveId" clId="{9C1AC220-CD93-46E4-823F-E96AD2EFE762}" dt="2025-10-21T00:10:04.370" v="24" actId="700"/>
          <ac:spMkLst>
            <pc:docMk/>
            <pc:sldMk cId="2512368950" sldId="350"/>
            <ac:spMk id="3" creationId="{C4F37814-EE02-EE19-4737-F13B71B1C69D}"/>
          </ac:spMkLst>
        </pc:spChg>
        <pc:spChg chg="del">
          <ac:chgData name="Tim Warner" userId="1d9b2d89684621c1" providerId="LiveId" clId="{9C1AC220-CD93-46E4-823F-E96AD2EFE762}" dt="2025-10-21T00:10:04.370" v="24" actId="700"/>
          <ac:spMkLst>
            <pc:docMk/>
            <pc:sldMk cId="2512368950" sldId="350"/>
            <ac:spMk id="4" creationId="{ACB49847-69EE-1C58-FE81-34B27777CC04}"/>
          </ac:spMkLst>
        </pc:spChg>
        <pc:spChg chg="add mod ord">
          <ac:chgData name="Tim Warner" userId="1d9b2d89684621c1" providerId="LiveId" clId="{9C1AC220-CD93-46E4-823F-E96AD2EFE762}" dt="2025-10-21T00:10:04.370" v="24" actId="700"/>
          <ac:spMkLst>
            <pc:docMk/>
            <pc:sldMk cId="2512368950" sldId="350"/>
            <ac:spMk id="5" creationId="{23BE7C22-5F35-44A1-86C9-779295E4AB9A}"/>
          </ac:spMkLst>
        </pc:spChg>
        <pc:spChg chg="add mod ord">
          <ac:chgData name="Tim Warner" userId="1d9b2d89684621c1" providerId="LiveId" clId="{9C1AC220-CD93-46E4-823F-E96AD2EFE762}" dt="2025-10-21T00:10:04.370" v="24" actId="700"/>
          <ac:spMkLst>
            <pc:docMk/>
            <pc:sldMk cId="2512368950" sldId="350"/>
            <ac:spMk id="6" creationId="{3EDE9352-773D-0143-481F-BF6A39A9AB13}"/>
          </ac:spMkLst>
        </pc:spChg>
      </pc:sldChg>
    </pc:docChg>
  </pc:docChgLst>
  <pc:docChgLst>
    <pc:chgData name="Tim Warner" userId="1d9b2d89684621c1" providerId="LiveId" clId="{C5F4564D-62A0-4415-961F-8AF3A1378AC2}"/>
    <pc:docChg chg="modSld">
      <pc:chgData name="Tim Warner" userId="1d9b2d89684621c1" providerId="LiveId" clId="{C5F4564D-62A0-4415-961F-8AF3A1378AC2}" dt="2025-06-24T20:53:46.374" v="40"/>
      <pc:docMkLst>
        <pc:docMk/>
      </pc:docMkLst>
      <pc:sldChg chg="modSp mod">
        <pc:chgData name="Tim Warner" userId="1d9b2d89684621c1" providerId="LiveId" clId="{C5F4564D-62A0-4415-961F-8AF3A1378AC2}" dt="2025-06-24T20:53:46.374" v="40"/>
        <pc:sldMkLst>
          <pc:docMk/>
          <pc:sldMk cId="914007193" sldId="347"/>
        </pc:sldMkLst>
      </pc:sldChg>
    </pc:docChg>
  </pc:docChgLst>
  <pc:docChgLst>
    <pc:chgData name="Tim Warner" userId="1d9b2d89684621c1" providerId="LiveId" clId="{4E6B5FD3-CB80-4C25-ADA7-8D9979C03CD2}"/>
    <pc:docChg chg="addSld modSld">
      <pc:chgData name="Tim Warner" userId="1d9b2d89684621c1" providerId="LiveId" clId="{4E6B5FD3-CB80-4C25-ADA7-8D9979C03CD2}" dt="2025-06-24T21:10:14.100" v="47"/>
      <pc:docMkLst>
        <pc:docMk/>
      </pc:docMkLst>
      <pc:sldChg chg="modSp mod">
        <pc:chgData name="Tim Warner" userId="1d9b2d89684621c1" providerId="LiveId" clId="{4E6B5FD3-CB80-4C25-ADA7-8D9979C03CD2}" dt="2025-06-24T21:09:29.399" v="39" actId="404"/>
        <pc:sldMkLst>
          <pc:docMk/>
          <pc:sldMk cId="2539485740" sldId="292"/>
        </pc:sldMkLst>
      </pc:sldChg>
      <pc:sldChg chg="modSp mod">
        <pc:chgData name="Tim Warner" userId="1d9b2d89684621c1" providerId="LiveId" clId="{4E6B5FD3-CB80-4C25-ADA7-8D9979C03CD2}" dt="2025-06-24T21:09:40.346" v="42"/>
        <pc:sldMkLst>
          <pc:docMk/>
          <pc:sldMk cId="486668636" sldId="293"/>
        </pc:sldMkLst>
      </pc:sldChg>
      <pc:sldChg chg="modSp mod">
        <pc:chgData name="Tim Warner" userId="1d9b2d89684621c1" providerId="LiveId" clId="{4E6B5FD3-CB80-4C25-ADA7-8D9979C03CD2}" dt="2025-06-24T21:09:47.228" v="43"/>
        <pc:sldMkLst>
          <pc:docMk/>
          <pc:sldMk cId="1829040019" sldId="343"/>
        </pc:sldMkLst>
      </pc:sldChg>
      <pc:sldChg chg="modSp mod">
        <pc:chgData name="Tim Warner" userId="1d9b2d89684621c1" providerId="LiveId" clId="{4E6B5FD3-CB80-4C25-ADA7-8D9979C03CD2}" dt="2025-06-24T21:09:53.355" v="44"/>
        <pc:sldMkLst>
          <pc:docMk/>
          <pc:sldMk cId="947907938" sldId="346"/>
        </pc:sldMkLst>
      </pc:sldChg>
      <pc:sldChg chg="modSp mod">
        <pc:chgData name="Tim Warner" userId="1d9b2d89684621c1" providerId="LiveId" clId="{4E6B5FD3-CB80-4C25-ADA7-8D9979C03CD2}" dt="2025-06-24T21:09:59.769" v="45"/>
        <pc:sldMkLst>
          <pc:docMk/>
          <pc:sldMk cId="578841353" sldId="347"/>
        </pc:sldMkLst>
      </pc:sldChg>
      <pc:sldChg chg="modSp add mod">
        <pc:chgData name="Tim Warner" userId="1d9b2d89684621c1" providerId="LiveId" clId="{4E6B5FD3-CB80-4C25-ADA7-8D9979C03CD2}" dt="2025-06-24T21:10:07.272" v="46"/>
        <pc:sldMkLst>
          <pc:docMk/>
          <pc:sldMk cId="2481810106" sldId="348"/>
        </pc:sldMkLst>
      </pc:sldChg>
      <pc:sldChg chg="modSp add mod">
        <pc:chgData name="Tim Warner" userId="1d9b2d89684621c1" providerId="LiveId" clId="{4E6B5FD3-CB80-4C25-ADA7-8D9979C03CD2}" dt="2025-06-24T21:10:14.100" v="47"/>
        <pc:sldMkLst>
          <pc:docMk/>
          <pc:sldMk cId="2982385580" sldId="349"/>
        </pc:sldMkLst>
      </pc:sldChg>
    </pc:docChg>
  </pc:docChgLst>
  <pc:docChgLst>
    <pc:chgData name="Tim Warner" userId="1d9b2d89684621c1" providerId="LiveId" clId="{30B86B03-DDEF-47F6-B408-86A01F5C0B2F}"/>
    <pc:docChg chg="delSld modSld">
      <pc:chgData name="Tim Warner" userId="1d9b2d89684621c1" providerId="LiveId" clId="{30B86B03-DDEF-47F6-B408-86A01F5C0B2F}" dt="2025-06-24T21:13:19.174" v="49"/>
      <pc:docMkLst>
        <pc:docMk/>
      </pc:docMkLst>
      <pc:sldChg chg="modSp mod">
        <pc:chgData name="Tim Warner" userId="1d9b2d89684621c1" providerId="LiveId" clId="{30B86B03-DDEF-47F6-B408-86A01F5C0B2F}" dt="2025-06-24T21:12:55.895" v="45" actId="403"/>
        <pc:sldMkLst>
          <pc:docMk/>
          <pc:sldMk cId="2539485740" sldId="292"/>
        </pc:sldMkLst>
      </pc:sldChg>
      <pc:sldChg chg="modSp mod">
        <pc:chgData name="Tim Warner" userId="1d9b2d89684621c1" providerId="LiveId" clId="{30B86B03-DDEF-47F6-B408-86A01F5C0B2F}" dt="2025-06-24T21:13:06.138" v="47"/>
        <pc:sldMkLst>
          <pc:docMk/>
          <pc:sldMk cId="486668636" sldId="293"/>
        </pc:sldMkLst>
      </pc:sldChg>
      <pc:sldChg chg="modSp mod">
        <pc:chgData name="Tim Warner" userId="1d9b2d89684621c1" providerId="LiveId" clId="{30B86B03-DDEF-47F6-B408-86A01F5C0B2F}" dt="2025-06-24T21:13:12.815" v="48"/>
        <pc:sldMkLst>
          <pc:docMk/>
          <pc:sldMk cId="1829040019" sldId="343"/>
        </pc:sldMkLst>
      </pc:sldChg>
      <pc:sldChg chg="modSp mod">
        <pc:chgData name="Tim Warner" userId="1d9b2d89684621c1" providerId="LiveId" clId="{30B86B03-DDEF-47F6-B408-86A01F5C0B2F}" dt="2025-06-24T21:13:19.174" v="49"/>
        <pc:sldMkLst>
          <pc:docMk/>
          <pc:sldMk cId="947907938" sldId="346"/>
        </pc:sldMkLst>
      </pc:sldChg>
      <pc:sldChg chg="del">
        <pc:chgData name="Tim Warner" userId="1d9b2d89684621c1" providerId="LiveId" clId="{30B86B03-DDEF-47F6-B408-86A01F5C0B2F}" dt="2025-06-24T21:13:00.168" v="46" actId="2696"/>
        <pc:sldMkLst>
          <pc:docMk/>
          <pc:sldMk cId="578841353" sldId="347"/>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5607CA2D-28E3-410C-9D7E-4E5693CD5A18}"/>
    <pc:docChg chg="delSld modSld">
      <pc:chgData name="Tim Warner" userId="1d9b2d89684621c1" providerId="LiveId" clId="{5607CA2D-28E3-410C-9D7E-4E5693CD5A18}" dt="2025-06-24T20:57:28.292" v="48"/>
      <pc:docMkLst>
        <pc:docMk/>
      </pc:docMkLst>
      <pc:sldChg chg="modSp mod">
        <pc:chgData name="Tim Warner" userId="1d9b2d89684621c1" providerId="LiveId" clId="{5607CA2D-28E3-410C-9D7E-4E5693CD5A18}" dt="2025-06-24T20:56:46.304" v="42" actId="20577"/>
        <pc:sldMkLst>
          <pc:docMk/>
          <pc:sldMk cId="2539485740" sldId="292"/>
        </pc:sldMkLst>
      </pc:sldChg>
      <pc:sldChg chg="modSp mod">
        <pc:chgData name="Tim Warner" userId="1d9b2d89684621c1" providerId="LiveId" clId="{5607CA2D-28E3-410C-9D7E-4E5693CD5A18}" dt="2025-06-24T20:57:00.201" v="44"/>
        <pc:sldMkLst>
          <pc:docMk/>
          <pc:sldMk cId="486668636" sldId="293"/>
        </pc:sldMkLst>
      </pc:sldChg>
      <pc:sldChg chg="modSp mod">
        <pc:chgData name="Tim Warner" userId="1d9b2d89684621c1" providerId="LiveId" clId="{5607CA2D-28E3-410C-9D7E-4E5693CD5A18}" dt="2025-06-24T20:57:06.720" v="45"/>
        <pc:sldMkLst>
          <pc:docMk/>
          <pc:sldMk cId="1829040019" sldId="343"/>
        </pc:sldMkLst>
      </pc:sldChg>
      <pc:sldChg chg="modSp mod">
        <pc:chgData name="Tim Warner" userId="1d9b2d89684621c1" providerId="LiveId" clId="{5607CA2D-28E3-410C-9D7E-4E5693CD5A18}" dt="2025-06-24T20:57:13.334" v="46"/>
        <pc:sldMkLst>
          <pc:docMk/>
          <pc:sldMk cId="947907938" sldId="346"/>
        </pc:sldMkLst>
      </pc:sldChg>
      <pc:sldChg chg="modSp mod">
        <pc:chgData name="Tim Warner" userId="1d9b2d89684621c1" providerId="LiveId" clId="{5607CA2D-28E3-410C-9D7E-4E5693CD5A18}" dt="2025-06-24T20:57:20.908" v="47"/>
        <pc:sldMkLst>
          <pc:docMk/>
          <pc:sldMk cId="914007193" sldId="347"/>
        </pc:sldMkLst>
      </pc:sldChg>
      <pc:sldChg chg="del">
        <pc:chgData name="Tim Warner" userId="1d9b2d89684621c1" providerId="LiveId" clId="{5607CA2D-28E3-410C-9D7E-4E5693CD5A18}" dt="2025-06-24T20:56:53.498" v="43" actId="2696"/>
        <pc:sldMkLst>
          <pc:docMk/>
          <pc:sldMk cId="3950908850" sldId="348"/>
        </pc:sldMkLst>
      </pc:sldChg>
      <pc:sldChg chg="modSp mod">
        <pc:chgData name="Tim Warner" userId="1d9b2d89684621c1" providerId="LiveId" clId="{5607CA2D-28E3-410C-9D7E-4E5693CD5A18}" dt="2025-06-24T20:57:28.292" v="48"/>
        <pc:sldMkLst>
          <pc:docMk/>
          <pc:sldMk cId="1639766347" sldId="349"/>
        </pc:sldMkLst>
      </pc:sldChg>
    </pc:docChg>
  </pc:docChgLst>
  <pc:docChgLst>
    <pc:chgData name="Tim Warner" userId="1d9b2d89684621c1" providerId="LiveId" clId="{DBCC51AC-05C6-4CE3-B0C0-79574934C41D}"/>
    <pc:docChg chg="addSld modSld">
      <pc:chgData name="Tim Warner" userId="1d9b2d89684621c1" providerId="LiveId" clId="{DBCC51AC-05C6-4CE3-B0C0-79574934C41D}" dt="2025-06-24T21:03:29.409" v="64"/>
      <pc:docMkLst>
        <pc:docMk/>
      </pc:docMkLst>
      <pc:sldChg chg="modSp mod">
        <pc:chgData name="Tim Warner" userId="1d9b2d89684621c1" providerId="LiveId" clId="{DBCC51AC-05C6-4CE3-B0C0-79574934C41D}" dt="2025-06-24T21:02:50.527" v="59" actId="20577"/>
        <pc:sldMkLst>
          <pc:docMk/>
          <pc:sldMk cId="2539485740" sldId="292"/>
        </pc:sldMkLst>
      </pc:sldChg>
      <pc:sldChg chg="modSp mod">
        <pc:chgData name="Tim Warner" userId="1d9b2d89684621c1" providerId="LiveId" clId="{DBCC51AC-05C6-4CE3-B0C0-79574934C41D}" dt="2025-06-24T21:03:00.362" v="61"/>
        <pc:sldMkLst>
          <pc:docMk/>
          <pc:sldMk cId="486668636" sldId="293"/>
        </pc:sldMkLst>
      </pc:sldChg>
      <pc:sldChg chg="modSp mod">
        <pc:chgData name="Tim Warner" userId="1d9b2d89684621c1" providerId="LiveId" clId="{DBCC51AC-05C6-4CE3-B0C0-79574934C41D}" dt="2025-06-24T21:03:12.357" v="62"/>
        <pc:sldMkLst>
          <pc:docMk/>
          <pc:sldMk cId="1829040019" sldId="343"/>
        </pc:sldMkLst>
      </pc:sldChg>
      <pc:sldChg chg="modSp mod">
        <pc:chgData name="Tim Warner" userId="1d9b2d89684621c1" providerId="LiveId" clId="{DBCC51AC-05C6-4CE3-B0C0-79574934C41D}" dt="2025-06-24T21:03:19.782" v="63"/>
        <pc:sldMkLst>
          <pc:docMk/>
          <pc:sldMk cId="947907938" sldId="346"/>
        </pc:sldMkLst>
      </pc:sldChg>
      <pc:sldChg chg="modSp add mod">
        <pc:chgData name="Tim Warner" userId="1d9b2d89684621c1" providerId="LiveId" clId="{DBCC51AC-05C6-4CE3-B0C0-79574934C41D}" dt="2025-06-24T21:03:29.409" v="64"/>
        <pc:sldMkLst>
          <pc:docMk/>
          <pc:sldMk cId="578841353" sldId="347"/>
        </pc:sldMk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Tim Warner" userId="1d9b2d89684621c1" providerId="LiveId" clId="{B5F1AAD0-ADAB-4083-A1A6-BF815195C21B}"/>
    <pc:docChg chg="addSld modSld">
      <pc:chgData name="Tim Warner" userId="1d9b2d89684621c1" providerId="LiveId" clId="{B5F1AAD0-ADAB-4083-A1A6-BF815195C21B}" dt="2025-06-24T21:06:10.912" v="50"/>
      <pc:docMkLst>
        <pc:docMk/>
      </pc:docMkLst>
      <pc:sldChg chg="modSp mod">
        <pc:chgData name="Tim Warner" userId="1d9b2d89684621c1" providerId="LiveId" clId="{B5F1AAD0-ADAB-4083-A1A6-BF815195C21B}" dt="2025-06-24T21:06:03.881" v="49"/>
        <pc:sldMkLst>
          <pc:docMk/>
          <pc:sldMk cId="578841353" sldId="347"/>
        </pc:sldMkLst>
      </pc:sldChg>
      <pc:sldChg chg="modSp add mod">
        <pc:chgData name="Tim Warner" userId="1d9b2d89684621c1" providerId="LiveId" clId="{B5F1AAD0-ADAB-4083-A1A6-BF815195C21B}" dt="2025-06-24T21:06:10.912" v="50"/>
        <pc:sldMkLst>
          <pc:docMk/>
          <pc:sldMk cId="3347137768" sldId="348"/>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scsjcain84" userId="S::scsjcain84_gmail.com#ext#@pearsoneducationinc.onmicrosoft.com::4399dd98-ee8b-4212-9001-7919755a3260" providerId="AD" clId="Web-{3F3F97A6-5579-431F-B548-153370E5D586}"/>
    <pc:docChg chg="modSld">
      <pc:chgData name="scsjcain84" userId="S::scsjcain84_gmail.com#ext#@pearsoneducationinc.onmicrosoft.com::4399dd98-ee8b-4212-9001-7919755a3260" providerId="AD" clId="Web-{3F3F97A6-5579-431F-B548-153370E5D586}" dt="2025-08-26T07:19:04.003" v="0"/>
      <pc:docMkLst>
        <pc:docMk/>
      </pc:docMkLst>
      <pc:sldChg chg="mod modShow">
        <pc:chgData name="scsjcain84" userId="S::scsjcain84_gmail.com#ext#@pearsoneducationinc.onmicrosoft.com::4399dd98-ee8b-4212-9001-7919755a3260" providerId="AD" clId="Web-{3F3F97A6-5579-431F-B548-153370E5D586}" dt="2025-08-26T07:19:04.003" v="0"/>
        <pc:sldMkLst>
          <pc:docMk/>
          <pc:sldMk cId="4080705565" sldId="342"/>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Tim Warner" userId="1d9b2d89684621c1" providerId="LiveId" clId="{30AA01FF-FB21-41D6-980B-78D2390319E9}"/>
    <pc:docChg chg="addSld modSld">
      <pc:chgData name="Tim Warner" userId="1d9b2d89684621c1" providerId="LiveId" clId="{30AA01FF-FB21-41D6-980B-78D2390319E9}" dt="2025-06-24T20:55:39.664" v="48"/>
      <pc:docMkLst>
        <pc:docMk/>
      </pc:docMkLst>
      <pc:sldChg chg="modSp mod">
        <pc:chgData name="Tim Warner" userId="1d9b2d89684621c1" providerId="LiveId" clId="{30AA01FF-FB21-41D6-980B-78D2390319E9}" dt="2025-06-24T20:54:45.944" v="40" actId="20577"/>
        <pc:sldMkLst>
          <pc:docMk/>
          <pc:sldMk cId="2539485740" sldId="292"/>
        </pc:sldMkLst>
      </pc:sldChg>
      <pc:sldChg chg="modSp mod">
        <pc:chgData name="Tim Warner" userId="1d9b2d89684621c1" providerId="LiveId" clId="{30AA01FF-FB21-41D6-980B-78D2390319E9}" dt="2025-06-24T20:54:58.416" v="43"/>
        <pc:sldMkLst>
          <pc:docMk/>
          <pc:sldMk cId="486668636" sldId="293"/>
        </pc:sldMkLst>
      </pc:sldChg>
      <pc:sldChg chg="modSp mod">
        <pc:chgData name="Tim Warner" userId="1d9b2d89684621c1" providerId="LiveId" clId="{30AA01FF-FB21-41D6-980B-78D2390319E9}" dt="2025-06-24T20:55:04.785" v="44"/>
        <pc:sldMkLst>
          <pc:docMk/>
          <pc:sldMk cId="1829040019" sldId="343"/>
        </pc:sldMkLst>
      </pc:sldChg>
      <pc:sldChg chg="modSp mod">
        <pc:chgData name="Tim Warner" userId="1d9b2d89684621c1" providerId="LiveId" clId="{30AA01FF-FB21-41D6-980B-78D2390319E9}" dt="2025-06-24T20:55:11.567" v="45"/>
        <pc:sldMkLst>
          <pc:docMk/>
          <pc:sldMk cId="947907938" sldId="346"/>
        </pc:sldMkLst>
      </pc:sldChg>
      <pc:sldChg chg="modSp mod">
        <pc:chgData name="Tim Warner" userId="1d9b2d89684621c1" providerId="LiveId" clId="{30AA01FF-FB21-41D6-980B-78D2390319E9}" dt="2025-06-24T20:55:18.694" v="46"/>
        <pc:sldMkLst>
          <pc:docMk/>
          <pc:sldMk cId="914007193" sldId="347"/>
        </pc:sldMkLst>
      </pc:sldChg>
      <pc:sldChg chg="modSp add mod">
        <pc:chgData name="Tim Warner" userId="1d9b2d89684621c1" providerId="LiveId" clId="{30AA01FF-FB21-41D6-980B-78D2390319E9}" dt="2025-06-24T20:55:39.664" v="48"/>
        <pc:sldMkLst>
          <pc:docMk/>
          <pc:sldMk cId="3950908850" sldId="348"/>
        </pc:sldMkLst>
      </pc:sldChg>
      <pc:sldChg chg="modSp add mod">
        <pc:chgData name="Tim Warner" userId="1d9b2d89684621c1" providerId="LiveId" clId="{30AA01FF-FB21-41D6-980B-78D2390319E9}" dt="2025-06-24T20:55:30.160" v="47"/>
        <pc:sldMkLst>
          <pc:docMk/>
          <pc:sldMk cId="1639766347" sldId="349"/>
        </pc:sldMkLst>
      </pc:sldChg>
    </pc:docChg>
  </pc:docChgLst>
  <pc:docChgLst>
    <pc:chgData name="Tim Warner" userId="1d9b2d89684621c1" providerId="LiveId" clId="{9A7F7F4D-19DD-4660-B7A4-5A018234B85D}"/>
    <pc:docChg chg="delSld modSld">
      <pc:chgData name="Tim Warner" userId="1d9b2d89684621c1" providerId="LiveId" clId="{9A7F7F4D-19DD-4660-B7A4-5A018234B85D}" dt="2025-06-24T21:11:54.225" v="37"/>
      <pc:docMkLst>
        <pc:docMk/>
      </pc:docMkLst>
      <pc:sldChg chg="modSp mod">
        <pc:chgData name="Tim Warner" userId="1d9b2d89684621c1" providerId="LiveId" clId="{9A7F7F4D-19DD-4660-B7A4-5A018234B85D}" dt="2025-06-24T21:11:54.225" v="37"/>
        <pc:sldMkLst>
          <pc:docMk/>
          <pc:sldMk cId="578841353" sldId="347"/>
        </pc:sldMkLst>
      </pc:sldChg>
      <pc:sldChg chg="del">
        <pc:chgData name="Tim Warner" userId="1d9b2d89684621c1" providerId="LiveId" clId="{9A7F7F4D-19DD-4660-B7A4-5A018234B85D}" dt="2025-06-24T21:11:24.612" v="33" actId="2696"/>
        <pc:sldMkLst>
          <pc:docMk/>
          <pc:sldMk cId="2481810106" sldId="348"/>
        </pc:sldMkLst>
      </pc:sldChg>
      <pc:sldChg chg="del">
        <pc:chgData name="Tim Warner" userId="1d9b2d89684621c1" providerId="LiveId" clId="{9A7F7F4D-19DD-4660-B7A4-5A018234B85D}" dt="2025-06-24T21:11:24.612" v="33" actId="2696"/>
        <pc:sldMkLst>
          <pc:docMk/>
          <pc:sldMk cId="2982385580" sldId="349"/>
        </pc:sldMkLst>
      </pc:sldChg>
    </pc:docChg>
  </pc:docChgLst>
  <pc:docChgLst>
    <pc:chgData name="Tim Warner" userId="1d9b2d89684621c1" providerId="LiveId" clId="{714D1BBA-1A26-4734-9F47-2E733DD8EF17}"/>
    <pc:docChg chg="modSld">
      <pc:chgData name="Tim Warner" userId="1d9b2d89684621c1" providerId="LiveId" clId="{714D1BBA-1A26-4734-9F47-2E733DD8EF17}" dt="2025-06-24T20:50:19.480" v="62"/>
      <pc:docMkLst>
        <pc:docMk/>
      </pc:docMkLst>
      <pc:sldChg chg="modSp mod">
        <pc:chgData name="Tim Warner" userId="1d9b2d89684621c1" providerId="LiveId" clId="{714D1BBA-1A26-4734-9F47-2E733DD8EF17}" dt="2025-06-24T20:50:12.538" v="61"/>
        <pc:sldMkLst>
          <pc:docMk/>
          <pc:sldMk cId="914007193" sldId="347"/>
        </pc:sldMkLst>
      </pc:sldChg>
      <pc:sldChg chg="modSp mod">
        <pc:chgData name="Tim Warner" userId="1d9b2d89684621c1" providerId="LiveId" clId="{714D1BBA-1A26-4734-9F47-2E733DD8EF17}" dt="2025-06-24T20:50:19.480" v="62"/>
        <pc:sldMkLst>
          <pc:docMk/>
          <pc:sldMk cId="1161106545" sldId="348"/>
        </pc:sldMkLst>
      </pc:sldChg>
    </pc:docChg>
  </pc:docChgLst>
  <pc:docChgLst>
    <pc:chgData name="Tim Warner" userId="1d9b2d89684621c1" providerId="LiveId" clId="{7B0F5AF6-250C-4369-82D1-D7941885BC7D}"/>
    <pc:docChg chg="delSld modSld">
      <pc:chgData name="Tim Warner" userId="1d9b2d89684621c1" providerId="LiveId" clId="{7B0F5AF6-250C-4369-82D1-D7941885BC7D}" dt="2025-06-24T21:07:27.097" v="40"/>
      <pc:docMkLst>
        <pc:docMk/>
      </pc:docMkLst>
      <pc:sldChg chg="modSp mod">
        <pc:chgData name="Tim Warner" userId="1d9b2d89684621c1" providerId="LiveId" clId="{7B0F5AF6-250C-4369-82D1-D7941885BC7D}" dt="2025-06-24T21:07:27.097" v="40"/>
        <pc:sldMkLst>
          <pc:docMk/>
          <pc:sldMk cId="578841353" sldId="347"/>
        </pc:sldMkLst>
      </pc:sldChg>
      <pc:sldChg chg="del">
        <pc:chgData name="Tim Warner" userId="1d9b2d89684621c1" providerId="LiveId" clId="{7B0F5AF6-250C-4369-82D1-D7941885BC7D}" dt="2025-06-24T21:07:00.240" v="36" actId="2696"/>
        <pc:sldMkLst>
          <pc:docMk/>
          <pc:sldMk cId="3347137768" sldId="348"/>
        </pc:sldMkLst>
      </pc:sld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modSp mod">
        <pc:chgData name="Tim Warner" userId="1d9b2d89684621c1" providerId="LiveId" clId="{D0B44B65-70BF-4519-8E4C-BDC5735B7FF3}" dt="2025-06-24T20:16:51.778" v="1" actId="14100"/>
        <pc:sldMkLst>
          <pc:docMk/>
          <pc:sldMk cId="3662525184" sldId="30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7.393" v="72"/>
        <pc:sldMkLst>
          <pc:docMk/>
          <pc:sldMk cId="3422763557" sldId="34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Mon, 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a:t>
            </a:fld>
            <a:endParaRPr lang="en-US"/>
          </a:p>
        </p:txBody>
      </p:sp>
    </p:spTree>
    <p:extLst>
      <p:ext uri="{BB962C8B-B14F-4D97-AF65-F5344CB8AC3E}">
        <p14:creationId xmlns:p14="http://schemas.microsoft.com/office/powerpoint/2010/main" val="2530790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Infrastructure services like DHCP and print don't get the attention of cloud apps, but they're the foundation everything else depends on, and the AZ-801 exam tests your ability to migrate these services without disrupting business operations.</a:t>
            </a:r>
          </a:p>
          <a:p>
            <a:endParaRPr lang="en-US" b="1" dirty="0"/>
          </a:p>
          <a:p>
            <a:r>
              <a:rPr lang="en-US" b="1" dirty="0"/>
              <a:t>• Infrastructure services like DHCP and print are mission-critical:</a:t>
            </a:r>
            <a:r>
              <a:rPr lang="en-US" dirty="0"/>
              <a:t> DHCP provides automatic IP address assignment to workstations, servers, printers, and mobile devices. When DHCP fails, clients can't obtain IP addresses, can't join the domain, can't access network resources - the entire network stops functioning. Print services enable document output across the organization, and while it might seem less critical, try explaining to legal or accounting why they can't print during month-end close. The exam tests scenarios where these services must be migrated with zero downtime, requiring careful planning of cutover timing and parallel operation of old and new infrastructure.</a:t>
            </a:r>
          </a:p>
          <a:p>
            <a:endParaRPr lang="en-US" b="1" dirty="0"/>
          </a:p>
          <a:p>
            <a:r>
              <a:rPr lang="en-US" b="1" dirty="0"/>
              <a:t>• Migration ensures continuity during platform refresh:</a:t>
            </a:r>
            <a:r>
              <a:rPr lang="en-US" dirty="0"/>
              <a:t> Platform refresh encompasses multiple changes happening simultaneously: replacing aging physical hardware with modern virtualized infrastructure, upgrading from unsupported OS versions like Server 2012 R2 to Server 2022 or 2025, consolidating multiple servers into fewer more powerful systems for operational efficiency, and implementing high availability features like DHCP failover or clustered print servers that weren't available in older versions. For AZ-801, understand that hybrid scenarios often involve migrating on-premises services to Azure VMs or implementing Azure Arc for unified management, requiring coordination between traditional Windows Server administration and Azure resource management.</a:t>
            </a:r>
          </a:p>
          <a:p>
            <a:endParaRPr lang="en-US" b="1" dirty="0"/>
          </a:p>
          <a:p>
            <a:r>
              <a:rPr lang="en-US" b="1" dirty="0"/>
              <a:t>• Tools support export/import of databases and configurations:</a:t>
            </a:r>
            <a:r>
              <a:rPr lang="en-US" dirty="0"/>
              <a:t> Microsoft provides purpose-built migration tools to avoid manual recreation errors. For DHCP, the Export-</a:t>
            </a:r>
            <a:r>
              <a:rPr lang="en-US" dirty="0" err="1"/>
              <a:t>DhcpServer</a:t>
            </a:r>
            <a:r>
              <a:rPr lang="en-US" dirty="0"/>
              <a:t> PowerShell cmdlet creates an XML file containing all scopes, reservations, exclusions, scope options, server options, policies, filters, and optionally active lease data. Import-</a:t>
            </a:r>
            <a:r>
              <a:rPr lang="en-US" dirty="0" err="1"/>
              <a:t>DhcpServer</a:t>
            </a:r>
            <a:r>
              <a:rPr lang="en-US" dirty="0"/>
              <a:t> restores this configuration to the destination server with options to merge or overwrite existing configs. For print services, the Print Management console includes a migration wizard that exports printer queues, drivers, ports, forms, and security settings into .</a:t>
            </a:r>
            <a:r>
              <a:rPr lang="en-US" dirty="0" err="1"/>
              <a:t>printerExport</a:t>
            </a:r>
            <a:r>
              <a:rPr lang="en-US" dirty="0"/>
              <a:t> and .cab files. Alternatively, Printbrm.exe provides command-line migration for scripting. The exam expects you to know which tool handles which service and what configuration elements each preserves.</a:t>
            </a:r>
          </a:p>
          <a:p>
            <a:endParaRPr lang="en-US" b="1" dirty="0"/>
          </a:p>
          <a:p>
            <a:r>
              <a:rPr lang="en-US" b="1" dirty="0"/>
              <a:t>• Reduces risk of service outage during hardware or OS upgrades:</a:t>
            </a:r>
            <a:r>
              <a:rPr lang="en-US" dirty="0"/>
              <a:t> Proper migration methodology involves parallel operation where old and new servers run simultaneously during validation. The old DHCP server continues serving existing leases while the new server is configured, authorized in Active Directory, and tested with a pilot subnet before production cutover. Old print servers maintain queue processing while new printers are deployed to test groups via Group Policy before organization-wide rollout. This parallel approach provides instant rollback capability if problems emerge. The AZ-801 exam tests whether you understand risk mitigation strategies: full system backups before migration, documented rollback procedures, validation checklists for post-migration testing, and maintenance window scheduling that minimizes user impact.</a:t>
            </a:r>
          </a:p>
          <a:p>
            <a:endParaRPr lang="en-US" b="1" dirty="0"/>
          </a:p>
          <a:p>
            <a:r>
              <a:rPr lang="en-US" b="1" dirty="0"/>
              <a:t>• Adventure Works modernizes DHCP and print services as part of datacenter upgrade:</a:t>
            </a:r>
            <a:r>
              <a:rPr lang="en-US" dirty="0"/>
              <a:t> Adventure Works has three aging physical servers running Server 2012 R2: one DHCP server handling all corporate IP assignment without redundancy, and two print servers managing 150 printer queues across headquarters and branches. The migration project consolidates to two Windows Server 2025 virtual machines: a primary DHCP server with failover relationship to a secondary DHCP server providing 99.9% availability, and a centralized print server using DFS Namespaces for location-independent printer access. The DHCP migration executes Friday evening: export existing configuration using Export-</a:t>
            </a:r>
            <a:r>
              <a:rPr lang="en-US" dirty="0" err="1"/>
              <a:t>DhcpServer</a:t>
            </a:r>
            <a:r>
              <a:rPr lang="en-US" dirty="0"/>
              <a:t>, build two new VMs, authorize both in Active Directory, import configuration to primary server, configure failover partnership, test with pilot subnet Saturday morning, then cut over all scopes Sunday at 2 AM during the DHCP lease renewal window. Print migration happens in phases: export queues from old servers using Print Management console, import to new server with updated Type 4 drivers, deploy new printer connections to one department at a time via Group Policy Preferences, validate each department for one week before proceeding to next group.</a:t>
            </a:r>
          </a:p>
          <a:p>
            <a:endParaRPr lang="en-US" b="1" dirty="0"/>
          </a:p>
          <a:p>
            <a:r>
              <a:rPr lang="en-US" b="1" dirty="0"/>
              <a:t>AZ-801 EXAM TIP:</a:t>
            </a:r>
            <a:r>
              <a:rPr lang="en-US" dirty="0"/>
              <a:t> Exam scenarios frequently describe datacenter consolidation or OS upgrade projects. Questions test whether you select the correct migration tool and understand prerequisite steps. Remember: DHCP requires Export-</a:t>
            </a:r>
            <a:r>
              <a:rPr lang="en-US" dirty="0" err="1"/>
              <a:t>DhcpServer</a:t>
            </a:r>
            <a:r>
              <a:rPr lang="en-US" dirty="0"/>
              <a:t>/Import-</a:t>
            </a:r>
            <a:r>
              <a:rPr lang="en-US" dirty="0" err="1"/>
              <a:t>DhcpServer</a:t>
            </a:r>
            <a:r>
              <a:rPr lang="en-US" dirty="0"/>
              <a:t> cmdlets and mandatory Active Directory authorization (Add-</a:t>
            </a:r>
            <a:r>
              <a:rPr lang="en-US" dirty="0" err="1"/>
              <a:t>DhcpServerInDC</a:t>
            </a:r>
            <a:r>
              <a:rPr lang="en-US" dirty="0"/>
              <a:t>) before serving clients. Print requires Print Management console or Printbrm.exe with verification that drivers are compatible with the destination OS version. If an exam question shows someone manually recreating 50 DHCP scopes or individually re-adding printers, that's the wrong approach - proper tool usage is expected.</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3103042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DHCP migration requires a specific sequence of operations because getting the order wrong results in IP conflicts, failed lease renewals, or complete network outages that affect every client system.</a:t>
            </a:r>
          </a:p>
          <a:p>
            <a:endParaRPr lang="en-US" b="1" dirty="0"/>
          </a:p>
          <a:p>
            <a:r>
              <a:rPr lang="en-US" b="1" dirty="0"/>
              <a:t>• Export DHCP database including scopes and reservations:</a:t>
            </a:r>
            <a:r>
              <a:rPr lang="en-US" dirty="0"/>
              <a:t> Export-</a:t>
            </a:r>
            <a:r>
              <a:rPr lang="en-US" dirty="0" err="1"/>
              <a:t>DhcpServer</a:t>
            </a:r>
            <a:r>
              <a:rPr lang="en-US" dirty="0"/>
              <a:t> creates an XML backup containing all IPv4 and IPv6 scopes, address pools, exclusions, reservations, scope and server options, policies, filters, and active leases. Syntax: Export-</a:t>
            </a:r>
            <a:r>
              <a:rPr lang="en-US" dirty="0" err="1"/>
              <a:t>DhcpServer</a:t>
            </a:r>
            <a:r>
              <a:rPr lang="en-US" dirty="0"/>
              <a:t> -ComputerName </a:t>
            </a:r>
            <a:r>
              <a:rPr lang="en-US" dirty="0" err="1"/>
              <a:t>SourceDHCP</a:t>
            </a:r>
            <a:r>
              <a:rPr lang="en-US" dirty="0"/>
              <a:t> -File C:\Migration\dhcp-config.xml -Leases. The -Leases parameter prevents IP conflicts during cutover by including which addresses are currently assigned. For AZ-801, you can export selectively using -</a:t>
            </a:r>
            <a:r>
              <a:rPr lang="en-US" dirty="0" err="1"/>
              <a:t>ScopeId</a:t>
            </a:r>
            <a:r>
              <a:rPr lang="en-US" dirty="0"/>
              <a:t> for phased migrations.</a:t>
            </a:r>
          </a:p>
          <a:p>
            <a:endParaRPr lang="en-US" b="1" dirty="0"/>
          </a:p>
          <a:p>
            <a:r>
              <a:rPr lang="en-US" b="1" dirty="0"/>
              <a:t>• Authorize new DHCP server in Active Directory:</a:t>
            </a:r>
            <a:r>
              <a:rPr lang="en-US" dirty="0"/>
              <a:t> In AD environments, DHCP servers must be explicitly authorized in the CN=</a:t>
            </a:r>
            <a:r>
              <a:rPr lang="en-US" dirty="0" err="1"/>
              <a:t>NetServices</a:t>
            </a:r>
            <a:r>
              <a:rPr lang="en-US" dirty="0"/>
              <a:t> container before responding to clients. Without authorization, the service starts but refuses to serve leases. Use DHCP console (right-click server, Authorize) or PowerShell: Add-</a:t>
            </a:r>
            <a:r>
              <a:rPr lang="en-US" dirty="0" err="1"/>
              <a:t>DhcpServerInDC</a:t>
            </a:r>
            <a:r>
              <a:rPr lang="en-US" dirty="0"/>
              <a:t> -</a:t>
            </a:r>
            <a:r>
              <a:rPr lang="en-US" dirty="0" err="1"/>
              <a:t>DnsName</a:t>
            </a:r>
            <a:r>
              <a:rPr lang="en-US" dirty="0"/>
              <a:t> NewDHCP.contoso.com -</a:t>
            </a:r>
            <a:r>
              <a:rPr lang="en-US" dirty="0" err="1"/>
              <a:t>IPAddress</a:t>
            </a:r>
            <a:r>
              <a:rPr lang="en-US" dirty="0"/>
              <a:t> 10.0.1.50. Only Enterprise Admins can authorize. Exam trap: "DHCP installed but not responding" always means missing authorization.</a:t>
            </a:r>
          </a:p>
          <a:p>
            <a:endParaRPr lang="en-US" b="1" dirty="0"/>
          </a:p>
          <a:p>
            <a:r>
              <a:rPr lang="en-US" b="1" dirty="0"/>
              <a:t>• Import database to destination server:</a:t>
            </a:r>
            <a:r>
              <a:rPr lang="en-US" dirty="0"/>
              <a:t> Once authorized, run Import-</a:t>
            </a:r>
            <a:r>
              <a:rPr lang="en-US" dirty="0" err="1"/>
              <a:t>DhcpServer</a:t>
            </a:r>
            <a:r>
              <a:rPr lang="en-US" dirty="0"/>
              <a:t> -ComputerName </a:t>
            </a:r>
            <a:r>
              <a:rPr lang="en-US" dirty="0" err="1"/>
              <a:t>NewDHCP</a:t>
            </a:r>
            <a:r>
              <a:rPr lang="en-US" dirty="0"/>
              <a:t> -File C:\Migration\dhcp-config.xml -</a:t>
            </a:r>
            <a:r>
              <a:rPr lang="en-US" dirty="0" err="1"/>
              <a:t>BackupPath</a:t>
            </a:r>
            <a:r>
              <a:rPr lang="en-US" dirty="0"/>
              <a:t> C:\DHCPBackup\ -Leases. The -</a:t>
            </a:r>
            <a:r>
              <a:rPr lang="en-US" dirty="0" err="1"/>
              <a:t>BackupPath</a:t>
            </a:r>
            <a:r>
              <a:rPr lang="en-US" dirty="0"/>
              <a:t> creates a local rollback point. The -Leases parameter ensures the new server knows which IPs are in use. After import, verify scope activation status and DHCP options (DNS servers, gateways). For AZ-801, understand partial imports using -</a:t>
            </a:r>
            <a:r>
              <a:rPr lang="en-US" dirty="0" err="1"/>
              <a:t>ScopeId</a:t>
            </a:r>
            <a:r>
              <a:rPr lang="en-US" dirty="0"/>
              <a:t> when migrating specific scopes only.</a:t>
            </a:r>
          </a:p>
          <a:p>
            <a:endParaRPr lang="en-US" b="1" dirty="0"/>
          </a:p>
          <a:p>
            <a:r>
              <a:rPr lang="en-US" b="1" dirty="0"/>
              <a:t>• Migrate failover relationships for high availability:</a:t>
            </a:r>
            <a:r>
              <a:rPr lang="en-US" dirty="0"/>
              <a:t> DHCP failover eliminates single points of failure. Export includes failover metadata: partner server, mode (hot standby or load balance), MCLT, and state switchover interval. After import, reconfigure failover in DHCP console: right-click IPv4, Configure Failover, specify new partner. AZ-801 critical: failover requires Server 2012+, works with IPv4 only (not IPv6), both servers must be authorized in AD.</a:t>
            </a:r>
          </a:p>
          <a:p>
            <a:endParaRPr lang="en-US" b="1" dirty="0"/>
          </a:p>
          <a:p>
            <a:r>
              <a:rPr lang="en-US" b="1" dirty="0"/>
              <a:t>• Contoso migrates DHCP to Windows Server 2025 to support IPv6 scopes:</a:t>
            </a:r>
            <a:r>
              <a:rPr lang="en-US" dirty="0"/>
              <a:t> Contoso runs legacy 2012 R2 DHCP without IPv6, failover, or modern logging. Migration to 2025 provides dual-stack DHCP, improved failover, ETW logging, and DNSSEC integration. Timeline: Friday 8 PM export, 9 PM install and authorize two new VMs, 10 PM import, 11 PM configure failover load balance mode. Saturday 8 AM test pilot subnet, 10 AM update router DHCP relay agents if validated. Sunday 2 AM decommission old server after confirming lease renewals from new servers.</a:t>
            </a:r>
          </a:p>
          <a:p>
            <a:endParaRPr lang="en-US" b="1" dirty="0"/>
          </a:p>
          <a:p>
            <a:r>
              <a:rPr lang="en-US" b="1" dirty="0"/>
              <a:t>AZ-801 EXAM TIP:</a:t>
            </a:r>
            <a:r>
              <a:rPr lang="en-US" dirty="0"/>
              <a:t> Authorization is most commonly tested. Wrong answers: "authorization happens automatically" (false), "not needed in workgroup" (true but irrelevant for enterprise AD exams), "clients can get IPs from unauthorized servers" (false - blocked). Also critical: DNS dynamic update credentials. DHCP uses machine account by default, but hardened environments require specific credentials configured in DHCP console under IPv4 Properties &gt; Advanced. Exam scenario: "clients get IPs but names don't resolve" = missing DNS credentials.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1281466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Print server migration involves more than moving printer objects - you're migrating drivers that may have compatibility issues, security permissions that must remain intact, and user connections that should continue transparently without manual intervention.</a:t>
            </a:r>
          </a:p>
          <a:p>
            <a:endParaRPr lang="en-US" b="1" dirty="0"/>
          </a:p>
          <a:p>
            <a:r>
              <a:rPr lang="en-US" b="1" dirty="0"/>
              <a:t>• Print Management console migrates queues, drivers, and ports:</a:t>
            </a:r>
            <a:r>
              <a:rPr lang="en-US" dirty="0"/>
              <a:t> Launch </a:t>
            </a:r>
            <a:r>
              <a:rPr lang="en-US" dirty="0" err="1"/>
              <a:t>printmanagement.msc</a:t>
            </a:r>
            <a:r>
              <a:rPr lang="en-US" dirty="0"/>
              <a:t>, right-click Print Servers, select Migrate Printers. The wizard exports printer queues, drivers, ports, print processors, monitor ports, and forms to a .</a:t>
            </a:r>
            <a:r>
              <a:rPr lang="en-US" dirty="0" err="1"/>
              <a:t>printerExport</a:t>
            </a:r>
            <a:r>
              <a:rPr lang="en-US" dirty="0"/>
              <a:t> XML file plus .cab with driver binaries. For AZ-801, Print Management works across Server versions (2012 R2 to 2025), but driver compatibility isn't guaranteed. PowerShell alternative: Export-</a:t>
            </a:r>
            <a:r>
              <a:rPr lang="en-US" dirty="0" err="1"/>
              <a:t>PrinterConfiguration</a:t>
            </a:r>
            <a:r>
              <a:rPr lang="en-US" dirty="0"/>
              <a:t> and Import-</a:t>
            </a:r>
            <a:r>
              <a:rPr lang="en-US" dirty="0" err="1"/>
              <a:t>PrinterConfiguration</a:t>
            </a:r>
            <a:r>
              <a:rPr lang="en-US" dirty="0"/>
              <a:t>. Command-line: </a:t>
            </a:r>
            <a:r>
              <a:rPr lang="en-US" dirty="0" err="1"/>
              <a:t>printbrm</a:t>
            </a:r>
            <a:r>
              <a:rPr lang="en-US" dirty="0"/>
              <a:t> -s \</a:t>
            </a:r>
            <a:r>
              <a:rPr lang="en-US" dirty="0" err="1"/>
              <a:t>SourceServer</a:t>
            </a:r>
            <a:r>
              <a:rPr lang="en-US" dirty="0"/>
              <a:t> -b -f C:\migration\printers.printerExport.</a:t>
            </a:r>
          </a:p>
          <a:p>
            <a:endParaRPr lang="en-US" b="1" dirty="0"/>
          </a:p>
          <a:p>
            <a:r>
              <a:rPr lang="en-US" b="1" dirty="0"/>
              <a:t>• Preserve printer security permissions:</a:t>
            </a:r>
            <a:r>
              <a:rPr lang="en-US" dirty="0"/>
              <a:t> Printer security has three levels: Print (submit jobs), Manage Printers (pause queues, change settings), Manage Documents (delete others' jobs). These ACLs export with .</a:t>
            </a:r>
            <a:r>
              <a:rPr lang="en-US" dirty="0" err="1"/>
              <a:t>printerExport</a:t>
            </a:r>
            <a:r>
              <a:rPr lang="en-US" dirty="0"/>
              <a:t>, but cross-domain migrations break SIDs. For AZ-801, solution: SID translation tools or manually reapply permissions post-migration. Always validate by testing accounts that should and shouldn't have access.</a:t>
            </a:r>
          </a:p>
          <a:p>
            <a:endParaRPr lang="en-US" b="1" dirty="0"/>
          </a:p>
          <a:p>
            <a:r>
              <a:rPr lang="en-US" b="1" dirty="0"/>
              <a:t>• Migrate pending print jobs where possible:</a:t>
            </a:r>
            <a:r>
              <a:rPr lang="en-US" dirty="0"/>
              <a:t> Jobs in queue are stored as .SPL and .SHD files in C:\Windows\System32\spool\PRINTERS. Theoretically you can stop spooler, copy files and registry keys, restart on new server. In practice, it's error-prone. For AZ-801, Microsoft recommends: schedule migration during low print volume, notify users to complete jobs, let remaining jobs fail and users resubmit. Exam rarely tests job mechanics but may ask about impact minimization - answer is maintenance windows and user notification.</a:t>
            </a:r>
          </a:p>
          <a:p>
            <a:endParaRPr lang="en-US" b="1" dirty="0"/>
          </a:p>
          <a:p>
            <a:r>
              <a:rPr lang="en-US" b="1" dirty="0"/>
              <a:t>• Update clients to point to new print server automatically:</a:t>
            </a:r>
            <a:r>
              <a:rPr lang="en-US" dirty="0"/>
              <a:t> Use Group Policy Preferences instead of manual user changes. In GPMC, edit GPO, navigate to User Configuration &gt; Preferences &gt; Control Panel Settings &gt; Printers, create New &gt; Shared Printer, specify \</a:t>
            </a:r>
            <a:r>
              <a:rPr lang="en-US" dirty="0" err="1"/>
              <a:t>NewPrintServer</a:t>
            </a:r>
            <a:r>
              <a:rPr lang="en-US" dirty="0"/>
              <a:t>\</a:t>
            </a:r>
            <a:r>
              <a:rPr lang="en-US" dirty="0" err="1"/>
              <a:t>PrinterName</a:t>
            </a:r>
            <a:r>
              <a:rPr lang="en-US" dirty="0"/>
              <a:t>, set Action to "Replace", use Item-Level Targeting for specific groups. For AZ-801, GPP deployment requires Print Spooler service on clients, supports Windows and non-Windows servers, sets default printers automatically. Exam scenario: "printers migrated but users still on old server" = missing GPP deployment.</a:t>
            </a:r>
          </a:p>
          <a:p>
            <a:endParaRPr lang="en-US" b="1" dirty="0"/>
          </a:p>
          <a:p>
            <a:r>
              <a:rPr lang="en-US" b="1" dirty="0"/>
              <a:t>• </a:t>
            </a:r>
            <a:r>
              <a:rPr lang="en-US" b="1" dirty="0" err="1"/>
              <a:t>Fabrikam</a:t>
            </a:r>
            <a:r>
              <a:rPr lang="en-US" b="1" dirty="0"/>
              <a:t> consolidates branch office print servers into central management:</a:t>
            </a:r>
            <a:r>
              <a:rPr lang="en-US" dirty="0"/>
              <a:t> Six branches each with local 2012 R2 print server consolidate to two regional 2025 servers with Branch Office Direct Printing, DFS Namespaces for location-independent paths (\</a:t>
            </a:r>
            <a:r>
              <a:rPr lang="en-US" dirty="0" err="1"/>
              <a:t>contoso</a:t>
            </a:r>
            <a:r>
              <a:rPr lang="en-US" dirty="0"/>
              <a:t>\printers*), and Type 4 drivers. Migration sequence: Week 1, install role and configure HA. Week 2, export Branch 1 queues, download Type 4 drivers, import and test. Week 3, GPO removes old connections and deploys new ones. Week 4, validate for one week, then repeat for remaining branches. Key for AZ-801: consolidation reduces overhead but needs network capacity planning and QoS policies.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7</a:t>
            </a:fld>
            <a:endParaRPr lang="en-US"/>
          </a:p>
        </p:txBody>
      </p:sp>
    </p:spTree>
    <p:extLst>
      <p:ext uri="{BB962C8B-B14F-4D97-AF65-F5344CB8AC3E}">
        <p14:creationId xmlns:p14="http://schemas.microsoft.com/office/powerpoint/2010/main" val="3957998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In-place upgrades preserve existing server configurations and installed software, providing faster modernization than rebuilding from scratch, but carrying higher risk that requires meticulous validation at every stage.</a:t>
            </a:r>
          </a:p>
          <a:p>
            <a:endParaRPr lang="en-US" b="1" dirty="0"/>
          </a:p>
          <a:p>
            <a:r>
              <a:rPr lang="en-US" b="1" dirty="0"/>
              <a:t>• In-place upgrade keeps apps, data, and configurations intact:</a:t>
            </a:r>
            <a:r>
              <a:rPr lang="en-US" dirty="0"/>
              <a:t> Unlike clean install, in-place upgrade preserves installed roles (DHCP, DNS, File Services, Hyper-V, AD DS), features, applications, registry configs, network settings, and data on all volumes. Windows Setup migrates settings from old OS to new. For AZ-801, strict requirements: cannot skip versions (2016→2019→2022→2025, no shortcuts), cannot change editions incompatibly (Standard to Standard/Datacenter only, not reverse), cannot upgrade Essentials to Standard/Datacenter, must maintain type (Core to Core or Desktop to Desktop, though Core can go to Desktop).</a:t>
            </a:r>
          </a:p>
          <a:p>
            <a:endParaRPr lang="en-US" b="1" dirty="0"/>
          </a:p>
          <a:p>
            <a:r>
              <a:rPr lang="en-US" b="1" dirty="0"/>
              <a:t>• Compatibility checker validates readiness before upgrade:</a:t>
            </a:r>
            <a:r>
              <a:rPr lang="en-US" dirty="0"/>
              <a:t> Setup.exe scans for incompatible applications, missing device drivers, deprecated features (SMB 1.0, PowerShell 2.0), insufficient disk space (20GB+ needed), hardware requirements, and for 2025: TPM 2.0, Secure Boot, UEFI not BIOS. For AZ-801, run checks without upgrading: mount ISO, run Setup.exe, select Upgrade, let it scan for detailed report. Exam "upgrade failed during install" scenarios = ignored compatibility warnings.</a:t>
            </a:r>
          </a:p>
          <a:p>
            <a:endParaRPr lang="en-US" b="1" dirty="0"/>
          </a:p>
          <a:p>
            <a:r>
              <a:rPr lang="en-US" b="1" dirty="0"/>
              <a:t>• Pre-upgrade backups provide rollback safety:</a:t>
            </a:r>
            <a:r>
              <a:rPr lang="en-US" dirty="0"/>
              <a:t> Mandatory full system backup: system state, system drive, data volumes. Physical servers use Windows Server Backup for bare-metal recovery. VMs use snapshots but remove after validation (performance impact). Azure VMs use Azure Backup or Site Recovery. Post-upgrade creates </a:t>
            </a:r>
            <a:r>
              <a:rPr lang="en-US" dirty="0" err="1"/>
              <a:t>Windows.old</a:t>
            </a:r>
            <a:r>
              <a:rPr lang="en-US" dirty="0"/>
              <a:t> folder with 10-day rollback window via Settings or DISM /Online /Initiate-</a:t>
            </a:r>
            <a:r>
              <a:rPr lang="en-US" dirty="0" err="1"/>
              <a:t>OSUninstall</a:t>
            </a:r>
            <a:r>
              <a:rPr lang="en-US" dirty="0"/>
              <a:t>. But rollback isn't guaranteed if upgrade failed mid-process. External backup is only reliable safety net. For AZ-801: extend rollback with DISM /Online /Set-</a:t>
            </a:r>
            <a:r>
              <a:rPr lang="en-US" dirty="0" err="1"/>
              <a:t>OSUninstallWindow</a:t>
            </a:r>
            <a:r>
              <a:rPr lang="en-US" dirty="0"/>
              <a:t> /Value:60 for 60 days. Impossible after Disk Cleanup removes </a:t>
            </a:r>
            <a:r>
              <a:rPr lang="en-US" dirty="0" err="1"/>
              <a:t>Windows.old</a:t>
            </a:r>
            <a:r>
              <a:rPr lang="en-US" dirty="0"/>
              <a:t>.</a:t>
            </a:r>
          </a:p>
          <a:p>
            <a:endParaRPr lang="en-US" b="1" dirty="0"/>
          </a:p>
          <a:p>
            <a:r>
              <a:rPr lang="en-US" b="1" dirty="0"/>
              <a:t>• Post-upgrade validation ensures workloads still function:</a:t>
            </a:r>
            <a:r>
              <a:rPr lang="en-US" dirty="0"/>
              <a:t> "Upgrade succeeded" doesn't mean apps work. Validate: all services running (Get-Service), roles/features present (Get-</a:t>
            </a:r>
            <a:r>
              <a:rPr lang="en-US" dirty="0" err="1"/>
              <a:t>WindowsFeature</a:t>
            </a:r>
            <a:r>
              <a:rPr lang="en-US" dirty="0"/>
              <a:t>), LOB apps functional, network connectivity working, Event Viewer for errors (IDs 1000-1002 = crashes), client file share access, Group Policy processing (</a:t>
            </a:r>
            <a:r>
              <a:rPr lang="en-US" dirty="0" err="1"/>
              <a:t>gpresult</a:t>
            </a:r>
            <a:r>
              <a:rPr lang="en-US" dirty="0"/>
              <a:t> /r), antivirus/backup agents running, domain trust (</a:t>
            </a:r>
            <a:r>
              <a:rPr lang="en-US" dirty="0" err="1"/>
              <a:t>nltest</a:t>
            </a:r>
            <a:r>
              <a:rPr lang="en-US" dirty="0"/>
              <a:t> /</a:t>
            </a:r>
            <a:r>
              <a:rPr lang="en-US" dirty="0" err="1"/>
              <a:t>sc_query:domain.com</a:t>
            </a:r>
            <a:r>
              <a:rPr lang="en-US" dirty="0"/>
              <a:t>). For Hyper-V: VMs start, network functions, live migration works. For AZ-801, validation is methodical checklist, not random testing. Exam "upgrade succeeded but users report issues" = inadequate validation.</a:t>
            </a:r>
          </a:p>
          <a:p>
            <a:endParaRPr lang="en-US" b="1" dirty="0"/>
          </a:p>
          <a:p>
            <a:r>
              <a:rPr lang="en-US" b="1" dirty="0"/>
              <a:t>• Tailwind Traders upgrades file/print servers from 2016 to 2025 in-place:</a:t>
            </a:r>
            <a:r>
              <a:rPr lang="en-US" dirty="0"/>
              <a:t> 12 servers running 2016 Standard need modernization. Rebuilding means recreating file shares, NTFS permissions, shadow copies, 80 printer queues, backup agents - 3-5 days per server. In-place upgrade pragmatic despite risk. Path requires three sequential upgrades (2016→2019→2022→2025, no skipping). Pilot: FILESERVER03 non-critical, full backup, compatibility check, fix issues (updated Broadcom driver), upgrade 2016→2019 Friday 8 PM, validate Saturday, monitor one week. Next Friday 2019→2022, repeat. Third week 2022→2025. After two weeks successful on 2025, roll out to remaining 11 in groups of three per maintenance window. For AZ-801: version skipping unsupported, each phase needs validation, automation streamlines but doesn't eliminate validation.</a:t>
            </a:r>
          </a:p>
          <a:p>
            <a:endParaRPr lang="en-US" b="1" dirty="0"/>
          </a:p>
          <a:p>
            <a:r>
              <a:rPr lang="en-US" b="1" dirty="0"/>
              <a:t>AZ-801 EXAM TIP:</a:t>
            </a:r>
            <a:r>
              <a:rPr lang="en-US" dirty="0"/>
              <a:t> Unsupported scenarios heavily tested. Cannot in-place upgrade DCs while serving auth (demote, upgrade, re-promote - though some do upgrade with care). Cannot upgrade Core to Desktop (requires clean install, though Desktop can go either way). Cannot downgrade (only 10-day rollback). Cannot upgrade Essentials to Standard/Datacenter. For clusters, cannot simply upgrade nodes - use Cluster-Aware Updating or Cluster OS Rolling Upgrade. Exam tests upgrade matrix: 2012 R2→2016/2019 only (not 2022/2025), 2016→2019/2022 only (not 2025), 2019→2022/2025, 2022→2025. Know which versions support direct upgrade.</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9</a:t>
            </a:fld>
            <a:endParaRPr lang="en-US"/>
          </a:p>
        </p:txBody>
      </p:sp>
    </p:spTree>
    <p:extLst>
      <p:ext uri="{BB962C8B-B14F-4D97-AF65-F5344CB8AC3E}">
        <p14:creationId xmlns:p14="http://schemas.microsoft.com/office/powerpoint/2010/main" val="38306507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Mon, 10/20/2025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3"/>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4"/>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19: Migrate Infrastructure Services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19.1. Migrate Dynamic Host Configuration Protocol (DHCP) servers </a:t>
            </a:r>
          </a:p>
          <a:p>
            <a:pPr>
              <a:spcBef>
                <a:spcPts val="200"/>
              </a:spcBef>
              <a:spcAft>
                <a:spcPts val="400"/>
              </a:spcAft>
            </a:pPr>
            <a:r>
              <a:rPr lang="en-US" dirty="0"/>
              <a:t>19.2. Migrate print servers </a:t>
            </a:r>
          </a:p>
          <a:p>
            <a:pPr>
              <a:spcBef>
                <a:spcPts val="200"/>
              </a:spcBef>
              <a:spcAft>
                <a:spcPts val="400"/>
              </a:spcAft>
            </a:pPr>
            <a:r>
              <a:rPr lang="en-US" dirty="0"/>
              <a:t>19.3. Migrate by using an in-place upgrade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19.1 Migrate Dynamic Host Configuration Protocol (DHCP) servers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27413" cy="463628"/>
          </a:xfrm>
        </p:spPr>
        <p:txBody>
          <a:bodyPr/>
          <a:lstStyle/>
          <a:p>
            <a:r>
              <a:rPr lang="en-US" dirty="0"/>
              <a:t>Modernize foundational Windows Server services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Infrastructure services like DHCP and print are mission-critical</a:t>
            </a:r>
          </a:p>
          <a:p>
            <a:r>
              <a:rPr lang="en-US" sz="1800" dirty="0"/>
              <a:t>Migration ensures continuity during platform refresh</a:t>
            </a:r>
          </a:p>
          <a:p>
            <a:r>
              <a:rPr lang="en-US" sz="1800" dirty="0"/>
              <a:t>Tools support export/import of databases and configurations</a:t>
            </a:r>
          </a:p>
          <a:p>
            <a:r>
              <a:rPr lang="en-US" sz="1800" dirty="0"/>
              <a:t>Reduces risk of service outage during hardware or OS upgrades</a:t>
            </a:r>
          </a:p>
          <a:p>
            <a:r>
              <a:rPr lang="en-US" sz="1800" dirty="0"/>
              <a:t>Adventure Works modernizes DHCP and print services as part of datacenter upgrade</a:t>
            </a:r>
          </a:p>
        </p:txBody>
      </p:sp>
    </p:spTree>
    <p:extLst>
      <p:ext uri="{BB962C8B-B14F-4D97-AF65-F5344CB8AC3E}">
        <p14:creationId xmlns:p14="http://schemas.microsoft.com/office/powerpoint/2010/main" val="202911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sz="2400"/>
              <a:t>Move DHCP services without disrupting clients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Export DHCP database including scopes and reservations</a:t>
            </a:r>
          </a:p>
          <a:p>
            <a:r>
              <a:rPr lang="en-US" sz="1800" dirty="0"/>
              <a:t>Authorize new DHCP server in Active Directory</a:t>
            </a:r>
          </a:p>
          <a:p>
            <a:r>
              <a:rPr lang="en-US" sz="1800" dirty="0"/>
              <a:t>Import database to destination server</a:t>
            </a:r>
          </a:p>
          <a:p>
            <a:r>
              <a:rPr lang="en-US" sz="1800" dirty="0"/>
              <a:t>Migrate failover relationships for high availability</a:t>
            </a:r>
          </a:p>
          <a:p>
            <a:r>
              <a:rPr lang="en-US" sz="1800" dirty="0"/>
              <a:t>Contoso migrates DHCP to Windows Server 2025 to support IPv6 scopes</a:t>
            </a:r>
          </a:p>
        </p:txBody>
      </p:sp>
    </p:spTree>
    <p:extLst>
      <p:ext uri="{BB962C8B-B14F-4D97-AF65-F5344CB8AC3E}">
        <p14:creationId xmlns:p14="http://schemas.microsoft.com/office/powerpoint/2010/main" val="72858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19.2 Migrate print servers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Transition print services seamlessly</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Print Management console migrates queues, drivers, and ports</a:t>
            </a:r>
          </a:p>
          <a:p>
            <a:r>
              <a:rPr lang="en-US" sz="1800" dirty="0"/>
              <a:t>Preserve printer security permissions</a:t>
            </a:r>
          </a:p>
          <a:p>
            <a:r>
              <a:rPr lang="en-US" sz="1800" dirty="0"/>
              <a:t>Migrate pending print jobs where possible</a:t>
            </a:r>
          </a:p>
          <a:p>
            <a:r>
              <a:rPr lang="en-US" sz="1800" dirty="0"/>
              <a:t>Update clients to point to new print server automatically</a:t>
            </a:r>
          </a:p>
          <a:p>
            <a:r>
              <a:rPr lang="en-US" sz="1800" dirty="0" err="1"/>
              <a:t>Fabrikam</a:t>
            </a:r>
            <a:r>
              <a:rPr lang="en-US" sz="1800" dirty="0"/>
              <a:t> consolidates branch office print servers into central management</a:t>
            </a:r>
          </a:p>
        </p:txBody>
      </p:sp>
    </p:spTree>
    <p:extLst>
      <p:ext uri="{BB962C8B-B14F-4D97-AF65-F5344CB8AC3E}">
        <p14:creationId xmlns:p14="http://schemas.microsoft.com/office/powerpoint/2010/main" val="1126172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19.3 Migrate by using an</a:t>
            </a:r>
            <a:br>
              <a:rPr lang="en-US" sz="3600" dirty="0">
                <a:solidFill>
                  <a:srgbClr val="0978D8"/>
                </a:solidFill>
              </a:rPr>
            </a:br>
            <a:r>
              <a:rPr lang="en-US" sz="3600" dirty="0">
                <a:solidFill>
                  <a:srgbClr val="0978D8"/>
                </a:solidFill>
              </a:rPr>
              <a:t>in-place upgrade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509684" cy="463628"/>
          </a:xfrm>
        </p:spPr>
        <p:txBody>
          <a:bodyPr/>
          <a:lstStyle/>
          <a:p>
            <a:r>
              <a:rPr lang="en-US"/>
              <a:t>Upgrade servers while preserving roles and settings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In-place upgrade keeps apps, data, and configurations intact</a:t>
            </a:r>
          </a:p>
          <a:p>
            <a:r>
              <a:rPr lang="en-US" sz="1800" dirty="0"/>
              <a:t>Compatibility checker validates readiness before upgrade</a:t>
            </a:r>
          </a:p>
          <a:p>
            <a:r>
              <a:rPr lang="en-US" sz="1800" dirty="0"/>
              <a:t>Pre-upgrade backups provide rollback safety</a:t>
            </a:r>
          </a:p>
          <a:p>
            <a:r>
              <a:rPr lang="en-US" sz="1800" dirty="0"/>
              <a:t>Post-upgrade validation ensures workloads still function</a:t>
            </a:r>
          </a:p>
          <a:p>
            <a:r>
              <a:rPr lang="en-US" sz="1800" dirty="0"/>
              <a:t>Tailwind Traders upgrades file/print servers from 2016 to 2025 in-place</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5434A63-69A1-4EA5-A827-F8C9C88EC3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35525</TotalTime>
  <Words>2977</Words>
  <Application>Microsoft Office PowerPoint</Application>
  <PresentationFormat>On-screen Show (16:9)</PresentationFormat>
  <Paragraphs>93</Paragraphs>
  <Slides>10</Slides>
  <Notes>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Modernize foundational Windows Server services</vt:lpstr>
      <vt:lpstr>Move DHCP services without disrupting clients</vt:lpstr>
      <vt:lpstr>PowerPoint Presentation</vt:lpstr>
      <vt:lpstr>Transition print services seamlessly</vt:lpstr>
      <vt:lpstr>PowerPoint Presentation</vt:lpstr>
      <vt:lpstr>Upgrade servers while preserving roles and settings</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103</cp:revision>
  <dcterms:created xsi:type="dcterms:W3CDTF">2015-09-28T19:52:00Z</dcterms:created>
  <dcterms:modified xsi:type="dcterms:W3CDTF">2025-10-21T12:58:08Z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