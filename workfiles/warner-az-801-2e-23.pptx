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9"/>
  </p:notesMasterIdLst>
  <p:sldIdLst>
    <p:sldId id="303" r:id="rId5"/>
    <p:sldId id="292" r:id="rId6"/>
    <p:sldId id="293" r:id="rId7"/>
    <p:sldId id="350" r:id="rId8"/>
    <p:sldId id="349" r:id="rId9"/>
    <p:sldId id="342" r:id="rId10"/>
    <p:sldId id="343" r:id="rId11"/>
    <p:sldId id="351" r:id="rId12"/>
    <p:sldId id="346" r:id="rId13"/>
    <p:sldId id="352" r:id="rId14"/>
    <p:sldId id="347" r:id="rId15"/>
    <p:sldId id="353" r:id="rId16"/>
    <p:sldId id="348" r:id="rId17"/>
    <p:sldId id="354"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A137CF-6882-44D2-BA47-88097FA3CCDF}" v="6" dt="2025-10-22T19:59:24.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11" autoAdjust="0"/>
    <p:restoredTop sz="60662" autoAdjust="0"/>
  </p:normalViewPr>
  <p:slideViewPr>
    <p:cSldViewPr snapToGrid="0" snapToObjects="1">
      <p:cViewPr varScale="1">
        <p:scale>
          <a:sx n="82" d="100"/>
          <a:sy n="82" d="100"/>
        </p:scale>
        <p:origin x="1344" y="28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2464"/>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B5F1AAD0-ADAB-4083-A1A6-BF815195C21B}"/>
    <pc:docChg chg="addSld modSld">
      <pc:chgData name="Tim Warner" userId="1d9b2d89684621c1" providerId="LiveId" clId="{B5F1AAD0-ADAB-4083-A1A6-BF815195C21B}" dt="2025-06-24T21:06:10.912" v="50"/>
      <pc:docMkLst>
        <pc:docMk/>
      </pc:docMkLst>
      <pc:sldChg chg="modSp mod">
        <pc:chgData name="Tim Warner" userId="1d9b2d89684621c1" providerId="LiveId" clId="{B5F1AAD0-ADAB-4083-A1A6-BF815195C21B}" dt="2025-06-24T21:06:03.881" v="49"/>
        <pc:sldMkLst>
          <pc:docMk/>
          <pc:sldMk cId="578841353" sldId="347"/>
        </pc:sldMkLst>
      </pc:sldChg>
      <pc:sldChg chg="modSp add mod">
        <pc:chgData name="Tim Warner" userId="1d9b2d89684621c1" providerId="LiveId" clId="{B5F1AAD0-ADAB-4083-A1A6-BF815195C21B}" dt="2025-06-24T21:06:10.912" v="50"/>
        <pc:sldMkLst>
          <pc:docMk/>
          <pc:sldMk cId="3347137768" sldId="348"/>
        </pc:sldMkLst>
      </pc:sldChg>
    </pc:docChg>
  </pc:docChgLst>
  <pc:docChgLst>
    <pc:chgData name="scsjcain84" userId="S::scsjcain84_gmail.com#ext#@pearsoneducationinc.onmicrosoft.com::4399dd98-ee8b-4212-9001-7919755a3260" providerId="AD" clId="Web-{218568B1-AACB-483D-82F6-ABABD24FF1C4}"/>
    <pc:docChg chg="modSld">
      <pc:chgData name="scsjcain84" userId="S::scsjcain84_gmail.com#ext#@pearsoneducationinc.onmicrosoft.com::4399dd98-ee8b-4212-9001-7919755a3260" providerId="AD" clId="Web-{218568B1-AACB-483D-82F6-ABABD24FF1C4}" dt="2025-08-26T07:23:34.971" v="0"/>
      <pc:docMkLst>
        <pc:docMk/>
      </pc:docMkLst>
      <pc:sldChg chg="mod modShow">
        <pc:chgData name="scsjcain84" userId="S::scsjcain84_gmail.com#ext#@pearsoneducationinc.onmicrosoft.com::4399dd98-ee8b-4212-9001-7919755a3260" providerId="AD" clId="Web-{218568B1-AACB-483D-82F6-ABABD24FF1C4}" dt="2025-08-26T07:23:34.971" v="0"/>
        <pc:sldMkLst>
          <pc:docMk/>
          <pc:sldMk cId="4080705565" sldId="342"/>
        </pc:sldMkLst>
      </pc:sldChg>
    </pc:docChg>
  </pc:docChgLst>
  <pc:docChgLst>
    <pc:chgData name="Tim Warner" userId="1d9b2d89684621c1" providerId="LiveId" clId="{C5F4564D-62A0-4415-961F-8AF3A1378AC2}"/>
    <pc:docChg chg="modSld">
      <pc:chgData name="Tim Warner" userId="1d9b2d89684621c1" providerId="LiveId" clId="{C5F4564D-62A0-4415-961F-8AF3A1378AC2}" dt="2025-06-24T20:53:46.374" v="40"/>
      <pc:docMkLst>
        <pc:docMk/>
      </pc:docMkLst>
      <pc:sldChg chg="modSp mod">
        <pc:chgData name="Tim Warner" userId="1d9b2d89684621c1" providerId="LiveId" clId="{C5F4564D-62A0-4415-961F-8AF3A1378AC2}" dt="2025-06-24T20:53:46.374" v="40"/>
        <pc:sldMkLst>
          <pc:docMk/>
          <pc:sldMk cId="914007193" sldId="347"/>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9C1AC220-CD93-46E4-823F-E96AD2EFE762}"/>
    <pc:docChg chg="addSld delSld modSld sldOrd">
      <pc:chgData name="Tim Warner" userId="1d9b2d89684621c1" providerId="LiveId" clId="{9C1AC220-CD93-46E4-823F-E96AD2EFE762}" dt="2025-10-23T12:24:41.490" v="162" actId="47"/>
      <pc:docMkLst>
        <pc:docMk/>
      </pc:docMkLst>
      <pc:sldChg chg="addSp modSp mod ord modShow">
        <pc:chgData name="Tim Warner" userId="1d9b2d89684621c1" providerId="LiveId" clId="{9C1AC220-CD93-46E4-823F-E96AD2EFE762}" dt="2025-10-22T20:04:25.009" v="141" actId="729"/>
        <pc:sldMkLst>
          <pc:docMk/>
          <pc:sldMk cId="4080705565" sldId="342"/>
        </pc:sldMkLst>
        <pc:spChg chg="mod">
          <ac:chgData name="Tim Warner" userId="1d9b2d89684621c1" providerId="LiveId" clId="{9C1AC220-CD93-46E4-823F-E96AD2EFE762}" dt="2025-10-22T20:01:38.271" v="90" actId="20577"/>
          <ac:spMkLst>
            <pc:docMk/>
            <pc:sldMk cId="4080705565" sldId="342"/>
            <ac:spMk id="2" creationId="{BDF9E237-BA0D-A6D7-ABE0-D61274209EBE}"/>
          </ac:spMkLst>
        </pc:spChg>
        <pc:spChg chg="mod ord">
          <ac:chgData name="Tim Warner" userId="1d9b2d89684621c1" providerId="LiveId" clId="{9C1AC220-CD93-46E4-823F-E96AD2EFE762}" dt="2025-10-22T20:04:00.631" v="140" actId="1037"/>
          <ac:spMkLst>
            <pc:docMk/>
            <pc:sldMk cId="4080705565" sldId="342"/>
            <ac:spMk id="8" creationId="{1155EB2F-7448-A2AA-7CA9-989CB37A3F86}"/>
          </ac:spMkLst>
        </pc:spChg>
        <pc:picChg chg="add mod">
          <ac:chgData name="Tim Warner" userId="1d9b2d89684621c1" providerId="LiveId" clId="{9C1AC220-CD93-46E4-823F-E96AD2EFE762}" dt="2025-10-22T20:03:47.327" v="122" actId="1035"/>
          <ac:picMkLst>
            <pc:docMk/>
            <pc:sldMk cId="4080705565" sldId="342"/>
            <ac:picMk id="4" creationId="{B8A0753E-5E3D-9A94-5764-A3B1CB28C424}"/>
          </ac:picMkLst>
        </pc:picChg>
      </pc:sldChg>
      <pc:sldChg chg="modNotesTx">
        <pc:chgData name="Tim Warner" userId="1d9b2d89684621c1" providerId="LiveId" clId="{9C1AC220-CD93-46E4-823F-E96AD2EFE762}" dt="2025-10-22T19:58:03.360" v="11" actId="20577"/>
        <pc:sldMkLst>
          <pc:docMk/>
          <pc:sldMk cId="814498496" sldId="349"/>
        </pc:sldMkLst>
      </pc:sldChg>
      <pc:sldChg chg="modNotesTx">
        <pc:chgData name="Tim Warner" userId="1d9b2d89684621c1" providerId="LiveId" clId="{9C1AC220-CD93-46E4-823F-E96AD2EFE762}" dt="2025-10-22T19:57:38.655" v="5" actId="20577"/>
        <pc:sldMkLst>
          <pc:docMk/>
          <pc:sldMk cId="2247389534" sldId="350"/>
        </pc:sldMkLst>
      </pc:sldChg>
      <pc:sldChg chg="modNotesTx">
        <pc:chgData name="Tim Warner" userId="1d9b2d89684621c1" providerId="LiveId" clId="{9C1AC220-CD93-46E4-823F-E96AD2EFE762}" dt="2025-10-22T19:58:37.336" v="17" actId="20577"/>
        <pc:sldMkLst>
          <pc:docMk/>
          <pc:sldMk cId="1972754395" sldId="351"/>
        </pc:sldMkLst>
      </pc:sldChg>
      <pc:sldChg chg="modNotesTx">
        <pc:chgData name="Tim Warner" userId="1d9b2d89684621c1" providerId="LiveId" clId="{9C1AC220-CD93-46E4-823F-E96AD2EFE762}" dt="2025-10-22T19:58:54.952" v="23" actId="20577"/>
        <pc:sldMkLst>
          <pc:docMk/>
          <pc:sldMk cId="3858715621" sldId="352"/>
        </pc:sldMkLst>
      </pc:sldChg>
      <pc:sldChg chg="modNotesTx">
        <pc:chgData name="Tim Warner" userId="1d9b2d89684621c1" providerId="LiveId" clId="{9C1AC220-CD93-46E4-823F-E96AD2EFE762}" dt="2025-10-22T19:59:15.703" v="29" actId="20577"/>
        <pc:sldMkLst>
          <pc:docMk/>
          <pc:sldMk cId="2427661709" sldId="353"/>
        </pc:sldMkLst>
      </pc:sldChg>
      <pc:sldChg chg="modNotesTx">
        <pc:chgData name="Tim Warner" userId="1d9b2d89684621c1" providerId="LiveId" clId="{9C1AC220-CD93-46E4-823F-E96AD2EFE762}" dt="2025-10-22T19:59:30.464" v="35" actId="20577"/>
        <pc:sldMkLst>
          <pc:docMk/>
          <pc:sldMk cId="691554377" sldId="354"/>
        </pc:sldMkLst>
      </pc:sldChg>
      <pc:sldChg chg="new del">
        <pc:chgData name="Tim Warner" userId="1d9b2d89684621c1" providerId="LiveId" clId="{9C1AC220-CD93-46E4-823F-E96AD2EFE762}" dt="2025-10-23T12:24:41.490" v="162" actId="47"/>
        <pc:sldMkLst>
          <pc:docMk/>
          <pc:sldMk cId="72941697" sldId="355"/>
        </pc:sldMkLst>
      </pc:sldChg>
      <pc:sldChg chg="new del">
        <pc:chgData name="Tim Warner" userId="1d9b2d89684621c1" providerId="LiveId" clId="{9C1AC220-CD93-46E4-823F-E96AD2EFE762}" dt="2025-10-23T12:24:41.490" v="162" actId="47"/>
        <pc:sldMkLst>
          <pc:docMk/>
          <pc:sldMk cId="2298691942" sldId="356"/>
        </pc:sldMkLst>
      </pc:sldChg>
      <pc:sldChg chg="new del">
        <pc:chgData name="Tim Warner" userId="1d9b2d89684621c1" providerId="LiveId" clId="{9C1AC220-CD93-46E4-823F-E96AD2EFE762}" dt="2025-10-23T12:24:41.490" v="162" actId="47"/>
        <pc:sldMkLst>
          <pc:docMk/>
          <pc:sldMk cId="2327628721" sldId="357"/>
        </pc:sldMkLst>
      </pc:sldChg>
      <pc:sldChg chg="new del">
        <pc:chgData name="Tim Warner" userId="1d9b2d89684621c1" providerId="LiveId" clId="{9C1AC220-CD93-46E4-823F-E96AD2EFE762}" dt="2025-10-23T12:24:41.490" v="162" actId="47"/>
        <pc:sldMkLst>
          <pc:docMk/>
          <pc:sldMk cId="2251940437" sldId="358"/>
        </pc:sldMkLst>
      </pc:sldChg>
      <pc:sldChg chg="new del">
        <pc:chgData name="Tim Warner" userId="1d9b2d89684621c1" providerId="LiveId" clId="{9C1AC220-CD93-46E4-823F-E96AD2EFE762}" dt="2025-10-23T12:24:41.490" v="162" actId="47"/>
        <pc:sldMkLst>
          <pc:docMk/>
          <pc:sldMk cId="564623096" sldId="359"/>
        </pc:sldMkLst>
      </pc:sldChg>
      <pc:sldChg chg="new del">
        <pc:chgData name="Tim Warner" userId="1d9b2d89684621c1" providerId="LiveId" clId="{9C1AC220-CD93-46E4-823F-E96AD2EFE762}" dt="2025-10-23T12:24:41.490" v="162" actId="47"/>
        <pc:sldMkLst>
          <pc:docMk/>
          <pc:sldMk cId="902541615" sldId="360"/>
        </pc:sldMkLst>
      </pc:sldChg>
      <pc:sldChg chg="new del">
        <pc:chgData name="Tim Warner" userId="1d9b2d89684621c1" providerId="LiveId" clId="{9C1AC220-CD93-46E4-823F-E96AD2EFE762}" dt="2025-10-23T12:24:41.490" v="162" actId="47"/>
        <pc:sldMkLst>
          <pc:docMk/>
          <pc:sldMk cId="864108569" sldId="361"/>
        </pc:sldMkLst>
      </pc:sldChg>
      <pc:sldChg chg="new del">
        <pc:chgData name="Tim Warner" userId="1d9b2d89684621c1" providerId="LiveId" clId="{9C1AC220-CD93-46E4-823F-E96AD2EFE762}" dt="2025-10-23T12:24:41.490" v="162" actId="47"/>
        <pc:sldMkLst>
          <pc:docMk/>
          <pc:sldMk cId="3538378869" sldId="362"/>
        </pc:sldMkLst>
      </pc:sldChg>
      <pc:sldChg chg="new del">
        <pc:chgData name="Tim Warner" userId="1d9b2d89684621c1" providerId="LiveId" clId="{9C1AC220-CD93-46E4-823F-E96AD2EFE762}" dt="2025-10-23T12:24:41.490" v="162" actId="47"/>
        <pc:sldMkLst>
          <pc:docMk/>
          <pc:sldMk cId="2651903237" sldId="363"/>
        </pc:sldMkLst>
      </pc:sldChg>
      <pc:sldChg chg="new del">
        <pc:chgData name="Tim Warner" userId="1d9b2d89684621c1" providerId="LiveId" clId="{9C1AC220-CD93-46E4-823F-E96AD2EFE762}" dt="2025-10-23T12:24:41.490" v="162" actId="47"/>
        <pc:sldMkLst>
          <pc:docMk/>
          <pc:sldMk cId="730840285" sldId="364"/>
        </pc:sldMkLst>
      </pc:sldChg>
      <pc:sldChg chg="new del">
        <pc:chgData name="Tim Warner" userId="1d9b2d89684621c1" providerId="LiveId" clId="{9C1AC220-CD93-46E4-823F-E96AD2EFE762}" dt="2025-10-23T12:24:41.490" v="162" actId="47"/>
        <pc:sldMkLst>
          <pc:docMk/>
          <pc:sldMk cId="1581346750" sldId="365"/>
        </pc:sldMkLst>
      </pc:sldChg>
      <pc:sldChg chg="new del">
        <pc:chgData name="Tim Warner" userId="1d9b2d89684621c1" providerId="LiveId" clId="{9C1AC220-CD93-46E4-823F-E96AD2EFE762}" dt="2025-10-23T12:24:41.490" v="162" actId="47"/>
        <pc:sldMkLst>
          <pc:docMk/>
          <pc:sldMk cId="4203297337" sldId="366"/>
        </pc:sldMkLst>
      </pc:sldChg>
      <pc:sldChg chg="new del">
        <pc:chgData name="Tim Warner" userId="1d9b2d89684621c1" providerId="LiveId" clId="{9C1AC220-CD93-46E4-823F-E96AD2EFE762}" dt="2025-10-23T12:24:41.490" v="162" actId="47"/>
        <pc:sldMkLst>
          <pc:docMk/>
          <pc:sldMk cId="724414441" sldId="367"/>
        </pc:sldMkLst>
      </pc:sldChg>
      <pc:sldChg chg="new del">
        <pc:chgData name="Tim Warner" userId="1d9b2d89684621c1" providerId="LiveId" clId="{9C1AC220-CD93-46E4-823F-E96AD2EFE762}" dt="2025-10-23T12:24:41.490" v="162" actId="47"/>
        <pc:sldMkLst>
          <pc:docMk/>
          <pc:sldMk cId="3247838954" sldId="368"/>
        </pc:sldMkLst>
      </pc:sldChg>
      <pc:sldChg chg="new del">
        <pc:chgData name="Tim Warner" userId="1d9b2d89684621c1" providerId="LiveId" clId="{9C1AC220-CD93-46E4-823F-E96AD2EFE762}" dt="2025-10-23T12:24:41.490" v="162" actId="47"/>
        <pc:sldMkLst>
          <pc:docMk/>
          <pc:sldMk cId="3572356533" sldId="369"/>
        </pc:sldMkLst>
      </pc:sldChg>
      <pc:sldChg chg="new del">
        <pc:chgData name="Tim Warner" userId="1d9b2d89684621c1" providerId="LiveId" clId="{9C1AC220-CD93-46E4-823F-E96AD2EFE762}" dt="2025-10-23T12:24:41.490" v="162" actId="47"/>
        <pc:sldMkLst>
          <pc:docMk/>
          <pc:sldMk cId="1136822522" sldId="370"/>
        </pc:sldMkLst>
      </pc:sldChg>
      <pc:sldChg chg="new del">
        <pc:chgData name="Tim Warner" userId="1d9b2d89684621c1" providerId="LiveId" clId="{9C1AC220-CD93-46E4-823F-E96AD2EFE762}" dt="2025-10-23T12:24:41.490" v="162" actId="47"/>
        <pc:sldMkLst>
          <pc:docMk/>
          <pc:sldMk cId="3142598206" sldId="371"/>
        </pc:sldMkLst>
      </pc:sldChg>
      <pc:sldChg chg="new del">
        <pc:chgData name="Tim Warner" userId="1d9b2d89684621c1" providerId="LiveId" clId="{9C1AC220-CD93-46E4-823F-E96AD2EFE762}" dt="2025-10-23T12:24:41.490" v="162" actId="47"/>
        <pc:sldMkLst>
          <pc:docMk/>
          <pc:sldMk cId="3287443451" sldId="372"/>
        </pc:sldMkLst>
      </pc:sldChg>
      <pc:sldChg chg="new del">
        <pc:chgData name="Tim Warner" userId="1d9b2d89684621c1" providerId="LiveId" clId="{9C1AC220-CD93-46E4-823F-E96AD2EFE762}" dt="2025-10-23T12:24:41.490" v="162" actId="47"/>
        <pc:sldMkLst>
          <pc:docMk/>
          <pc:sldMk cId="1604637486" sldId="373"/>
        </pc:sldMkLst>
      </pc:sldChg>
      <pc:sldChg chg="new del">
        <pc:chgData name="Tim Warner" userId="1d9b2d89684621c1" providerId="LiveId" clId="{9C1AC220-CD93-46E4-823F-E96AD2EFE762}" dt="2025-10-23T12:24:41.490" v="162" actId="47"/>
        <pc:sldMkLst>
          <pc:docMk/>
          <pc:sldMk cId="171687182" sldId="374"/>
        </pc:sldMk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1BBEDE25-CA5A-4F77-AD89-1AE3212ED171}"/>
    <pc:docChg chg="delSld modSld">
      <pc:chgData name="Tim Warner" userId="1d9b2d89684621c1" providerId="LiveId" clId="{1BBEDE25-CA5A-4F77-AD89-1AE3212ED171}" dt="2025-06-24T21:37:17.511" v="38"/>
      <pc:docMkLst>
        <pc:docMk/>
      </pc:docMkLst>
      <pc:sldChg chg="modSp mod">
        <pc:chgData name="Tim Warner" userId="1d9b2d89684621c1" providerId="LiveId" clId="{1BBEDE25-CA5A-4F77-AD89-1AE3212ED171}" dt="2025-06-24T21:36:53.651" v="34" actId="403"/>
        <pc:sldMkLst>
          <pc:docMk/>
          <pc:sldMk cId="2539485740" sldId="292"/>
        </pc:sldMkLst>
      </pc:sldChg>
      <pc:sldChg chg="modSp mod">
        <pc:chgData name="Tim Warner" userId="1d9b2d89684621c1" providerId="LiveId" clId="{1BBEDE25-CA5A-4F77-AD89-1AE3212ED171}" dt="2025-06-24T21:37:04.800" v="36"/>
        <pc:sldMkLst>
          <pc:docMk/>
          <pc:sldMk cId="486668636" sldId="293"/>
        </pc:sldMkLst>
      </pc:sldChg>
      <pc:sldChg chg="modSp mod">
        <pc:chgData name="Tim Warner" userId="1d9b2d89684621c1" providerId="LiveId" clId="{1BBEDE25-CA5A-4F77-AD89-1AE3212ED171}" dt="2025-06-24T21:37:11.483" v="37"/>
        <pc:sldMkLst>
          <pc:docMk/>
          <pc:sldMk cId="1829040019" sldId="343"/>
        </pc:sldMkLst>
      </pc:sldChg>
      <pc:sldChg chg="modSp mod">
        <pc:chgData name="Tim Warner" userId="1d9b2d89684621c1" providerId="LiveId" clId="{1BBEDE25-CA5A-4F77-AD89-1AE3212ED171}" dt="2025-06-24T21:37:17.511" v="38"/>
        <pc:sldMkLst>
          <pc:docMk/>
          <pc:sldMk cId="947907938" sldId="346"/>
        </pc:sldMkLst>
      </pc:sldChg>
      <pc:sldChg chg="del">
        <pc:chgData name="Tim Warner" userId="1d9b2d89684621c1" providerId="LiveId" clId="{1BBEDE25-CA5A-4F77-AD89-1AE3212ED171}" dt="2025-06-24T21:36:57.597" v="35" actId="2696"/>
        <pc:sldMkLst>
          <pc:docMk/>
          <pc:sldMk cId="667037779" sldId="347"/>
        </pc:sldMkLst>
      </pc:sldChg>
      <pc:sldChg chg="del">
        <pc:chgData name="Tim Warner" userId="1d9b2d89684621c1" providerId="LiveId" clId="{1BBEDE25-CA5A-4F77-AD89-1AE3212ED171}" dt="2025-06-24T21:36:57.597" v="35" actId="2696"/>
        <pc:sldMkLst>
          <pc:docMk/>
          <pc:sldMk cId="591404376" sldId="348"/>
        </pc:sldMkLst>
      </pc:sldChg>
    </pc:docChg>
  </pc:docChgLst>
  <pc:docChgLst>
    <pc:chgData name="Tim Warner" userId="1d9b2d89684621c1" providerId="LiveId" clId="{9A7F7F4D-19DD-4660-B7A4-5A018234B85D}"/>
    <pc:docChg chg="delSld modSld">
      <pc:chgData name="Tim Warner" userId="1d9b2d89684621c1" providerId="LiveId" clId="{9A7F7F4D-19DD-4660-B7A4-5A018234B85D}" dt="2025-06-24T21:11:54.225" v="37"/>
      <pc:docMkLst>
        <pc:docMk/>
      </pc:docMkLst>
      <pc:sldChg chg="modSp mod">
        <pc:chgData name="Tim Warner" userId="1d9b2d89684621c1" providerId="LiveId" clId="{9A7F7F4D-19DD-4660-B7A4-5A018234B85D}" dt="2025-06-24T21:11:54.225" v="37"/>
        <pc:sldMkLst>
          <pc:docMk/>
          <pc:sldMk cId="578841353" sldId="347"/>
        </pc:sldMkLst>
      </pc:sldChg>
      <pc:sldChg chg="del">
        <pc:chgData name="Tim Warner" userId="1d9b2d89684621c1" providerId="LiveId" clId="{9A7F7F4D-19DD-4660-B7A4-5A018234B85D}" dt="2025-06-24T21:11:24.612" v="33" actId="2696"/>
        <pc:sldMkLst>
          <pc:docMk/>
          <pc:sldMk cId="2481810106" sldId="348"/>
        </pc:sldMkLst>
      </pc:sldChg>
      <pc:sldChg chg="del">
        <pc:chgData name="Tim Warner" userId="1d9b2d89684621c1" providerId="LiveId" clId="{9A7F7F4D-19DD-4660-B7A4-5A018234B85D}" dt="2025-06-24T21:11:24.612" v="33" actId="2696"/>
        <pc:sldMkLst>
          <pc:docMk/>
          <pc:sldMk cId="2982385580" sldId="349"/>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modSp mod">
        <pc:chgData name="Tim Warner" userId="1d9b2d89684621c1" providerId="LiveId" clId="{D0B44B65-70BF-4519-8E4C-BDC5735B7FF3}" dt="2025-06-24T20:16:51.778" v="1" actId="14100"/>
        <pc:sldMkLst>
          <pc:docMk/>
          <pc:sldMk cId="3662525184" sldId="30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C199C607-1779-4E65-A440-75F0EDB3003B}"/>
    <pc:docChg chg="delSld modSld">
      <pc:chgData name="Tim Warner" userId="1d9b2d89684621c1" providerId="LiveId" clId="{C199C607-1779-4E65-A440-75F0EDB3003B}" dt="2025-06-24T21:02:01.694" v="45"/>
      <pc:docMkLst>
        <pc:docMk/>
      </pc:docMkLst>
      <pc:sldChg chg="del">
        <pc:chgData name="Tim Warner" userId="1d9b2d89684621c1" providerId="LiveId" clId="{C199C607-1779-4E65-A440-75F0EDB3003B}" dt="2025-06-24T21:01:42.769" v="42" actId="2696"/>
        <pc:sldMkLst>
          <pc:docMk/>
          <pc:sldMk cId="914007193" sldId="347"/>
        </pc:sldMkLst>
      </pc:sldChg>
      <pc:sldChg chg="del">
        <pc:chgData name="Tim Warner" userId="1d9b2d89684621c1" providerId="LiveId" clId="{C199C607-1779-4E65-A440-75F0EDB3003B}" dt="2025-06-24T21:01:42.769" v="42" actId="2696"/>
        <pc:sldMkLst>
          <pc:docMk/>
          <pc:sldMk cId="1639766347" sldId="349"/>
        </pc:sldMkLst>
      </pc:sldChg>
      <pc:sldChg chg="del">
        <pc:chgData name="Tim Warner" userId="1d9b2d89684621c1" providerId="LiveId" clId="{C199C607-1779-4E65-A440-75F0EDB3003B}" dt="2025-06-24T21:01:42.769" v="42" actId="2696"/>
        <pc:sldMkLst>
          <pc:docMk/>
          <pc:sldMk cId="871822834" sldId="350"/>
        </pc:sldMk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Tim Warner" userId="1d9b2d89684621c1" providerId="LiveId" clId="{DBCC51AC-05C6-4CE3-B0C0-79574934C41D}"/>
    <pc:docChg chg="addSld modSld">
      <pc:chgData name="Tim Warner" userId="1d9b2d89684621c1" providerId="LiveId" clId="{DBCC51AC-05C6-4CE3-B0C0-79574934C41D}" dt="2025-06-24T21:03:29.409" v="64"/>
      <pc:docMkLst>
        <pc:docMk/>
      </pc:docMkLst>
      <pc:sldChg chg="modSp mod">
        <pc:chgData name="Tim Warner" userId="1d9b2d89684621c1" providerId="LiveId" clId="{DBCC51AC-05C6-4CE3-B0C0-79574934C41D}" dt="2025-06-24T21:02:50.527" v="59" actId="20577"/>
        <pc:sldMkLst>
          <pc:docMk/>
          <pc:sldMk cId="2539485740" sldId="292"/>
        </pc:sldMkLst>
      </pc:sldChg>
      <pc:sldChg chg="modSp mod">
        <pc:chgData name="Tim Warner" userId="1d9b2d89684621c1" providerId="LiveId" clId="{DBCC51AC-05C6-4CE3-B0C0-79574934C41D}" dt="2025-06-24T21:03:00.362" v="61"/>
        <pc:sldMkLst>
          <pc:docMk/>
          <pc:sldMk cId="486668636" sldId="293"/>
        </pc:sldMkLst>
      </pc:sldChg>
      <pc:sldChg chg="modSp mod">
        <pc:chgData name="Tim Warner" userId="1d9b2d89684621c1" providerId="LiveId" clId="{DBCC51AC-05C6-4CE3-B0C0-79574934C41D}" dt="2025-06-24T21:03:12.357" v="62"/>
        <pc:sldMkLst>
          <pc:docMk/>
          <pc:sldMk cId="1829040019" sldId="343"/>
        </pc:sldMkLst>
      </pc:sldChg>
      <pc:sldChg chg="modSp mod">
        <pc:chgData name="Tim Warner" userId="1d9b2d89684621c1" providerId="LiveId" clId="{DBCC51AC-05C6-4CE3-B0C0-79574934C41D}" dt="2025-06-24T21:03:19.782" v="63"/>
        <pc:sldMkLst>
          <pc:docMk/>
          <pc:sldMk cId="947907938" sldId="346"/>
        </pc:sldMkLst>
      </pc:sldChg>
      <pc:sldChg chg="modSp add mod">
        <pc:chgData name="Tim Warner" userId="1d9b2d89684621c1" providerId="LiveId" clId="{DBCC51AC-05C6-4CE3-B0C0-79574934C41D}" dt="2025-06-24T21:03:29.409" v="64"/>
        <pc:sldMkLst>
          <pc:docMk/>
          <pc:sldMk cId="578841353" sldId="347"/>
        </pc:sldMk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Tim Warner" userId="1d9b2d89684621c1" providerId="LiveId" clId="{F24838B7-2C81-4F3F-ADCF-076FA047FD60}"/>
    <pc:docChg chg="addSld delSld modSld">
      <pc:chgData name="Tim Warner" userId="1d9b2d89684621c1" providerId="LiveId" clId="{F24838B7-2C81-4F3F-ADCF-076FA047FD60}" dt="2025-08-24T16:04:46.565" v="54" actId="2696"/>
      <pc:docMkLst>
        <pc:docMk/>
      </pc:docMkLst>
      <pc:sldChg chg="modSp mod">
        <pc:chgData name="Tim Warner" userId="1d9b2d89684621c1" providerId="LiveId" clId="{F24838B7-2C81-4F3F-ADCF-076FA047FD60}" dt="2025-08-21T18:16:47.830" v="1"/>
        <pc:sldMkLst>
          <pc:docMk/>
          <pc:sldMk cId="2539485740" sldId="292"/>
        </pc:sldMkLst>
      </pc:sldChg>
      <pc:sldChg chg="modSp mod">
        <pc:chgData name="Tim Warner" userId="1d9b2d89684621c1" providerId="LiveId" clId="{F24838B7-2C81-4F3F-ADCF-076FA047FD60}" dt="2025-08-21T18:17:18.943" v="6" actId="20577"/>
        <pc:sldMkLst>
          <pc:docMk/>
          <pc:sldMk cId="486668636" sldId="293"/>
        </pc:sldMkLst>
      </pc:sldChg>
      <pc:sldChg chg="del">
        <pc:chgData name="Tim Warner" userId="1d9b2d89684621c1" providerId="LiveId" clId="{F24838B7-2C81-4F3F-ADCF-076FA047FD60}" dt="2025-08-24T16:04:46.565" v="54" actId="2696"/>
        <pc:sldMkLst>
          <pc:docMk/>
          <pc:sldMk cId="4092314469" sldId="331"/>
        </pc:sldMkLst>
      </pc:sldChg>
      <pc:sldChg chg="modSp mod">
        <pc:chgData name="Tim Warner" userId="1d9b2d89684621c1" providerId="LiveId" clId="{F24838B7-2C81-4F3F-ADCF-076FA047FD60}" dt="2025-08-21T18:17:21.734" v="7" actId="20577"/>
        <pc:sldMkLst>
          <pc:docMk/>
          <pc:sldMk cId="1829040019" sldId="343"/>
        </pc:sldMkLst>
      </pc:sldChg>
      <pc:sldChg chg="modSp mod">
        <pc:chgData name="Tim Warner" userId="1d9b2d89684621c1" providerId="LiveId" clId="{F24838B7-2C81-4F3F-ADCF-076FA047FD60}" dt="2025-08-21T18:17:24.687" v="8" actId="20577"/>
        <pc:sldMkLst>
          <pc:docMk/>
          <pc:sldMk cId="947907938" sldId="346"/>
        </pc:sldMkLst>
      </pc:sldChg>
      <pc:sldChg chg="modSp add mod">
        <pc:chgData name="Tim Warner" userId="1d9b2d89684621c1" providerId="LiveId" clId="{F24838B7-2C81-4F3F-ADCF-076FA047FD60}" dt="2025-08-21T18:17:02.021" v="4"/>
        <pc:sldMkLst>
          <pc:docMk/>
          <pc:sldMk cId="3955188307" sldId="347"/>
        </pc:sldMkLst>
      </pc:sldChg>
      <pc:sldChg chg="modSp add mod">
        <pc:chgData name="Tim Warner" userId="1d9b2d89684621c1" providerId="LiveId" clId="{F24838B7-2C81-4F3F-ADCF-076FA047FD60}" dt="2025-08-21T18:17:11.044" v="5"/>
        <pc:sldMkLst>
          <pc:docMk/>
          <pc:sldMk cId="2790420988" sldId="348"/>
        </pc:sldMkLst>
      </pc:sldChg>
      <pc:sldChg chg="modSp add mod modAnim">
        <pc:chgData name="Tim Warner" userId="1d9b2d89684621c1" providerId="LiveId" clId="{F24838B7-2C81-4F3F-ADCF-076FA047FD60}" dt="2025-08-24T16:02:50.308" v="27" actId="20577"/>
        <pc:sldMkLst>
          <pc:docMk/>
          <pc:sldMk cId="814498496" sldId="349"/>
        </pc:sldMkLst>
      </pc:sldChg>
      <pc:sldChg chg="modSp add mod modAnim">
        <pc:chgData name="Tim Warner" userId="1d9b2d89684621c1" providerId="LiveId" clId="{F24838B7-2C81-4F3F-ADCF-076FA047FD60}" dt="2025-08-24T16:02:21.525" v="20" actId="20577"/>
        <pc:sldMkLst>
          <pc:docMk/>
          <pc:sldMk cId="2247389534" sldId="350"/>
        </pc:sldMkLst>
      </pc:sldChg>
      <pc:sldChg chg="modSp add mod modAnim">
        <pc:chgData name="Tim Warner" userId="1d9b2d89684621c1" providerId="LiveId" clId="{F24838B7-2C81-4F3F-ADCF-076FA047FD60}" dt="2025-08-24T16:03:18.436" v="33" actId="20577"/>
        <pc:sldMkLst>
          <pc:docMk/>
          <pc:sldMk cId="1972754395" sldId="351"/>
        </pc:sldMkLst>
      </pc:sldChg>
      <pc:sldChg chg="modSp add mod modAnim">
        <pc:chgData name="Tim Warner" userId="1d9b2d89684621c1" providerId="LiveId" clId="{F24838B7-2C81-4F3F-ADCF-076FA047FD60}" dt="2025-08-24T16:03:44.549" v="39" actId="20577"/>
        <pc:sldMkLst>
          <pc:docMk/>
          <pc:sldMk cId="3858715621" sldId="352"/>
        </pc:sldMkLst>
      </pc:sldChg>
      <pc:sldChg chg="modSp add mod modAnim">
        <pc:chgData name="Tim Warner" userId="1d9b2d89684621c1" providerId="LiveId" clId="{F24838B7-2C81-4F3F-ADCF-076FA047FD60}" dt="2025-08-24T16:04:14.396" v="46" actId="20577"/>
        <pc:sldMkLst>
          <pc:docMk/>
          <pc:sldMk cId="2427661709" sldId="353"/>
        </pc:sldMkLst>
      </pc:sldChg>
      <pc:sldChg chg="modSp add mod modAnim">
        <pc:chgData name="Tim Warner" userId="1d9b2d89684621c1" providerId="LiveId" clId="{F24838B7-2C81-4F3F-ADCF-076FA047FD60}" dt="2025-08-24T16:04:42.763" v="53" actId="20577"/>
        <pc:sldMkLst>
          <pc:docMk/>
          <pc:sldMk cId="691554377" sldId="354"/>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148FD2AE-EE47-47CF-AE06-3F1B073D00F6}"/>
    <pc:docChg chg="modSld">
      <pc:chgData name="Tim Warner" userId="1d9b2d89684621c1" providerId="LiveId" clId="{148FD2AE-EE47-47CF-AE06-3F1B073D00F6}" dt="2025-06-24T21:26:17.327" v="39"/>
      <pc:docMkLst>
        <pc:docMk/>
      </pc:docMkLst>
      <pc:sldChg chg="modSp mod">
        <pc:chgData name="Tim Warner" userId="1d9b2d89684621c1" providerId="LiveId" clId="{148FD2AE-EE47-47CF-AE06-3F1B073D00F6}" dt="2025-06-24T21:25:56.742" v="36" actId="20577"/>
        <pc:sldMkLst>
          <pc:docMk/>
          <pc:sldMk cId="2539485740" sldId="292"/>
        </pc:sldMkLst>
      </pc:sldChg>
      <pc:sldChg chg="modSp mod">
        <pc:chgData name="Tim Warner" userId="1d9b2d89684621c1" providerId="LiveId" clId="{148FD2AE-EE47-47CF-AE06-3F1B073D00F6}" dt="2025-06-24T21:26:05.290" v="37"/>
        <pc:sldMkLst>
          <pc:docMk/>
          <pc:sldMk cId="486668636" sldId="293"/>
        </pc:sldMkLst>
      </pc:sldChg>
      <pc:sldChg chg="modSp mod">
        <pc:chgData name="Tim Warner" userId="1d9b2d89684621c1" providerId="LiveId" clId="{148FD2AE-EE47-47CF-AE06-3F1B073D00F6}" dt="2025-06-24T21:26:11.486" v="38"/>
        <pc:sldMkLst>
          <pc:docMk/>
          <pc:sldMk cId="1829040019" sldId="343"/>
        </pc:sldMkLst>
      </pc:sldChg>
      <pc:sldChg chg="modSp mod">
        <pc:chgData name="Tim Warner" userId="1d9b2d89684621c1" providerId="LiveId" clId="{148FD2AE-EE47-47CF-AE06-3F1B073D00F6}" dt="2025-06-24T21:26:17.327" v="39"/>
        <pc:sldMkLst>
          <pc:docMk/>
          <pc:sldMk cId="947907938" sldId="346"/>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71EB3F92-BC30-4D26-A14E-B13F436E5EA3}"/>
    <pc:docChg chg="addSld modSld">
      <pc:chgData name="Tim Warner" userId="1d9b2d89684621c1" providerId="LiveId" clId="{71EB3F92-BC30-4D26-A14E-B13F436E5EA3}" dt="2025-06-24T21:31:03.610" v="63"/>
      <pc:docMkLst>
        <pc:docMk/>
      </pc:docMkLst>
      <pc:sldChg chg="modSp add mod">
        <pc:chgData name="Tim Warner" userId="1d9b2d89684621c1" providerId="LiveId" clId="{71EB3F92-BC30-4D26-A14E-B13F436E5EA3}" dt="2025-06-24T21:31:03.610" v="63"/>
        <pc:sldMkLst>
          <pc:docMk/>
          <pc:sldMk cId="667037779" sldId="347"/>
        </pc:sldMkLst>
      </pc:sldChg>
      <pc:sldChg chg="modSp add mod">
        <pc:chgData name="Tim Warner" userId="1d9b2d89684621c1" providerId="LiveId" clId="{71EB3F92-BC30-4D26-A14E-B13F436E5EA3}" dt="2025-06-24T21:30:56.425" v="62"/>
        <pc:sldMkLst>
          <pc:docMk/>
          <pc:sldMk cId="591404376" sldId="348"/>
        </pc:sldMkLst>
      </pc:sldChg>
    </pc:docChg>
  </pc:docChgLst>
  <pc:docChgLst>
    <pc:chgData name="Tim Warner" userId="1d9b2d89684621c1" providerId="LiveId" clId="{714D1BBA-1A26-4734-9F47-2E733DD8EF17}"/>
    <pc:docChg chg="modSld">
      <pc:chgData name="Tim Warner" userId="1d9b2d89684621c1" providerId="LiveId" clId="{714D1BBA-1A26-4734-9F47-2E733DD8EF17}" dt="2025-06-24T20:50:19.480" v="62"/>
      <pc:docMkLst>
        <pc:docMk/>
      </pc:docMkLst>
      <pc:sldChg chg="modSp mod">
        <pc:chgData name="Tim Warner" userId="1d9b2d89684621c1" providerId="LiveId" clId="{714D1BBA-1A26-4734-9F47-2E733DD8EF17}" dt="2025-06-24T20:50:12.538" v="61"/>
        <pc:sldMkLst>
          <pc:docMk/>
          <pc:sldMk cId="914007193" sldId="347"/>
        </pc:sldMkLst>
      </pc:sldChg>
      <pc:sldChg chg="modSp mod">
        <pc:chgData name="Tim Warner" userId="1d9b2d89684621c1" providerId="LiveId" clId="{714D1BBA-1A26-4734-9F47-2E733DD8EF17}" dt="2025-06-24T20:50:19.480" v="62"/>
        <pc:sldMkLst>
          <pc:docMk/>
          <pc:sldMk cId="1161106545" sldId="348"/>
        </pc:sldMkLst>
      </pc:sld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E36CA815-55E9-4B35-919A-B712262FF157}"/>
    <pc:docChg chg="modSld">
      <pc:chgData name="Tim Warner" userId="1d9b2d89684621c1" providerId="LiveId" clId="{E36CA815-55E9-4B35-919A-B712262FF157}" dt="2025-06-24T21:35:27.898" v="47"/>
      <pc:docMkLst>
        <pc:docMk/>
      </pc:docMkLst>
      <pc:sldChg chg="modSp mod">
        <pc:chgData name="Tim Warner" userId="1d9b2d89684621c1" providerId="LiveId" clId="{E36CA815-55E9-4B35-919A-B712262FF157}" dt="2025-06-24T21:35:27.898" v="47"/>
        <pc:sldMkLst>
          <pc:docMk/>
          <pc:sldMk cId="667037779" sldId="347"/>
        </pc:sldMkLst>
      </pc:sldChg>
      <pc:sldChg chg="modSp mod">
        <pc:chgData name="Tim Warner" userId="1d9b2d89684621c1" providerId="LiveId" clId="{E36CA815-55E9-4B35-919A-B712262FF157}" dt="2025-06-24T21:35:19.112" v="46"/>
        <pc:sldMkLst>
          <pc:docMk/>
          <pc:sldMk cId="591404376" sldId="348"/>
        </pc:sldMkLst>
      </pc:sldChg>
    </pc:docChg>
  </pc:docChgLst>
  <pc:docChgLst>
    <pc:chgData name="Tim Warner" userId="1d9b2d89684621c1" providerId="LiveId" clId="{30B86B03-DDEF-47F6-B408-86A01F5C0B2F}"/>
    <pc:docChg chg="delSld modSld">
      <pc:chgData name="Tim Warner" userId="1d9b2d89684621c1" providerId="LiveId" clId="{30B86B03-DDEF-47F6-B408-86A01F5C0B2F}" dt="2025-06-24T21:13:19.174" v="49"/>
      <pc:docMkLst>
        <pc:docMk/>
      </pc:docMkLst>
      <pc:sldChg chg="modSp mod">
        <pc:chgData name="Tim Warner" userId="1d9b2d89684621c1" providerId="LiveId" clId="{30B86B03-DDEF-47F6-B408-86A01F5C0B2F}" dt="2025-06-24T21:12:55.895" v="45" actId="403"/>
        <pc:sldMkLst>
          <pc:docMk/>
          <pc:sldMk cId="2539485740" sldId="292"/>
        </pc:sldMkLst>
      </pc:sldChg>
      <pc:sldChg chg="modSp mod">
        <pc:chgData name="Tim Warner" userId="1d9b2d89684621c1" providerId="LiveId" clId="{30B86B03-DDEF-47F6-B408-86A01F5C0B2F}" dt="2025-06-24T21:13:06.138" v="47"/>
        <pc:sldMkLst>
          <pc:docMk/>
          <pc:sldMk cId="486668636" sldId="293"/>
        </pc:sldMkLst>
      </pc:sldChg>
      <pc:sldChg chg="modSp mod">
        <pc:chgData name="Tim Warner" userId="1d9b2d89684621c1" providerId="LiveId" clId="{30B86B03-DDEF-47F6-B408-86A01F5C0B2F}" dt="2025-06-24T21:13:12.815" v="48"/>
        <pc:sldMkLst>
          <pc:docMk/>
          <pc:sldMk cId="1829040019" sldId="343"/>
        </pc:sldMkLst>
      </pc:sldChg>
      <pc:sldChg chg="modSp mod">
        <pc:chgData name="Tim Warner" userId="1d9b2d89684621c1" providerId="LiveId" clId="{30B86B03-DDEF-47F6-B408-86A01F5C0B2F}" dt="2025-06-24T21:13:19.174" v="49"/>
        <pc:sldMkLst>
          <pc:docMk/>
          <pc:sldMk cId="947907938" sldId="346"/>
        </pc:sldMkLst>
      </pc:sldChg>
      <pc:sldChg chg="del">
        <pc:chgData name="Tim Warner" userId="1d9b2d89684621c1" providerId="LiveId" clId="{30B86B03-DDEF-47F6-B408-86A01F5C0B2F}" dt="2025-06-24T21:13:00.168" v="46" actId="2696"/>
        <pc:sldMkLst>
          <pc:docMk/>
          <pc:sldMk cId="578841353" sldId="347"/>
        </pc:sldMkLst>
      </pc:sldChg>
    </pc:docChg>
  </pc:docChgLst>
  <pc:docChgLst>
    <pc:chgData name="Tim Warner" userId="1d9b2d89684621c1" providerId="LiveId" clId="{5607CA2D-28E3-410C-9D7E-4E5693CD5A18}"/>
    <pc:docChg chg="delSld modSld">
      <pc:chgData name="Tim Warner" userId="1d9b2d89684621c1" providerId="LiveId" clId="{5607CA2D-28E3-410C-9D7E-4E5693CD5A18}" dt="2025-06-24T20:57:28.292" v="48"/>
      <pc:docMkLst>
        <pc:docMk/>
      </pc:docMkLst>
      <pc:sldChg chg="modSp mod">
        <pc:chgData name="Tim Warner" userId="1d9b2d89684621c1" providerId="LiveId" clId="{5607CA2D-28E3-410C-9D7E-4E5693CD5A18}" dt="2025-06-24T20:56:46.304" v="42" actId="20577"/>
        <pc:sldMkLst>
          <pc:docMk/>
          <pc:sldMk cId="2539485740" sldId="292"/>
        </pc:sldMkLst>
      </pc:sldChg>
      <pc:sldChg chg="modSp mod">
        <pc:chgData name="Tim Warner" userId="1d9b2d89684621c1" providerId="LiveId" clId="{5607CA2D-28E3-410C-9D7E-4E5693CD5A18}" dt="2025-06-24T20:57:20.908" v="47"/>
        <pc:sldMkLst>
          <pc:docMk/>
          <pc:sldMk cId="914007193" sldId="347"/>
        </pc:sldMkLst>
      </pc:sldChg>
      <pc:sldChg chg="del">
        <pc:chgData name="Tim Warner" userId="1d9b2d89684621c1" providerId="LiveId" clId="{5607CA2D-28E3-410C-9D7E-4E5693CD5A18}" dt="2025-06-24T20:56:53.498" v="43" actId="2696"/>
        <pc:sldMkLst>
          <pc:docMk/>
          <pc:sldMk cId="3950908850" sldId="348"/>
        </pc:sldMkLst>
      </pc:sldChg>
      <pc:sldChg chg="modSp mod">
        <pc:chgData name="Tim Warner" userId="1d9b2d89684621c1" providerId="LiveId" clId="{5607CA2D-28E3-410C-9D7E-4E5693CD5A18}" dt="2025-06-24T20:57:28.292" v="48"/>
        <pc:sldMkLst>
          <pc:docMk/>
          <pc:sldMk cId="1639766347" sldId="349"/>
        </pc:sldMkLst>
      </pc:sld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Tim Warner" userId="1d9b2d89684621c1" providerId="LiveId" clId="{8B1F3DE0-DA8C-4B96-B2EC-FDF38A668E3E}"/>
    <pc:docChg chg="addSld modSld">
      <pc:chgData name="Tim Warner" userId="1d9b2d89684621c1" providerId="LiveId" clId="{8B1F3DE0-DA8C-4B96-B2EC-FDF38A668E3E}" dt="2025-06-24T21:14:45.366" v="33" actId="403"/>
      <pc:docMkLst>
        <pc:docMk/>
      </pc:docMkLst>
      <pc:sldChg chg="modSp add mod">
        <pc:chgData name="Tim Warner" userId="1d9b2d89684621c1" providerId="LiveId" clId="{8B1F3DE0-DA8C-4B96-B2EC-FDF38A668E3E}" dt="2025-06-24T21:14:37.143" v="32"/>
        <pc:sldMkLst>
          <pc:docMk/>
          <pc:sldMk cId="1645881445" sldId="347"/>
        </pc:sldMkLst>
      </pc:sldChg>
    </pc:docChg>
  </pc:docChgLst>
  <pc:docChgLst>
    <pc:chgData name="Tim Warner" userId="1d9b2d89684621c1" providerId="LiveId" clId="{4E6B5FD3-CB80-4C25-ADA7-8D9979C03CD2}"/>
    <pc:docChg chg="addSld modSld">
      <pc:chgData name="Tim Warner" userId="1d9b2d89684621c1" providerId="LiveId" clId="{4E6B5FD3-CB80-4C25-ADA7-8D9979C03CD2}" dt="2025-06-24T21:10:14.100" v="47"/>
      <pc:docMkLst>
        <pc:docMk/>
      </pc:docMkLst>
      <pc:sldChg chg="modSp mod">
        <pc:chgData name="Tim Warner" userId="1d9b2d89684621c1" providerId="LiveId" clId="{4E6B5FD3-CB80-4C25-ADA7-8D9979C03CD2}" dt="2025-06-24T21:09:29.399" v="39" actId="404"/>
        <pc:sldMkLst>
          <pc:docMk/>
          <pc:sldMk cId="2539485740" sldId="292"/>
        </pc:sldMkLst>
      </pc:sldChg>
      <pc:sldChg chg="modSp mod">
        <pc:chgData name="Tim Warner" userId="1d9b2d89684621c1" providerId="LiveId" clId="{4E6B5FD3-CB80-4C25-ADA7-8D9979C03CD2}" dt="2025-06-24T21:09:40.346" v="42"/>
        <pc:sldMkLst>
          <pc:docMk/>
          <pc:sldMk cId="486668636" sldId="293"/>
        </pc:sldMkLst>
      </pc:sldChg>
      <pc:sldChg chg="modSp mod">
        <pc:chgData name="Tim Warner" userId="1d9b2d89684621c1" providerId="LiveId" clId="{4E6B5FD3-CB80-4C25-ADA7-8D9979C03CD2}" dt="2025-06-24T21:09:47.228" v="43"/>
        <pc:sldMkLst>
          <pc:docMk/>
          <pc:sldMk cId="1829040019" sldId="343"/>
        </pc:sldMkLst>
      </pc:sldChg>
      <pc:sldChg chg="modSp mod">
        <pc:chgData name="Tim Warner" userId="1d9b2d89684621c1" providerId="LiveId" clId="{4E6B5FD3-CB80-4C25-ADA7-8D9979C03CD2}" dt="2025-06-24T21:09:53.355" v="44"/>
        <pc:sldMkLst>
          <pc:docMk/>
          <pc:sldMk cId="947907938" sldId="346"/>
        </pc:sldMkLst>
      </pc:sldChg>
      <pc:sldChg chg="modSp mod">
        <pc:chgData name="Tim Warner" userId="1d9b2d89684621c1" providerId="LiveId" clId="{4E6B5FD3-CB80-4C25-ADA7-8D9979C03CD2}" dt="2025-06-24T21:09:59.769" v="45"/>
        <pc:sldMkLst>
          <pc:docMk/>
          <pc:sldMk cId="578841353" sldId="347"/>
        </pc:sldMkLst>
      </pc:sldChg>
      <pc:sldChg chg="modSp add mod">
        <pc:chgData name="Tim Warner" userId="1d9b2d89684621c1" providerId="LiveId" clId="{4E6B5FD3-CB80-4C25-ADA7-8D9979C03CD2}" dt="2025-06-24T21:10:07.272" v="46"/>
        <pc:sldMkLst>
          <pc:docMk/>
          <pc:sldMk cId="2481810106" sldId="348"/>
        </pc:sldMkLst>
      </pc:sldChg>
      <pc:sldChg chg="modSp add mod">
        <pc:chgData name="Tim Warner" userId="1d9b2d89684621c1" providerId="LiveId" clId="{4E6B5FD3-CB80-4C25-ADA7-8D9979C03CD2}" dt="2025-06-24T21:10:14.100" v="47"/>
        <pc:sldMkLst>
          <pc:docMk/>
          <pc:sldMk cId="2982385580" sldId="349"/>
        </pc:sldMkLst>
      </pc:sldChg>
    </pc:docChg>
  </pc:docChgLst>
  <pc:docChgLst>
    <pc:chgData name="Tim Warner" userId="1d9b2d89684621c1" providerId="LiveId" clId="{F70FC672-E669-40ED-876E-721E7E559E1C}"/>
    <pc:docChg chg="delSld modSld">
      <pc:chgData name="Tim Warner" userId="1d9b2d89684621c1" providerId="LiveId" clId="{F70FC672-E669-40ED-876E-721E7E559E1C}" dt="2025-06-24T20:52:01.720" v="51"/>
      <pc:docMkLst>
        <pc:docMk/>
      </pc:docMkLst>
      <pc:sldChg chg="modSp mod">
        <pc:chgData name="Tim Warner" userId="1d9b2d89684621c1" providerId="LiveId" clId="{F70FC672-E669-40ED-876E-721E7E559E1C}" dt="2025-06-24T20:52:01.720" v="51"/>
        <pc:sldMkLst>
          <pc:docMk/>
          <pc:sldMk cId="914007193" sldId="347"/>
        </pc:sldMkLst>
      </pc:sldChg>
      <pc:sldChg chg="del">
        <pc:chgData name="Tim Warner" userId="1d9b2d89684621c1" providerId="LiveId" clId="{F70FC672-E669-40ED-876E-721E7E559E1C}" dt="2025-06-24T20:51:33.607" v="47" actId="2696"/>
        <pc:sldMkLst>
          <pc:docMk/>
          <pc:sldMk cId="1161106545" sldId="348"/>
        </pc:sldMkLst>
      </pc:sldChg>
    </pc:docChg>
  </pc:docChgLst>
  <pc:docChgLst>
    <pc:chgData name="Tim Warner" userId="1d9b2d89684621c1" providerId="LiveId" clId="{BDA05E2F-6045-4D52-AEB6-CD90430EF884}"/>
    <pc:docChg chg="delSld modSld">
      <pc:chgData name="Tim Warner" userId="1d9b2d89684621c1" providerId="LiveId" clId="{BDA05E2F-6045-4D52-AEB6-CD90430EF884}" dt="2025-06-24T21:23:24.761" v="42"/>
      <pc:docMkLst>
        <pc:docMk/>
      </pc:docMkLst>
      <pc:sldChg chg="del">
        <pc:chgData name="Tim Warner" userId="1d9b2d89684621c1" providerId="LiveId" clId="{BDA05E2F-6045-4D52-AEB6-CD90430EF884}" dt="2025-06-24T21:23:05.003" v="39" actId="2696"/>
        <pc:sldMkLst>
          <pc:docMk/>
          <pc:sldMk cId="1645881445" sldId="347"/>
        </pc:sldMkLst>
      </pc:sldChg>
    </pc:docChg>
  </pc:docChgLst>
  <pc:docChgLst>
    <pc:chgData name="Tim Warner" userId="1d9b2d89684621c1" providerId="LiveId" clId="{7B0F5AF6-250C-4369-82D1-D7941885BC7D}"/>
    <pc:docChg chg="delSld modSld">
      <pc:chgData name="Tim Warner" userId="1d9b2d89684621c1" providerId="LiveId" clId="{7B0F5AF6-250C-4369-82D1-D7941885BC7D}" dt="2025-06-24T21:07:27.097" v="40"/>
      <pc:docMkLst>
        <pc:docMk/>
      </pc:docMkLst>
      <pc:sldChg chg="modSp mod">
        <pc:chgData name="Tim Warner" userId="1d9b2d89684621c1" providerId="LiveId" clId="{7B0F5AF6-250C-4369-82D1-D7941885BC7D}" dt="2025-06-24T21:07:27.097" v="40"/>
        <pc:sldMkLst>
          <pc:docMk/>
          <pc:sldMk cId="578841353" sldId="347"/>
        </pc:sldMkLst>
      </pc:sldChg>
      <pc:sldChg chg="del">
        <pc:chgData name="Tim Warner" userId="1d9b2d89684621c1" providerId="LiveId" clId="{7B0F5AF6-250C-4369-82D1-D7941885BC7D}" dt="2025-06-24T21:07:00.240" v="36" actId="2696"/>
        <pc:sldMkLst>
          <pc:docMk/>
          <pc:sldMk cId="3347137768" sldId="348"/>
        </pc:sldMkLst>
      </pc:sldChg>
    </pc:docChg>
  </pc:docChgLst>
  <pc:docChgLst>
    <pc:chgData name="Tim Warner" userId="1d9b2d89684621c1" providerId="LiveId" clId="{30AA01FF-FB21-41D6-980B-78D2390319E9}"/>
    <pc:docChg chg="addSld modSld">
      <pc:chgData name="Tim Warner" userId="1d9b2d89684621c1" providerId="LiveId" clId="{30AA01FF-FB21-41D6-980B-78D2390319E9}" dt="2025-06-24T20:55:39.664" v="48"/>
      <pc:docMkLst>
        <pc:docMk/>
      </pc:docMkLst>
      <pc:sldChg chg="modSp mod">
        <pc:chgData name="Tim Warner" userId="1d9b2d89684621c1" providerId="LiveId" clId="{30AA01FF-FB21-41D6-980B-78D2390319E9}" dt="2025-06-24T20:55:18.694" v="46"/>
        <pc:sldMkLst>
          <pc:docMk/>
          <pc:sldMk cId="914007193" sldId="347"/>
        </pc:sldMkLst>
      </pc:sldChg>
      <pc:sldChg chg="modSp add mod">
        <pc:chgData name="Tim Warner" userId="1d9b2d89684621c1" providerId="LiveId" clId="{30AA01FF-FB21-41D6-980B-78D2390319E9}" dt="2025-06-24T20:55:39.664" v="48"/>
        <pc:sldMkLst>
          <pc:docMk/>
          <pc:sldMk cId="3950908850" sldId="348"/>
        </pc:sldMkLst>
      </pc:sldChg>
      <pc:sldChg chg="modSp add mod">
        <pc:chgData name="Tim Warner" userId="1d9b2d89684621c1" providerId="LiveId" clId="{30AA01FF-FB21-41D6-980B-78D2390319E9}" dt="2025-06-24T20:55:30.160" v="47"/>
        <pc:sldMkLst>
          <pc:docMk/>
          <pc:sldMk cId="1639766347" sldId="349"/>
        </pc:sldMkLst>
      </pc:sldChg>
    </pc:docChg>
  </pc:docChgLst>
  <pc:docChgLst>
    <pc:chgData name="Tim Warner" userId="1d9b2d89684621c1" providerId="LiveId" clId="{FA1F7F18-94F2-4EC1-968C-E8340A6E2430}"/>
    <pc:docChg chg="undo custSel addSld delSld modSld">
      <pc:chgData name="Tim Warner" userId="1d9b2d89684621c1" providerId="LiveId" clId="{FA1F7F18-94F2-4EC1-968C-E8340A6E2430}" dt="2025-06-24T21:00:16.739" v="49" actId="403"/>
      <pc:docMkLst>
        <pc:docMk/>
      </pc:docMkLst>
      <pc:sldChg chg="modSp mod">
        <pc:chgData name="Tim Warner" userId="1d9b2d89684621c1" providerId="LiveId" clId="{FA1F7F18-94F2-4EC1-968C-E8340A6E2430}" dt="2025-06-24T20:59:45.532" v="45"/>
        <pc:sldMkLst>
          <pc:docMk/>
          <pc:sldMk cId="914007193" sldId="347"/>
        </pc:sldMkLst>
      </pc:sldChg>
      <pc:sldChg chg="modSp mod">
        <pc:chgData name="Tim Warner" userId="1d9b2d89684621c1" providerId="LiveId" clId="{FA1F7F18-94F2-4EC1-968C-E8340A6E2430}" dt="2025-06-24T20:59:52.578" v="46"/>
        <pc:sldMkLst>
          <pc:docMk/>
          <pc:sldMk cId="1639766347" sldId="349"/>
        </pc:sldMkLst>
      </pc:sldChg>
      <pc:sldChg chg="modSp add mod">
        <pc:chgData name="Tim Warner" userId="1d9b2d89684621c1" providerId="LiveId" clId="{FA1F7F18-94F2-4EC1-968C-E8340A6E2430}" dt="2025-06-24T21:00:06.308" v="48"/>
        <pc:sldMkLst>
          <pc:docMk/>
          <pc:sldMk cId="871822834" sldId="350"/>
        </pc:sldMkLst>
      </pc:sldChg>
      <pc:sldChg chg="add del">
        <pc:chgData name="Tim Warner" userId="1d9b2d89684621c1" providerId="LiveId" clId="{FA1F7F18-94F2-4EC1-968C-E8340A6E2430}" dt="2025-06-24T20:58:54.427" v="40"/>
        <pc:sldMkLst>
          <pc:docMk/>
          <pc:sldMk cId="2342006186" sldId="3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Wed, 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modern data center spans multiple environments, and Microsoft provides the tools to monitor it all from a single pane of glass.</a:t>
            </a:r>
          </a:p>
          <a:p>
            <a:endParaRPr lang="en-US" b="1" dirty="0"/>
          </a:p>
          <a:p>
            <a:r>
              <a:rPr lang="en-US" b="1" dirty="0"/>
              <a:t>Azure services provide cloud-scale monitoring and automation:</a:t>
            </a:r>
            <a:r>
              <a:rPr lang="en-US" dirty="0"/>
              <a:t> Azure Monitor, VM Insights, Arc, and Update Manager form an integrated platform that works whether your servers live in Azure, on-premises, or across AWS and Google Cloud.</a:t>
            </a:r>
          </a:p>
          <a:p>
            <a:endParaRPr lang="en-US" b="1" dirty="0"/>
          </a:p>
          <a:p>
            <a:r>
              <a:rPr lang="en-US" b="1" dirty="0"/>
              <a:t>Azure Monitor centralizes logs, metrics, and alerts:</a:t>
            </a:r>
            <a:r>
              <a:rPr lang="en-US" dirty="0"/>
              <a:t> Think of Azure Monitor as your unified telemetry hub—performance counters, event logs, application traces, and custom metrics all flow into Log Analytics workspaces where you can query and visualize them with Kusto Query Language or KQL.</a:t>
            </a:r>
          </a:p>
          <a:p>
            <a:endParaRPr lang="en-US" b="1" dirty="0"/>
          </a:p>
          <a:p>
            <a:r>
              <a:rPr lang="en-US" b="1" dirty="0"/>
              <a:t>VM Insights delivers deep performance telemetry:</a:t>
            </a:r>
            <a:r>
              <a:rPr lang="en-US" dirty="0"/>
              <a:t> This is Azure Monitor on steroids specifically for virtual machines—you get granular CPU, memory, disk, and network metrics plus process-level visibility and dependency maps that show network connections between your application tiers.</a:t>
            </a:r>
          </a:p>
          <a:p>
            <a:endParaRPr lang="en-US" b="1" dirty="0"/>
          </a:p>
          <a:p>
            <a:r>
              <a:rPr lang="en-US" b="1" dirty="0"/>
              <a:t>Azure Arc extends Azure management to on-premises servers:</a:t>
            </a:r>
            <a:r>
              <a:rPr lang="en-US" dirty="0"/>
              <a:t> Arc isn't just monitoring—it's the enabling technology that makes your physical servers and VMs in other clouds appear as native Azure resources, complete with extensions, policies, and role-based access control.</a:t>
            </a:r>
          </a:p>
          <a:p>
            <a:endParaRPr lang="en-US" b="1" dirty="0"/>
          </a:p>
          <a:p>
            <a:r>
              <a:rPr lang="en-US" b="1" dirty="0"/>
              <a:t>Contoso uses Azure services to unify hybrid monitoring:</a:t>
            </a:r>
            <a:r>
              <a:rPr lang="en-US" dirty="0"/>
              <a:t> Our fictional enterprise example monitors 500 Azure VMs and 800 on-premises servers through a single Log Analytics workspace, applying the same alert rules and dashboards regardless of where the metal actually lives.</a:t>
            </a:r>
          </a:p>
          <a:p>
            <a:endParaRPr lang="en-US" b="1" dirty="0"/>
          </a:p>
          <a:p>
            <a:r>
              <a:rPr lang="en-US" b="1" dirty="0"/>
              <a:t>AZ-801 EXAM TIP:</a:t>
            </a:r>
            <a:r>
              <a:rPr lang="en-US" dirty="0"/>
              <a:t> Microsoft expects you to articulate the value proposition of Azure Arc—it's not a replacement for traditional monitoring tools but rather an Azure control plane extension. Know that Arc-enabled servers support Azure Policy guest configuration, Microsoft Defender for Cloud, and Update Manager without requiring a VPN or ExpressRoute connection because the agent makes outbound HTTPS connections only.</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3132756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rules represent a fundamental shift in how we configure Azure monitoring—they're declarative infrastructure-as-code resources instead of imperative agent configurations.</a:t>
            </a:r>
          </a:p>
          <a:p>
            <a:endParaRPr lang="en-US" b="1" dirty="0"/>
          </a:p>
          <a:p>
            <a:r>
              <a:rPr lang="en-US" b="1" dirty="0"/>
              <a:t>DCRs define which logs and metrics to collect:</a:t>
            </a:r>
            <a:r>
              <a:rPr lang="en-US" dirty="0"/>
              <a:t> Each DCR specifies data sources like performance counters, Windows Event Logs, or syslog entries, with complete control over sampling intervals and exactly which counters or log levels you want.</a:t>
            </a:r>
          </a:p>
          <a:p>
            <a:endParaRPr lang="en-US" b="1" dirty="0"/>
          </a:p>
          <a:p>
            <a:r>
              <a:rPr lang="en-US" b="1" dirty="0"/>
              <a:t>Supports Windows Server, Linux, and Azure VMs:</a:t>
            </a:r>
            <a:r>
              <a:rPr lang="en-US" dirty="0"/>
              <a:t> The beauty of DCRs is they're platform-agnostic—the same DCR structure works for Windows Server 2012 R2 through Server 2025, modern Linux distributions, and Azure Stack HCI nodes.</a:t>
            </a:r>
          </a:p>
          <a:p>
            <a:endParaRPr lang="en-US" b="1" dirty="0"/>
          </a:p>
          <a:p>
            <a:r>
              <a:rPr lang="en-US" b="1" dirty="0"/>
              <a:t>Multiple destinations: Log Analytics, Azure Storage, Event Hub:</a:t>
            </a:r>
            <a:r>
              <a:rPr lang="en-US" dirty="0"/>
              <a:t> Unlike legacy configurations that locked you into a single destination, DCRs support multiple data flows—send performance metrics to Log Analytics for alerting while simultaneously archiving to cold storage, or stream security events to Event Hub for real-time SIEM integration.</a:t>
            </a:r>
          </a:p>
          <a:p>
            <a:endParaRPr lang="en-US" b="1" dirty="0"/>
          </a:p>
          <a:p>
            <a:r>
              <a:rPr lang="en-US" b="1" dirty="0"/>
              <a:t>Granular filters reduce unnecessary data ingestion:</a:t>
            </a:r>
            <a:r>
              <a:rPr lang="en-US" dirty="0"/>
              <a:t> This is where you save money—DCRs let you filter at the agent level using XPath queries for Windows events or specific performance counter thresholds, so you only pay to ingest what you actually need.</a:t>
            </a:r>
          </a:p>
          <a:p>
            <a:endParaRPr lang="en-US" b="1" dirty="0"/>
          </a:p>
          <a:p>
            <a:r>
              <a:rPr lang="en-US" b="1" dirty="0" err="1"/>
              <a:t>Fabrikam</a:t>
            </a:r>
            <a:r>
              <a:rPr lang="en-US" b="1" dirty="0"/>
              <a:t> applies DCRs to domain controllers for security auditing:</a:t>
            </a:r>
            <a:r>
              <a:rPr lang="en-US" dirty="0"/>
              <a:t> Our example scenario shows a common pattern—create a DCR that collects Security event log entries for audit failures, successful privilege use, and directory service changes, then associate that DCR with all domain controller VMs through Azure Policy.</a:t>
            </a:r>
          </a:p>
          <a:p>
            <a:endParaRPr lang="en-US" b="1" dirty="0"/>
          </a:p>
          <a:p>
            <a:r>
              <a:rPr lang="en-US" b="1" dirty="0"/>
              <a:t>AZ-801 EXAM TIP:</a:t>
            </a:r>
            <a:r>
              <a:rPr lang="en-US" dirty="0"/>
              <a:t> Know the DCR workflow for the exam—create the DCR as an ARM resource, then create a data collection rule association that binds the DCR to target resources using their resource IDs. Understand that DCRs require Azure Monitor Agent or AMA, not the deprecated Microsoft Monitoring Agent or MMA. Be ready for scenario questions about choosing the right data source type—performance counters for metrics, Windows Event Logs for security events, Syslog for Linux.</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2871139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6</a:t>
            </a:fld>
            <a:endParaRPr lang="en-US"/>
          </a:p>
        </p:txBody>
      </p:sp>
    </p:spTree>
    <p:extLst>
      <p:ext uri="{BB962C8B-B14F-4D97-AF65-F5344CB8AC3E}">
        <p14:creationId xmlns:p14="http://schemas.microsoft.com/office/powerpoint/2010/main" val="73846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transform passive monitoring into active operations—instead of discovering problems when users complain, you detect and respond to issues before they impact the business.</a:t>
            </a:r>
          </a:p>
          <a:p>
            <a:endParaRPr lang="en-US" b="1" dirty="0"/>
          </a:p>
          <a:p>
            <a:r>
              <a:rPr lang="en-US" b="1" dirty="0"/>
              <a:t>Alerts trigger when thresholds or queries are met:</a:t>
            </a:r>
            <a:r>
              <a:rPr lang="en-US" dirty="0"/>
              <a:t> Azure Monitor evaluates your alert rules on a schedule—metric alerts check conditions every one to five minutes, while log query alerts can run as frequently as every minute against your Log Analytics data.</a:t>
            </a:r>
          </a:p>
          <a:p>
            <a:endParaRPr lang="en-US" b="1" dirty="0"/>
          </a:p>
          <a:p>
            <a:r>
              <a:rPr lang="en-US" b="1" dirty="0"/>
              <a:t>Actions can notify via email, Teams, or ITSM systems:</a:t>
            </a:r>
            <a:r>
              <a:rPr lang="en-US" dirty="0"/>
              <a:t> Action groups are the notification and automation engine—configure email, SMS, push notifications to the Azure mobile app, webhooks to trigger Azure Functions or Logic Apps, or direct integration with ServiceNow and other ITSM platforms.</a:t>
            </a:r>
          </a:p>
          <a:p>
            <a:endParaRPr lang="en-US" b="1" dirty="0"/>
          </a:p>
          <a:p>
            <a:r>
              <a:rPr lang="en-US" b="1" dirty="0"/>
              <a:t>Dynamic thresholds adjust based on baselines:</a:t>
            </a:r>
            <a:r>
              <a:rPr lang="en-US" dirty="0"/>
              <a:t> This is machine learning applied to alerting—instead of guessing whether 80% CPU is normal for a given workload, dynamic thresholds analyze historical patterns and alert when current behavior deviates significantly from learned baselines.</a:t>
            </a:r>
          </a:p>
          <a:p>
            <a:endParaRPr lang="en-US" b="1" dirty="0"/>
          </a:p>
          <a:p>
            <a:r>
              <a:rPr lang="en-US" b="1" dirty="0"/>
              <a:t>Action groups standardize responses across workloads:</a:t>
            </a:r>
            <a:r>
              <a:rPr lang="en-US" dirty="0"/>
              <a:t> Create an action group once, then reuse it across hundreds of alert rules—this is how enterprises maintain consistent notification and remediation patterns without duplicating configuration.</a:t>
            </a:r>
          </a:p>
          <a:p>
            <a:endParaRPr lang="en-US" b="1" dirty="0"/>
          </a:p>
          <a:p>
            <a:r>
              <a:rPr lang="en-US" b="1" dirty="0"/>
              <a:t>Tailwind Traders creates alerts for CPU spikes on hybrid SQL server:</a:t>
            </a:r>
            <a:r>
              <a:rPr lang="en-US" dirty="0"/>
              <a:t> Our scenario demonstrates a practical pattern—a metric alert on an Arc-enabled SQL Server that triggers when CPU exceeds 90% for 10 consecutive minutes, firing an action group that pages the DBA team and simultaneously runs a diagnostic collection script.</a:t>
            </a:r>
          </a:p>
          <a:p>
            <a:endParaRPr lang="en-US" b="1" dirty="0"/>
          </a:p>
          <a:p>
            <a:r>
              <a:rPr lang="en-US" b="1" dirty="0"/>
              <a:t>AZ-801 EXAM TIP:</a:t>
            </a:r>
            <a:r>
              <a:rPr lang="en-US" dirty="0"/>
              <a:t> Microsoft tests your knowledge of alert rule types—metric alerts evaluate numeric values from Azure Monitor Metrics, log query alerts evaluate KQL queries against Log Analytics, and activity log alerts trigger on Azure control plane events like VM deletion or NSG changes. Know the severity levels zero through four where zero is critical and four is informational, and understand that alert processing rules let you suppress or modify notifications during maintenance windows without disabling the underlying alert rules.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8</a:t>
            </a:fld>
            <a:endParaRPr lang="en-US"/>
          </a:p>
        </p:txBody>
      </p:sp>
    </p:spTree>
    <p:extLst>
      <p:ext uri="{BB962C8B-B14F-4D97-AF65-F5344CB8AC3E}">
        <p14:creationId xmlns:p14="http://schemas.microsoft.com/office/powerpoint/2010/main" val="727210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 Insights is your performance analysis powerhouse—it goes far beyond basic metrics to give you the data you need for capacity planning, troubleshooting, and optimization.</a:t>
            </a:r>
          </a:p>
          <a:p>
            <a:endParaRPr lang="en-US" b="1" dirty="0"/>
          </a:p>
          <a:p>
            <a:r>
              <a:rPr lang="en-US" b="1" dirty="0"/>
              <a:t>Collects detailed CPU, memory, disk, and network metrics:</a:t>
            </a:r>
            <a:r>
              <a:rPr lang="en-US" dirty="0"/>
              <a:t> We're talking about granular data here—not just overall CPU percentage but per-core utilization, not just memory total but available bytes and page faults per second, disk latency by volume, and network throughput by adapter.</a:t>
            </a:r>
          </a:p>
          <a:p>
            <a:endParaRPr lang="en-US" b="1" dirty="0"/>
          </a:p>
          <a:p>
            <a:r>
              <a:rPr lang="en-US" b="1" dirty="0"/>
              <a:t>Dependency map visualizes app-to-app and service relationships:</a:t>
            </a:r>
            <a:r>
              <a:rPr lang="en-US" dirty="0"/>
              <a:t> The dependency agent running on your VMs discovers all TCP connections, showing you which servers talk to your domain controllers, which web servers connect to which database servers, and what external services your applications depend on—this is invaluable during migration planning and outage troubleshooting.</a:t>
            </a:r>
          </a:p>
          <a:p>
            <a:endParaRPr lang="en-US" b="1" dirty="0"/>
          </a:p>
          <a:p>
            <a:r>
              <a:rPr lang="en-US" b="1" dirty="0"/>
              <a:t>Uses Azure Monitor Agent for data collection:</a:t>
            </a:r>
            <a:r>
              <a:rPr lang="en-US" dirty="0"/>
              <a:t> VM Insights has migrated to the modern AMA architecture, which means it leverages data collection rules and supports both Azure VMs and Arc-enabled servers with the same agent stack.</a:t>
            </a:r>
          </a:p>
          <a:p>
            <a:endParaRPr lang="en-US" b="1" dirty="0"/>
          </a:p>
          <a:p>
            <a:r>
              <a:rPr lang="en-US" b="1" dirty="0"/>
              <a:t>Supports interactive performance charts and queries:</a:t>
            </a:r>
            <a:r>
              <a:rPr lang="en-US" dirty="0"/>
              <a:t> The VM Insights portal experience provides pre-built performance views with time range selection and filtering, but you can also drop into KQL queries against the </a:t>
            </a:r>
            <a:r>
              <a:rPr lang="en-US" dirty="0" err="1"/>
              <a:t>InsightsMetrics</a:t>
            </a:r>
            <a:r>
              <a:rPr lang="en-US" dirty="0"/>
              <a:t> table when you need custom analysis.</a:t>
            </a:r>
          </a:p>
          <a:p>
            <a:endParaRPr lang="en-US" b="1" dirty="0"/>
          </a:p>
          <a:p>
            <a:r>
              <a:rPr lang="en-US" b="1" dirty="0"/>
              <a:t>Adventure Works leverages VM Insights to troubleshoot app latency:</a:t>
            </a:r>
            <a:r>
              <a:rPr lang="en-US" dirty="0"/>
              <a:t> Picture this scenario—users report slow application response times, the infrastructure team enables VM Insights across the app tier, and the dependency map immediately reveals that the web servers are making excessive connections to a single database replica that's saturated, leading to a load balancing configuration fix.</a:t>
            </a:r>
          </a:p>
          <a:p>
            <a:endParaRPr lang="en-US" b="1" dirty="0"/>
          </a:p>
          <a:p>
            <a:r>
              <a:rPr lang="en-US" b="1" dirty="0"/>
              <a:t>AZ-801 EXAM TIP:</a:t>
            </a:r>
            <a:r>
              <a:rPr lang="en-US" dirty="0"/>
              <a:t> For the exam, know that VM Insights stores data in three specific Log Analytics tables—</a:t>
            </a:r>
            <a:r>
              <a:rPr lang="en-US" dirty="0" err="1"/>
              <a:t>InsightsMetrics</a:t>
            </a:r>
            <a:r>
              <a:rPr lang="en-US" dirty="0"/>
              <a:t> for performance data, </a:t>
            </a:r>
            <a:r>
              <a:rPr lang="en-US" dirty="0" err="1"/>
              <a:t>VMProcess</a:t>
            </a:r>
            <a:r>
              <a:rPr lang="en-US" dirty="0"/>
              <a:t> for running processes, and </a:t>
            </a:r>
            <a:r>
              <a:rPr lang="en-US" dirty="0" err="1"/>
              <a:t>VMConnection</a:t>
            </a:r>
            <a:r>
              <a:rPr lang="en-US" dirty="0"/>
              <a:t> for network connections. Understand that enabling VM Insights requires associating a VM with a specific DCR that Microsoft creates automatically when you enable through the portal. Be ready for questions about the dependency agent, which is optional but required for the dependency map feature, and know that it can take 10 to 15 minutes after enabling before you see data appear in the portal.</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10</a:t>
            </a:fld>
            <a:endParaRPr lang="en-US"/>
          </a:p>
        </p:txBody>
      </p:sp>
    </p:spTree>
    <p:extLst>
      <p:ext uri="{BB962C8B-B14F-4D97-AF65-F5344CB8AC3E}">
        <p14:creationId xmlns:p14="http://schemas.microsoft.com/office/powerpoint/2010/main" val="3216848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Arc represents Microsoft's vision for hybrid and multi-cloud management—it brings the Azure control plane to infrastructure running anywhere.</a:t>
            </a:r>
          </a:p>
          <a:p>
            <a:endParaRPr lang="en-US" b="1" dirty="0"/>
          </a:p>
          <a:p>
            <a:r>
              <a:rPr lang="en-US" b="1" dirty="0"/>
              <a:t>Azure Arc projects on-premises servers into Azure for management:</a:t>
            </a:r>
            <a:r>
              <a:rPr lang="en-US" dirty="0"/>
              <a:t> When you onboard a server to Arc, it becomes a first-class Azure resource with its own resource ID, visible in the Azure portal, </a:t>
            </a:r>
            <a:r>
              <a:rPr lang="en-US" dirty="0" err="1"/>
              <a:t>queryable</a:t>
            </a:r>
            <a:r>
              <a:rPr lang="en-US" dirty="0"/>
              <a:t> through Resource Graph, and manageable through ARM templates and Bicep.</a:t>
            </a:r>
          </a:p>
          <a:p>
            <a:endParaRPr lang="en-US" b="1" dirty="0"/>
          </a:p>
          <a:p>
            <a:r>
              <a:rPr lang="en-US" b="1" dirty="0"/>
              <a:t>Extensions deploy monitoring, security, and configuration tools:</a:t>
            </a:r>
            <a:r>
              <a:rPr lang="en-US" dirty="0"/>
              <a:t> Arc-enabled servers support VM extensions just like native Azure VMs—install Azure Monitor Agent, Microsoft Defender for Endpoint, custom script extensions, and Log Analytics without building complex deployment pipelines or managing agent packages.</a:t>
            </a:r>
          </a:p>
          <a:p>
            <a:endParaRPr lang="en-US" b="1" dirty="0"/>
          </a:p>
          <a:p>
            <a:r>
              <a:rPr lang="en-US" b="1" dirty="0"/>
              <a:t>Azure Policy enforces compliance across hybrid infrastructure:</a:t>
            </a:r>
            <a:r>
              <a:rPr lang="en-US" dirty="0"/>
              <a:t> This is governance at scale—assign Azure Policy definitions that check for and remediate configuration drift, enforce tagging standards, ensure security agents are installed, and audit compliance across thousands of servers regardless of where they physically run.</a:t>
            </a:r>
          </a:p>
          <a:p>
            <a:endParaRPr lang="en-US" b="1" dirty="0"/>
          </a:p>
          <a:p>
            <a:r>
              <a:rPr lang="en-US" b="1" dirty="0"/>
              <a:t>Role-based access controls secure delegated management:</a:t>
            </a:r>
            <a:r>
              <a:rPr lang="en-US" dirty="0"/>
              <a:t> Arc resources respect Azure RBAC, so you can grant the networking team contributor rights to Arc servers in the network resource group while giving the database team only read access, all managed through Azure Active Directory now called Microsoft Entra ID.</a:t>
            </a:r>
          </a:p>
          <a:p>
            <a:endParaRPr lang="en-US" b="1" dirty="0"/>
          </a:p>
          <a:p>
            <a:r>
              <a:rPr lang="en-US" b="1" dirty="0" err="1"/>
              <a:t>Fabrikam</a:t>
            </a:r>
            <a:r>
              <a:rPr lang="en-US" b="1" dirty="0"/>
              <a:t> manages 300 on-prem servers consistently with Arc policies:</a:t>
            </a:r>
            <a:r>
              <a:rPr lang="en-US" dirty="0"/>
              <a:t> Our example enterprise assigns a policy initiative that requires all Arc servers to have Azure Monitor Agent installed, security logs flowing to their SIEM, and Microsoft Defender for Servers enabled, with automatic remediation tasks that deploy missing components.</a:t>
            </a:r>
          </a:p>
          <a:p>
            <a:endParaRPr lang="en-US" b="1" dirty="0"/>
          </a:p>
          <a:p>
            <a:r>
              <a:rPr lang="en-US" b="1" dirty="0"/>
              <a:t>AZ-801 EXAM TIP:</a:t>
            </a:r>
            <a:r>
              <a:rPr lang="en-US" dirty="0"/>
              <a:t> Know the Arc onboarding process for the exam—download the Connected Machine agent installer, run </a:t>
            </a:r>
            <a:r>
              <a:rPr lang="en-US" dirty="0" err="1"/>
              <a:t>azcmagent</a:t>
            </a:r>
            <a:r>
              <a:rPr lang="en-US" dirty="0"/>
              <a:t> connect with appropriate parameters including subscription, resource group, and region, and understand that Arc agents make outbound HTTPS connections only so no inbound firewall rules are required. Be aware that Arc-enabled servers support Azure Update Manager, VM extensions, Azure Policy guest configuration, and Microsoft Defender for Cloud. Understand the pricing model—Arc for servers is free, but the services you layer on top like Update Manager and Defender have their own costs.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12</a:t>
            </a:fld>
            <a:endParaRPr lang="en-US"/>
          </a:p>
        </p:txBody>
      </p:sp>
    </p:spTree>
    <p:extLst>
      <p:ext uri="{BB962C8B-B14F-4D97-AF65-F5344CB8AC3E}">
        <p14:creationId xmlns:p14="http://schemas.microsoft.com/office/powerpoint/2010/main" val="2418597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Update Manager represents the evolution of Azure's update management capabilities, consolidating and improving what was previously spread across multiple services.</a:t>
            </a:r>
          </a:p>
          <a:p>
            <a:endParaRPr lang="en-US" b="1" dirty="0"/>
          </a:p>
          <a:p>
            <a:r>
              <a:rPr lang="en-US" b="1" dirty="0"/>
              <a:t>Unified update management for Azure and Arc-enabled servers:</a:t>
            </a:r>
            <a:r>
              <a:rPr lang="en-US" dirty="0"/>
              <a:t> Update Manager works natively with both Azure VMs and Arc-enabled servers, giving you a single interface and API for patch management whether your servers run in Azure, on-premises, or in other clouds.</a:t>
            </a:r>
          </a:p>
          <a:p>
            <a:endParaRPr lang="en-US" b="1" dirty="0"/>
          </a:p>
          <a:p>
            <a:r>
              <a:rPr lang="en-US" b="1" dirty="0"/>
              <a:t>Schedule patch windows by group or workload type:</a:t>
            </a:r>
            <a:r>
              <a:rPr lang="en-US" dirty="0"/>
              <a:t> Create maintenance configurations that define when patches should be installed—separate schedules for development versus production, different windows for web servers versus database servers, or staggered deployments across geographic regions.</a:t>
            </a:r>
          </a:p>
          <a:p>
            <a:endParaRPr lang="en-US" b="1" dirty="0"/>
          </a:p>
          <a:p>
            <a:r>
              <a:rPr lang="en-US" b="1" dirty="0"/>
              <a:t>Pre/post scripts customize update workflows:</a:t>
            </a:r>
            <a:r>
              <a:rPr lang="en-US" dirty="0"/>
              <a:t> Hook into the patching process by running PowerShell scripts before updates to drain load balancer pools or backup databases, and after updates to validate application health and return servers to service.</a:t>
            </a:r>
          </a:p>
          <a:p>
            <a:endParaRPr lang="en-US" b="1" dirty="0"/>
          </a:p>
          <a:p>
            <a:r>
              <a:rPr lang="en-US" b="1" dirty="0"/>
              <a:t>Compliance reports confirm patch status across environments:</a:t>
            </a:r>
            <a:r>
              <a:rPr lang="en-US" dirty="0"/>
              <a:t> Update Manager provides centralized visibility into patch compliance—see which servers are missing critical updates, track patching success rates, and export compliance data for audit requirements.</a:t>
            </a:r>
          </a:p>
          <a:p>
            <a:endParaRPr lang="en-US" b="1" dirty="0"/>
          </a:p>
          <a:p>
            <a:r>
              <a:rPr lang="en-US" b="1" dirty="0"/>
              <a:t>Contoso orchestrates monthly patching across global fleet:</a:t>
            </a:r>
            <a:r>
              <a:rPr lang="en-US" dirty="0"/>
              <a:t> Our scenario shows an enterprise pattern—maintenance configurations that patch dev/test on the first Tuesday, UAT servers on the second Tuesday, and production on the third Tuesday, with Patch Tuesday plus seven to ten days giving you time to test Microsoft's monthly rollup.</a:t>
            </a:r>
          </a:p>
          <a:p>
            <a:endParaRPr lang="en-US" b="1" dirty="0"/>
          </a:p>
          <a:p>
            <a:r>
              <a:rPr lang="en-US" b="1" dirty="0"/>
              <a:t>AZ-801 EXAM TIP:</a:t>
            </a:r>
            <a:r>
              <a:rPr lang="en-US" dirty="0"/>
              <a:t> Microsoft expects you to know that Update Manager replaces the deprecated Azure Automation Update Management solution—don't confuse the two on exam questions. Understand that Update Manager leverages maintenance configurations which are Azure resources that define patching schedules and can be associated with multiple VMs through Azure Policy. Know the assessment versus deployment distinction—assessments scan for available updates without installing them, while deployments actually apply patches. Be aware that Update Manager for Arc-enabled servers requires the Arc agent and supports Windows Server 2012 R2 and later.</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14</a:t>
            </a:fld>
            <a:endParaRPr lang="en-US"/>
          </a:p>
        </p:txBody>
      </p:sp>
    </p:spTree>
    <p:extLst>
      <p:ext uri="{BB962C8B-B14F-4D97-AF65-F5344CB8AC3E}">
        <p14:creationId xmlns:p14="http://schemas.microsoft.com/office/powerpoint/2010/main" val="1673084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Wed, 10/22/2025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23: Monitor with Azure Services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23.1. Configure data collection rules for Azure Monitor </a:t>
            </a:r>
          </a:p>
          <a:p>
            <a:pPr>
              <a:spcBef>
                <a:spcPts val="200"/>
              </a:spcBef>
              <a:spcAft>
                <a:spcPts val="400"/>
              </a:spcAft>
            </a:pPr>
            <a:r>
              <a:rPr lang="en-US" dirty="0"/>
              <a:t>23.2. Create alerts </a:t>
            </a:r>
          </a:p>
          <a:p>
            <a:pPr>
              <a:spcBef>
                <a:spcPts val="200"/>
              </a:spcBef>
              <a:spcAft>
                <a:spcPts val="400"/>
              </a:spcAft>
            </a:pPr>
            <a:r>
              <a:rPr lang="en-US" dirty="0"/>
              <a:t>23.3. Monitor Azure VM performance by using VM Insights </a:t>
            </a:r>
          </a:p>
          <a:p>
            <a:r>
              <a:rPr lang="en-US" dirty="0"/>
              <a:t>23.4 Manage Windows Server resources with Azure Arc extensions and policies</a:t>
            </a:r>
          </a:p>
          <a:p>
            <a:r>
              <a:rPr lang="en-US" dirty="0"/>
              <a:t>23.5 Configure Azure Update Manager for hybrid patch orchestration</a:t>
            </a:r>
          </a:p>
          <a:p>
            <a:pPr>
              <a:spcBef>
                <a:spcPts val="200"/>
              </a:spcBef>
              <a:spcAft>
                <a:spcPts val="400"/>
              </a:spcAft>
            </a:pPr>
            <a:endParaRPr lang="en-US" dirty="0"/>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23.1 Configure data collection rules for Azure Monitor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Extend visibility with Azure Monitor and Arc</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services provide cloud-scale monitoring and automation</a:t>
            </a:r>
          </a:p>
          <a:p>
            <a:r>
              <a:rPr lang="en-US" sz="1800" dirty="0"/>
              <a:t>Azure Monitor centralizes logs, metrics, and alerts</a:t>
            </a:r>
          </a:p>
          <a:p>
            <a:r>
              <a:rPr lang="en-US" sz="1800" dirty="0"/>
              <a:t>VM Insights delivers deep performance telemetry</a:t>
            </a:r>
          </a:p>
          <a:p>
            <a:r>
              <a:rPr lang="en-US" sz="1800" dirty="0"/>
              <a:t>Azure Arc extends Azure management to on-premises servers</a:t>
            </a:r>
          </a:p>
          <a:p>
            <a:r>
              <a:rPr lang="en-US" sz="1800" dirty="0"/>
              <a:t>Contoso uses Azure services to unify hybrid monitoring</a:t>
            </a:r>
          </a:p>
        </p:txBody>
      </p:sp>
    </p:spTree>
    <p:extLst>
      <p:ext uri="{BB962C8B-B14F-4D97-AF65-F5344CB8AC3E}">
        <p14:creationId xmlns:p14="http://schemas.microsoft.com/office/powerpoint/2010/main" val="2247389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78268" cy="463628"/>
          </a:xfrm>
        </p:spPr>
        <p:txBody>
          <a:bodyPr/>
          <a:lstStyle/>
          <a:p>
            <a:r>
              <a:rPr lang="en-US"/>
              <a:t>Gather telemetry with data collection rules (DCRs)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DCRs define which logs and metrics to collect</a:t>
            </a:r>
          </a:p>
          <a:p>
            <a:r>
              <a:rPr lang="en-US" sz="1800" dirty="0"/>
              <a:t>Supports Windows Server, Linux, and Azure VMs</a:t>
            </a:r>
          </a:p>
          <a:p>
            <a:r>
              <a:rPr lang="en-US" sz="1800" dirty="0"/>
              <a:t>Multiple destinations: Log Analytics, Azure Storage, Event Hub</a:t>
            </a:r>
          </a:p>
          <a:p>
            <a:r>
              <a:rPr lang="en-US" sz="1800" dirty="0"/>
              <a:t>Granular filters reduce unnecessary data ingestion</a:t>
            </a:r>
          </a:p>
          <a:p>
            <a:r>
              <a:rPr lang="en-US" sz="1800" dirty="0" err="1"/>
              <a:t>Fabrikam</a:t>
            </a:r>
            <a:r>
              <a:rPr lang="en-US" sz="1800" dirty="0"/>
              <a:t> applies DCRs to domain controllers for security auditing</a:t>
            </a:r>
          </a:p>
        </p:txBody>
      </p:sp>
    </p:spTree>
    <p:extLst>
      <p:ext uri="{BB962C8B-B14F-4D97-AF65-F5344CB8AC3E}">
        <p14:creationId xmlns:p14="http://schemas.microsoft.com/office/powerpoint/2010/main" val="81449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Azure Monitor enterprise architecture</a:t>
            </a:r>
          </a:p>
        </p:txBody>
      </p:sp>
      <p:pic>
        <p:nvPicPr>
          <p:cNvPr id="4" name="Picture 3">
            <a:extLst>
              <a:ext uri="{FF2B5EF4-FFF2-40B4-BE49-F238E27FC236}">
                <a16:creationId xmlns:a16="http://schemas.microsoft.com/office/drawing/2014/main" id="{B8A0753E-5E3D-9A94-5764-A3B1CB28C424}"/>
              </a:ext>
            </a:extLst>
          </p:cNvPr>
          <p:cNvPicPr>
            <a:picLocks noChangeAspect="1"/>
          </p:cNvPicPr>
          <p:nvPr/>
        </p:nvPicPr>
        <p:blipFill>
          <a:blip r:embed="rId3"/>
          <a:stretch>
            <a:fillRect/>
          </a:stretch>
        </p:blipFill>
        <p:spPr>
          <a:xfrm>
            <a:off x="1477517" y="741554"/>
            <a:ext cx="6161064" cy="4370305"/>
          </a:xfrm>
          <a:prstGeom prst="rect">
            <a:avLst/>
          </a:prstGeom>
        </p:spPr>
      </p:pic>
      <p:sp>
        <p:nvSpPr>
          <p:cNvPr id="8" name="Rectangle: Rounded Corners 7">
            <a:extLst>
              <a:ext uri="{FF2B5EF4-FFF2-40B4-BE49-F238E27FC236}">
                <a16:creationId xmlns:a16="http://schemas.microsoft.com/office/drawing/2014/main" id="{1155EB2F-7448-A2AA-7CA9-989CB37A3F86}"/>
              </a:ext>
            </a:extLst>
          </p:cNvPr>
          <p:cNvSpPr/>
          <p:nvPr/>
        </p:nvSpPr>
        <p:spPr>
          <a:xfrm>
            <a:off x="3353258" y="4631506"/>
            <a:ext cx="4039998"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timw.info/monitoring</a:t>
            </a:r>
          </a:p>
        </p:txBody>
      </p:sp>
    </p:spTree>
    <p:extLst>
      <p:ext uri="{BB962C8B-B14F-4D97-AF65-F5344CB8AC3E}">
        <p14:creationId xmlns:p14="http://schemas.microsoft.com/office/powerpoint/2010/main" val="4080705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23.2 Create alerts </a:t>
            </a:r>
          </a:p>
        </p:txBody>
      </p:sp>
    </p:spTree>
    <p:extLst>
      <p:ext uri="{BB962C8B-B14F-4D97-AF65-F5344CB8AC3E}">
        <p14:creationId xmlns:p14="http://schemas.microsoft.com/office/powerpoint/2010/main" val="1829040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Proactively detect issues with Azure alerts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Alerts trigger when thresholds or queries are met</a:t>
            </a:r>
          </a:p>
          <a:p>
            <a:r>
              <a:rPr lang="en-US" sz="1800" dirty="0"/>
              <a:t>Actions can notify via email, Teams, or ITSM systems</a:t>
            </a:r>
          </a:p>
          <a:p>
            <a:r>
              <a:rPr lang="en-US" sz="1800" dirty="0"/>
              <a:t>Dynamic thresholds adjust based on baselines</a:t>
            </a:r>
          </a:p>
          <a:p>
            <a:r>
              <a:rPr lang="en-US" sz="1800" dirty="0"/>
              <a:t>Action groups standardize responses across workloads</a:t>
            </a:r>
          </a:p>
          <a:p>
            <a:r>
              <a:rPr lang="en-US" sz="1800" dirty="0"/>
              <a:t>Tailwind Traders creates alerts for CPU spikes on hybrid SQL server</a:t>
            </a:r>
          </a:p>
        </p:txBody>
      </p:sp>
    </p:spTree>
    <p:extLst>
      <p:ext uri="{BB962C8B-B14F-4D97-AF65-F5344CB8AC3E}">
        <p14:creationId xmlns:p14="http://schemas.microsoft.com/office/powerpoint/2010/main" val="197275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23.3 </a:t>
            </a:r>
            <a:r>
              <a:rPr lang="en-US" sz="3600" dirty="0">
                <a:solidFill>
                  <a:srgbClr val="0978D8"/>
                </a:solidFill>
              </a:rPr>
              <a:t>Monitor Azure VM performance by using VM Insights </a:t>
            </a:r>
          </a:p>
        </p:txBody>
      </p:sp>
    </p:spTree>
    <p:extLst>
      <p:ext uri="{BB962C8B-B14F-4D97-AF65-F5344CB8AC3E}">
        <p14:creationId xmlns:p14="http://schemas.microsoft.com/office/powerpoint/2010/main" val="94790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Gain deep visibility with VM Insights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Collects detailed CPU, memory, disk, and network metrics</a:t>
            </a:r>
          </a:p>
          <a:p>
            <a:r>
              <a:rPr lang="en-US" sz="1800" dirty="0"/>
              <a:t>Dependency map visualizes app-to-app and service relationships</a:t>
            </a:r>
          </a:p>
          <a:p>
            <a:r>
              <a:rPr lang="en-US" sz="1800" dirty="0"/>
              <a:t>Uses Azure Monitor Agent for data collection</a:t>
            </a:r>
          </a:p>
          <a:p>
            <a:r>
              <a:rPr lang="en-US" sz="1800" dirty="0"/>
              <a:t>Supports interactive performance charts and queries</a:t>
            </a:r>
          </a:p>
          <a:p>
            <a:r>
              <a:rPr lang="en-US" sz="1800" dirty="0"/>
              <a:t>Adventure Works leverages VM Insights to troubleshoot app latency</a:t>
            </a:r>
          </a:p>
        </p:txBody>
      </p:sp>
    </p:spTree>
    <p:extLst>
      <p:ext uri="{BB962C8B-B14F-4D97-AF65-F5344CB8AC3E}">
        <p14:creationId xmlns:p14="http://schemas.microsoft.com/office/powerpoint/2010/main" val="385871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23.4 Manage Windows Server resources with Azure Arc extensions and policies</a:t>
            </a:r>
            <a:endParaRPr lang="en-US" sz="3600" dirty="0">
              <a:solidFill>
                <a:srgbClr val="0978D8"/>
              </a:solidFill>
            </a:endParaRPr>
          </a:p>
        </p:txBody>
      </p:sp>
    </p:spTree>
    <p:extLst>
      <p:ext uri="{BB962C8B-B14F-4D97-AF65-F5344CB8AC3E}">
        <p14:creationId xmlns:p14="http://schemas.microsoft.com/office/powerpoint/2010/main" val="3955188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Govern hybrid servers with Azure Arc</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Arc projects on-premises servers into Azure for management</a:t>
            </a:r>
          </a:p>
          <a:p>
            <a:r>
              <a:rPr lang="en-US" sz="1800" dirty="0"/>
              <a:t>Extensions deploy monitoring, security, and configuration tools</a:t>
            </a:r>
          </a:p>
          <a:p>
            <a:r>
              <a:rPr lang="en-US" sz="1800" dirty="0"/>
              <a:t>Azure Policy enforces compliance across hybrid infrastructure</a:t>
            </a:r>
          </a:p>
          <a:p>
            <a:r>
              <a:rPr lang="en-US" sz="1800" dirty="0"/>
              <a:t>Role-based access controls secure delegated management</a:t>
            </a:r>
          </a:p>
          <a:p>
            <a:r>
              <a:rPr lang="en-US" sz="1800" dirty="0" err="1"/>
              <a:t>Fabrikam</a:t>
            </a:r>
            <a:r>
              <a:rPr lang="en-US" sz="1800" dirty="0"/>
              <a:t> manages 300 on-prem servers consistently with Arc policies</a:t>
            </a:r>
          </a:p>
        </p:txBody>
      </p:sp>
    </p:spTree>
    <p:extLst>
      <p:ext uri="{BB962C8B-B14F-4D97-AF65-F5344CB8AC3E}">
        <p14:creationId xmlns:p14="http://schemas.microsoft.com/office/powerpoint/2010/main" val="242766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23.5 Configure Azure Update Manager for hybrid patch orchestration</a:t>
            </a:r>
            <a:endParaRPr lang="en-US" sz="3600" dirty="0">
              <a:solidFill>
                <a:srgbClr val="0978D8"/>
              </a:solidFill>
            </a:endParaRPr>
          </a:p>
        </p:txBody>
      </p:sp>
    </p:spTree>
    <p:extLst>
      <p:ext uri="{BB962C8B-B14F-4D97-AF65-F5344CB8AC3E}">
        <p14:creationId xmlns:p14="http://schemas.microsoft.com/office/powerpoint/2010/main" val="2790420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37298" cy="463628"/>
          </a:xfrm>
        </p:spPr>
        <p:txBody>
          <a:bodyPr/>
          <a:lstStyle/>
          <a:p>
            <a:r>
              <a:rPr lang="en-US"/>
              <a:t>Streamline patching with Azure Update Manager</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Unified update management for Azure and Arc-enabled servers</a:t>
            </a:r>
          </a:p>
          <a:p>
            <a:r>
              <a:rPr lang="en-US" sz="1800" dirty="0"/>
              <a:t>Schedule patch windows by group or workload type</a:t>
            </a:r>
          </a:p>
          <a:p>
            <a:r>
              <a:rPr lang="en-US" sz="1800" dirty="0"/>
              <a:t>Pre/post scripts customize update workflows</a:t>
            </a:r>
          </a:p>
          <a:p>
            <a:r>
              <a:rPr lang="en-US" sz="1800" dirty="0"/>
              <a:t>Compliance reports confirm patch status across environments</a:t>
            </a:r>
          </a:p>
          <a:p>
            <a:r>
              <a:rPr lang="en-US" sz="1800" dirty="0"/>
              <a:t>Contoso orchestrates monthly patching across global fleet</a:t>
            </a:r>
          </a:p>
        </p:txBody>
      </p:sp>
    </p:spTree>
    <p:extLst>
      <p:ext uri="{BB962C8B-B14F-4D97-AF65-F5344CB8AC3E}">
        <p14:creationId xmlns:p14="http://schemas.microsoft.com/office/powerpoint/2010/main" val="69155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3.xml><?xml version="1.0" encoding="utf-8"?>
<ds:datastoreItem xmlns:ds="http://schemas.openxmlformats.org/officeDocument/2006/customXml" ds:itemID="{D8C79BAE-E3A1-40DA-B721-90D7C20875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35390</TotalTime>
  <Words>2539</Words>
  <Application>Microsoft Office PowerPoint</Application>
  <PresentationFormat>On-screen Show (16:9)</PresentationFormat>
  <Paragraphs>139</Paragraphs>
  <Slides>14</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Extend visibility with Azure Monitor and Arc</vt:lpstr>
      <vt:lpstr>Gather telemetry with data collection rules (DCRs)</vt:lpstr>
      <vt:lpstr>Azure Monitor enterprise architecture</vt:lpstr>
      <vt:lpstr>PowerPoint Presentation</vt:lpstr>
      <vt:lpstr>Proactively detect issues with Azure alerts</vt:lpstr>
      <vt:lpstr>PowerPoint Presentation</vt:lpstr>
      <vt:lpstr>Gain deep visibility with VM Insights</vt:lpstr>
      <vt:lpstr>PowerPoint Presentation</vt:lpstr>
      <vt:lpstr>Govern hybrid servers with Azure Arc</vt:lpstr>
      <vt:lpstr>PowerPoint Presentation</vt:lpstr>
      <vt:lpstr>Streamline patching with Azure Update Manager</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2025-10-23T12:24:47Z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