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7"/>
  </p:notesMasterIdLst>
  <p:sldIdLst>
    <p:sldId id="303" r:id="rId5"/>
    <p:sldId id="292" r:id="rId6"/>
    <p:sldId id="293" r:id="rId7"/>
    <p:sldId id="349" r:id="rId8"/>
    <p:sldId id="348" r:id="rId9"/>
    <p:sldId id="343" r:id="rId10"/>
    <p:sldId id="350" r:id="rId11"/>
    <p:sldId id="346" r:id="rId12"/>
    <p:sldId id="351" r:id="rId13"/>
    <p:sldId id="347" r:id="rId14"/>
    <p:sldId id="331" r:id="rId15"/>
    <p:sldId id="342"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D2D312-4FA1-4D65-86A5-5734A2A26671}" v="9" dt="2025-11-07T19:29:14.5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11" autoAdjust="0"/>
    <p:restoredTop sz="60494" autoAdjust="0"/>
  </p:normalViewPr>
  <p:slideViewPr>
    <p:cSldViewPr snapToGrid="0" snapToObjects="1">
      <p:cViewPr varScale="1">
        <p:scale>
          <a:sx n="39" d="100"/>
          <a:sy n="39" d="100"/>
        </p:scale>
        <p:origin x="1284" y="27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200" d="100"/>
        <a:sy n="20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9C1AC220-CD93-46E4-823F-E96AD2EFE762}"/>
    <pc:docChg chg="modSld">
      <pc:chgData name="Tim Warner" userId="1d9b2d89684621c1" providerId="LiveId" clId="{9C1AC220-CD93-46E4-823F-E96AD2EFE762}" dt="2025-11-07T19:29:14.565" v="8" actId="20577"/>
      <pc:docMkLst>
        <pc:docMk/>
      </pc:docMkLst>
      <pc:sldChg chg="modSp">
        <pc:chgData name="Tim Warner" userId="1d9b2d89684621c1" providerId="LiveId" clId="{9C1AC220-CD93-46E4-823F-E96AD2EFE762}" dt="2025-11-07T19:29:14.565" v="8" actId="20577"/>
        <pc:sldMkLst>
          <pc:docMk/>
          <pc:sldMk cId="4027307129" sldId="350"/>
        </pc:sldMkLst>
        <pc:spChg chg="mod">
          <ac:chgData name="Tim Warner" userId="1d9b2d89684621c1" providerId="LiveId" clId="{9C1AC220-CD93-46E4-823F-E96AD2EFE762}" dt="2025-11-07T19:29:14.565" v="8" actId="20577"/>
          <ac:spMkLst>
            <pc:docMk/>
            <pc:sldMk cId="4027307129" sldId="350"/>
            <ac:spMk id="3" creationId="{514D88C4-C6AF-3654-026D-9E5843DEC3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Fri, 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FRAMER: Welcome to Lesson 20, where we're diving into migrating IIS workloads to Azure. This is a critical skill for the AZ-801 exam because Microsoft is all-in on hybrid infrastructure, and moving web workloads to the cloud is step one for most organizations.</a:t>
            </a:r>
          </a:p>
          <a:p>
            <a:endParaRPr/>
          </a:p>
          <a:p>
            <a:r>
              <a:t>BULLETS:</a:t>
            </a:r>
          </a:p>
          <a:p>
            <a:endParaRPr/>
          </a:p>
          <a:p>
            <a:r>
              <a:t>• 20.1. Assess IIS workloads by using Azure Migrate - We'll start with assessment because you can't migrate what you don't understand. Azure Migrate discovers your IIS servers, maps dependencies, and tells you exactly what will and won't work in Azure.</a:t>
            </a:r>
          </a:p>
          <a:p>
            <a:endParaRPr/>
          </a:p>
          <a:p>
            <a:r>
              <a:t>• 20.2. Migrate IIS workloads to Azure Web Apps - This is your Platform-as-a-Service (PaaS) option. Azure Web Apps handles the infrastructure so you can focus on your application. Perfect for straightforward IIS sites that don't need custom server configurations.</a:t>
            </a:r>
          </a:p>
          <a:p>
            <a:endParaRPr/>
          </a:p>
          <a:p>
            <a:r>
              <a:t>• 20.3. Migrate IIS workloads to containers - Containers give you consistency and portability. We'll look at packaging IIS apps into Windows containers using Docker, which preserves your exact runtime environment.</a:t>
            </a:r>
          </a:p>
          <a:p>
            <a:endParaRPr/>
          </a:p>
          <a:p>
            <a:r>
              <a:t>• 20.4 Deploy Windows containers to Azure Kubernetes Service (AKS) - Finally, we'll scale up with AKS - that's Azure Kubernetes Service. This is enterprise-grade container orchestration for when you need high availability and automatic scaling.</a:t>
            </a:r>
          </a:p>
          <a:p>
            <a:endParaRPr/>
          </a:p>
          <a:p>
            <a:r>
              <a:t>AZ-801 EXAM TIP: The exam expects you to know which migration path fits which scenario. Simple sites go to Web Apps, complex configurations go to containers, and large-scale deployments need AKS. If they mention "minimal changes," think containers. If they say "reduce management overhead," that's Web Apps.</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Now let's talk about why you'd want to move IIS workloads to Azure - and trust me, it's not just about being trendy with cloud migration. It's about scalability, security, and getting out of the patching business.</a:t>
            </a:r>
          </a:p>
          <a:p>
            <a:endParaRPr/>
          </a:p>
          <a:p>
            <a:r>
              <a:t>BULLETS:</a:t>
            </a:r>
          </a:p>
          <a:p>
            <a:endParaRPr/>
          </a:p>
          <a:p>
            <a:r>
              <a:t>• Internet Information Services (IIS) workloads can run in Azure Web Apps, containers, or Azure Kubernetes Service (AKS) - Here's the deal: Azure gives you three primary hosting options for IIS workloads. Web Apps for simple lift-and-shift, containers for portability and consistency across environments, and AKS when you need enterprise-grade orchestration. Each has its sweet spot - Web Apps is the quickest migration path, while AKS gives you the most control.</a:t>
            </a:r>
          </a:p>
          <a:p>
            <a:endParaRPr/>
          </a:p>
          <a:p>
            <a:r>
              <a:t>• Migration ensures scalability, security, and reduced management overhead - This is the money shot right here. Moving to Azure means automatic scaling based on load, Microsoft handling the underlying OS patches and security updates, and you focusing on your app instead of infrastructure maintenance. No more weekend patching parties.</a:t>
            </a:r>
          </a:p>
          <a:p>
            <a:endParaRPr/>
          </a:p>
          <a:p>
            <a:r>
              <a:t>• Tools like Azure Migrate and Web App Migration Assistant simplify transitions - Microsoft gives you two primary tools here. Azure Migrate handles discovery and assessment of your entire IIS farm, while the Web App Migration Assistant is a free tool that literally walks you through migrating individual sites. Both tools check for compatibility issues before you migrate.</a:t>
            </a:r>
          </a:p>
          <a:p>
            <a:endParaRPr/>
          </a:p>
          <a:p>
            <a:r>
              <a:t>• Supports lift-and-shift, refactor, or replatform approaches - You've got options based on your timeline and budget. Lift-and-shift gets you to cloud fastest with minimal changes. Refactor means updating your code to use cloud-native features. Replatform sits in the middle - maybe you containerize without rewriting everything.</a:t>
            </a:r>
          </a:p>
          <a:p>
            <a:endParaRPr/>
          </a:p>
          <a:p>
            <a:r>
              <a:t>• Adventure Works migrates legacy intranet sites to Azure for modernization - Here's our scenario company. Adventure Works has 15 legacy IIS sites running their internal HR portal, expense reporting, and knowledge base. They're on Windows Server 2012 R2, IIS 8.5, classic ASP mixed with .NET Framework 4.5. Perfect candidate for Web Apps migration.</a:t>
            </a:r>
          </a:p>
          <a:p>
            <a:endParaRPr/>
          </a:p>
          <a:p>
            <a:r>
              <a:t>AZ-801 EXAM TIP: Know the three IIS hosting options cold - Web Apps for PaaS simplicity, containers for consistency, AKS for scale. The exam loves scenarios where you pick the right option based on requirements. If they mention "minimal management overhead," think Web Apps. If they say "microservices architecture," that's AKS territory.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Before you migrate anything, you need to know what you're dealing with. Azure Migrate isn't just a migration tool - it's your reconnaissance system for understanding dependencies and potential roadblocks.</a:t>
            </a:r>
          </a:p>
          <a:p>
            <a:endParaRPr/>
          </a:p>
          <a:p>
            <a:r>
              <a:t>BULLETS:</a:t>
            </a:r>
          </a:p>
          <a:p>
            <a:endParaRPr/>
          </a:p>
          <a:p>
            <a:r>
              <a:t>• Azure Migrate discovers IIS servers and apps - The Azure Migrate appliance performs agentless discovery of your IIS infrastructure. It identifies all websites, application pools, bindings, SSL certificates, and virtual directories. You get a complete inventory without installing agents on every server.</a:t>
            </a:r>
          </a:p>
          <a:p>
            <a:endParaRPr/>
          </a:p>
          <a:p>
            <a:r>
              <a:t>• Provides compatibility assessment and dependency mapping - This is where the magic happens. Azure Migrate analyzes your IIS configuration and tells you what's compatible with Azure. It maps dependencies between web apps and databases, identifies hard-coded connection strings, and flags any features that won't work in PaaS environments like custom ISAPI filters or Windows authentication.</a:t>
            </a:r>
          </a:p>
          <a:p>
            <a:endParaRPr/>
          </a:p>
          <a:p>
            <a:r>
              <a:t>• Identifies performance requirements for sizing in Azure - No more guessing at VM sizes. Azure Migrate monitors CPU, memory, disk, and network utilization over time to recommend the right Azure App Service plan or VM size. It even accounts for peak loads and seasonal variations.</a:t>
            </a:r>
          </a:p>
          <a:p>
            <a:endParaRPr/>
          </a:p>
          <a:p>
            <a:r>
              <a:t>• Generates cost estimates for target hosting models - Get real numbers before migration. Azure Migrate calculates monthly costs for running your workloads in different Azure services. It compares Web Apps pricing tiers, container hosting costs, and AKS node pricing so you can make informed decisions.</a:t>
            </a:r>
          </a:p>
          <a:p>
            <a:endParaRPr/>
          </a:p>
          <a:p>
            <a:r>
              <a:t>• Fabrikam assesses IIS-based e-commerce app prior to modernization - Fabrikam runs a .NET Framework 4.8 e-commerce site with SQL Server backend. Azure Migrate discovers they're using Windows authentication, have custom HTTP modules, and peak at 10,000 concurrent users during sales. Assessment recommends containerization to preserve Windows auth and a Premium v3 App Service plan for performance.</a:t>
            </a:r>
          </a:p>
          <a:p>
            <a:endParaRPr/>
          </a:p>
          <a:p>
            <a:r>
              <a:t>AZ-801 EXAM TIP: Remember that Azure Migrate assessment is read-only - it doesn't change anything in your environment. The exam often tests whether specific IIS features are compatible with Azure Web Apps. Key incompatibilities: Windows authentication (needs containers), custom ISAPI filters, apps requiring admin access, and sites using non-HTTP protocols.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Azure App Service is Microsoft's fully managed platform for hosting web applications. Think of it as IIS-as-a-Service - you get all the web hosting capabilities without managing the underlying Windows servers.</a:t>
            </a:r>
          </a:p>
          <a:p>
            <a:endParaRPr/>
          </a:p>
          <a:p>
            <a:r>
              <a:t>BULLETS:</a:t>
            </a:r>
          </a:p>
          <a:p>
            <a:endParaRPr/>
          </a:p>
          <a:p>
            <a:r>
              <a:t>• Azure App Service supports .NET, PHP, Java, and Node.js - Don't let the name fool you - App Service isn't just for .NET apps. It natively supports .NET Framework, .NET Core/5/6/7/8, PHP 7 and 8, Java 8/11/17, and Node.js. Each runtime is kept updated by Microsoft, so you're always patched.</a:t>
            </a:r>
          </a:p>
          <a:p>
            <a:endParaRPr/>
          </a:p>
          <a:p>
            <a:r>
              <a:t>• Web App Migration Assistant simplifies site migration - This free tool from Microsoft is your guided migration path. Download it, run it on your IIS server, and it analyzes your site configuration, creates the App Service resources, and deploys your content. It even migrates SSL certificates and custom domains.</a:t>
            </a:r>
          </a:p>
          <a:p>
            <a:endParaRPr/>
          </a:p>
          <a:p>
            <a:r>
              <a:t>• Built-in scaling and patch management reduce admin overhead - This is why organizations love PaaS. Autoscaling rules trigger based on CPU, memory, or HTTP queue length. Microsoft patches the OS and runtime automatically during maintenance windows. You can even do blue-green deployments with deployment slots.</a:t>
            </a:r>
          </a:p>
          <a:p>
            <a:endParaRPr/>
          </a:p>
          <a:p>
            <a:r>
              <a:t>• Integrates with Azure AD for authentication and access control - Forget managing local Windows accounts. App Service has built-in authentication with Azure Active Directory, plus support for social providers like Microsoft, Google, and Facebook. You can restrict access by Azure AD groups without writing any authentication code.</a:t>
            </a:r>
          </a:p>
          <a:p>
            <a:endParaRPr/>
          </a:p>
          <a:p>
            <a:r>
              <a:t>• Contoso moves customer portal from IIS VMs to Azure Web Apps - Contoso's customer portal is a .NET 6 application running on IIS with SQL Azure backend. They use Web App Migration Assistant to move from 3 load-balanced VMs to a single App Service plan with autoscaling. Result: 60% cost reduction and zero patching overhead.</a:t>
            </a:r>
          </a:p>
          <a:p>
            <a:endParaRPr/>
          </a:p>
          <a:p>
            <a:r>
              <a:t>AZ-801 EXAM TIP: App Service has different pricing tiers - Free, Shared, Basic, Standard, Premium, and Isolated. The exam tests when to use each tier. Free/Shared are for dev/test only (no custom domains). Standard adds autoscaling and deployment slots. Premium adds zone redundancy. Isolated runs in your own App Service Environment for network isolation.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Sometimes you need more control than Azure Web Apps provides, or you have dependencies that require a full Windows environment. That's where containerization comes in - you package your IIS app with its exact runtime requirements.</a:t>
            </a:r>
          </a:p>
          <a:p>
            <a:endParaRPr/>
          </a:p>
          <a:p>
            <a:r>
              <a:t>BULLETS:</a:t>
            </a:r>
          </a:p>
          <a:p>
            <a:endParaRPr/>
          </a:p>
          <a:p>
            <a:r>
              <a:t>• IIS apps can run in Windows containers with Docker - Windows Server 2016 introduced Windows containers, and they're perfect for IIS workloads. You create a Dockerfile that starts from a Windows Server Core base image with IIS, adds your application files, and configures IIS settings. The result is a portable container image.</a:t>
            </a:r>
          </a:p>
          <a:p>
            <a:endParaRPr/>
          </a:p>
          <a:p>
            <a:r>
              <a:t>• Containerization packages app + dependencies - This is the key advantage. Your container includes the exact version of .NET Framework, specific IIS modules, registry settings, COM components, whatever your app needs. If it works in your container locally, it'll work the same way in Azure.</a:t>
            </a:r>
          </a:p>
          <a:p>
            <a:endParaRPr/>
          </a:p>
          <a:p>
            <a:r>
              <a:t>• Supports hosting in AKS or Azure Container Instances - Once containerized, you have hosting options. Azure Container Instances (ACI) is serverless containers - perfect for simple scenarios. AKS provides full Kubernetes orchestration for complex deployments. Both support Windows containers with full IIS capabilities.</a:t>
            </a:r>
          </a:p>
          <a:p>
            <a:endParaRPr/>
          </a:p>
          <a:p>
            <a:r>
              <a:t>• Improves portability and CI/CD automation - Containers fit perfectly into modern DevOps pipelines. Your build process creates a container image, tags it with a version, pushes to Azure Container Registry, and triggers deployment. Same container runs in dev, test, and production environments.</a:t>
            </a:r>
          </a:p>
          <a:p>
            <a:endParaRPr/>
          </a:p>
          <a:p>
            <a:r>
              <a:t>• Tailwind Traders containers IIS-based reporting tools for dev/test - Tailwind Traders has legacy reporting apps using Crystal Reports and COM components. Can't run in App Service due to dependencies. They containerize with Windows Server Core + IIS + Crystal runtime, deploy to ACI for on-demand report generation, scaling from 0 to 100 instances as needed.</a:t>
            </a:r>
          </a:p>
          <a:p>
            <a:endParaRPr/>
          </a:p>
          <a:p>
            <a:r>
              <a:t>AZ-801 EXAM TIP: Windows containers come in two flavors - Windows Server Core (2GB+ base image) and Nano Server (100MB base image). IIS workloads require Server Core because Nano Server doesn't include full .NET Framework. The exam tests container isolation modes: process isolation for performance, Hyper-V isolation for security. Default changed in Windows Server 2022 to process isolation.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When you need enterprise-scale container orchestration, AKS is your answer. It's managed Kubernetes with full support for Windows containers, letting you run hundreds or thousands of IIS workloads with automatic scaling and self-healing.</a:t>
            </a:r>
          </a:p>
          <a:p>
            <a:endParaRPr/>
          </a:p>
          <a:p>
            <a:r>
              <a:t>BULLETS:</a:t>
            </a:r>
          </a:p>
          <a:p>
            <a:endParaRPr/>
          </a:p>
          <a:p>
            <a:r>
              <a:t>• AKS manages container deployment, scaling, and upgrades - AKS handles the Kubernetes control plane so you focus on your applications. It automatically scales your node pools based on resource demands, performs rolling updates with zero downtime, and monitors container health with automatic restarts of failed instances.</a:t>
            </a:r>
          </a:p>
          <a:p>
            <a:endParaRPr/>
          </a:p>
          <a:p>
            <a:r>
              <a:t>• Windows Server node pools run IIS-based workloads - Here's what's cool: AKS clusters can have both Linux and Windows node pools. You create a Windows Server 2019 or 2022 node pool specifically for IIS containers. Kubernetes scheduling ensures Windows containers only run on Windows nodes.</a:t>
            </a:r>
          </a:p>
          <a:p>
            <a:endParaRPr/>
          </a:p>
          <a:p>
            <a:r>
              <a:t>• Integrates with Azure Monitor and Defender for Cloud - Full observability is built-in. Azure Monitor collects IIS logs, performance metrics, and application insights. Defender for Cloud scans your container images for vulnerabilities, monitors runtime behavior, and alerts on security threats. You get enterprise security without additional agents.</a:t>
            </a:r>
          </a:p>
          <a:p>
            <a:endParaRPr/>
          </a:p>
          <a:p>
            <a:r>
              <a:t>• Service Mesh options (e.g., Istio) support secure traffic routing - Service mesh adds advanced networking capabilities. While Istio doesn't support Windows nodes directly, you can use Open Service Mesh (OSM) or Linkerd for traffic management, mutual TLS between services, and canary deployments of IIS applications.</a:t>
            </a:r>
          </a:p>
          <a:p>
            <a:endParaRPr/>
          </a:p>
          <a:p>
            <a:r>
              <a:t>• Fabrikam deploys IIS microservices architecture into AKS for global scaling - Fabrikam refactors their monolithic e-commerce site into 12 microservices, each running IIS in Windows containers. They deploy to AKS with horizontal pod autoscaling, achieving 99.99% uptime across 3 Azure regions. Peak Black Friday traffic scales from 50 to 500 pods automatically.</a:t>
            </a:r>
          </a:p>
          <a:p>
            <a:endParaRPr/>
          </a:p>
          <a:p>
            <a:r>
              <a:t>AZ-801 EXAM TIP: Know the AKS networking models for Windows workloads. Azure CNI is required for Windows nodes - kubenet isn't supported. Windows containers can't use host networking mode. For ingress to IIS containers, you need an external load balancer or Application Gateway Ingress Controller. The exam loves testing these Windows-specific limitations in Kubernetes.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Let's wrap up with key resources for diving deeper into IIS migration strategies.</a:t>
            </a:r>
          </a:p>
          <a:p>
            <a:endParaRPr/>
          </a:p>
          <a:p>
            <a:r>
              <a:t>The shortened URL go.techtrainertim.com/blah should point to:</a:t>
            </a:r>
          </a:p>
          <a:p>
            <a:r>
              <a:t>- Azure Migrate documentation for IIS assessment</a:t>
            </a:r>
          </a:p>
          <a:p>
            <a:r>
              <a:t>- Web App Migration Assistant download and tutorials  </a:t>
            </a:r>
          </a:p>
          <a:p>
            <a:r>
              <a:t>- Windows container quickstarts</a:t>
            </a:r>
          </a:p>
          <a:p>
            <a:r>
              <a:t>- AKS Windows container best practices</a:t>
            </a:r>
          </a:p>
          <a:p>
            <a:endParaRPr/>
          </a:p>
          <a:p>
            <a:r>
              <a:t>Remember the migration decision tree: Simple .NET apps go to App Service for minimal overhead. Complex apps with dependencies need containers. Large-scale deployments benefit from AKS orchestration. </a:t>
            </a:r>
          </a:p>
          <a:p>
            <a:endParaRPr/>
          </a:p>
          <a:p>
            <a:r>
              <a:t>For the AZ-801 exam: Focus on assessment requirements, compatibility limitations, and choosing the right hosting model based on application characteristics. Know when Windows authentication or custom IIS modules force you to use containers instead of PaaS.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Fri, 11/7/2025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3"/>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4"/>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20: Migrate IIS Workloads to Azure</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dirty="0"/>
              <a:t>20.1. Assess IIS workloads by using Azure Migrate </a:t>
            </a:r>
          </a:p>
          <a:p>
            <a:pPr>
              <a:spcBef>
                <a:spcPts val="200"/>
              </a:spcBef>
              <a:spcAft>
                <a:spcPts val="400"/>
              </a:spcAft>
            </a:pPr>
            <a:r>
              <a:rPr lang="en-US" dirty="0"/>
              <a:t>20.2. Migrate IIS workloads to Azure Web Apps </a:t>
            </a:r>
          </a:p>
          <a:p>
            <a:pPr>
              <a:spcBef>
                <a:spcPts val="200"/>
              </a:spcBef>
              <a:spcAft>
                <a:spcPts val="400"/>
              </a:spcAft>
            </a:pPr>
            <a:r>
              <a:rPr lang="en-US" dirty="0"/>
              <a:t>20.3. Migrate IIS workloads to containers </a:t>
            </a:r>
          </a:p>
          <a:p>
            <a:pPr>
              <a:spcBef>
                <a:spcPts val="200"/>
              </a:spcBef>
              <a:spcAft>
                <a:spcPts val="400"/>
              </a:spcAft>
            </a:pPr>
            <a:r>
              <a:rPr lang="en-US" dirty="0"/>
              <a:t>20.4 Deploy Windows containers to Azure Kubernetes Service (AKS)</a:t>
            </a:r>
          </a:p>
          <a:p>
            <a:pPr>
              <a:spcBef>
                <a:spcPts val="200"/>
              </a:spcBef>
              <a:spcAft>
                <a:spcPts val="400"/>
              </a:spcAft>
            </a:pPr>
            <a:endParaRPr lang="en-US" dirty="0"/>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20.1 Assess IIS workloads by using Azure Migrate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40168" cy="463628"/>
          </a:xfrm>
        </p:spPr>
        <p:txBody>
          <a:bodyPr/>
          <a:lstStyle/>
          <a:p>
            <a:r>
              <a:rPr lang="en-US" sz="2400"/>
              <a:t>Modernize web applications with Azure hosting options</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Internet Information Services (IIS) workloads can run in Azure Web Apps, containers, or Azure Kubernetes Service (AKS)</a:t>
            </a:r>
          </a:p>
          <a:p>
            <a:r>
              <a:rPr lang="en-US" sz="1800" dirty="0"/>
              <a:t>Migration ensures scalability, security, and reduced management overhead</a:t>
            </a:r>
          </a:p>
          <a:p>
            <a:r>
              <a:rPr lang="en-US" sz="1800" dirty="0"/>
              <a:t>Tools like Azure Migrate and Web App Migration Assistant simplify transitions</a:t>
            </a:r>
          </a:p>
          <a:p>
            <a:r>
              <a:rPr lang="en-US" sz="1800" dirty="0"/>
              <a:t>Supports lift-and-shift, refactor, or </a:t>
            </a:r>
            <a:r>
              <a:rPr lang="en-US" sz="1800" dirty="0" err="1"/>
              <a:t>replatform</a:t>
            </a:r>
            <a:r>
              <a:rPr lang="en-US" sz="1800" dirty="0"/>
              <a:t> approaches</a:t>
            </a:r>
          </a:p>
          <a:p>
            <a:r>
              <a:rPr lang="en-US" sz="1800" dirty="0"/>
              <a:t>Adventure Works migrates legacy intranet sites to Azure for modernization</a:t>
            </a:r>
          </a:p>
        </p:txBody>
      </p:sp>
    </p:spTree>
    <p:extLst>
      <p:ext uri="{BB962C8B-B14F-4D97-AF65-F5344CB8AC3E}">
        <p14:creationId xmlns:p14="http://schemas.microsoft.com/office/powerpoint/2010/main" val="3493232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28738" cy="463628"/>
          </a:xfrm>
        </p:spPr>
        <p:txBody>
          <a:bodyPr/>
          <a:lstStyle/>
          <a:p>
            <a:r>
              <a:rPr lang="en-US" sz="2400"/>
              <a:t>Evaluate readiness and dependencies before migration</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Azure Migrate discovers IIS servers and apps</a:t>
            </a:r>
          </a:p>
          <a:p>
            <a:r>
              <a:rPr lang="en-US" sz="1800" dirty="0"/>
              <a:t>Provides compatibility assessment and dependency mapping</a:t>
            </a:r>
          </a:p>
          <a:p>
            <a:r>
              <a:rPr lang="en-US" sz="1800" dirty="0"/>
              <a:t>Identifies performance requirements for sizing in Azure</a:t>
            </a:r>
          </a:p>
          <a:p>
            <a:r>
              <a:rPr lang="en-US" sz="1800" dirty="0"/>
              <a:t>Generates cost estimates for target hosting models</a:t>
            </a:r>
          </a:p>
          <a:p>
            <a:r>
              <a:rPr lang="en-US" sz="1800" dirty="0" err="1"/>
              <a:t>Fabrikam</a:t>
            </a:r>
            <a:r>
              <a:rPr lang="en-US" sz="1800" dirty="0"/>
              <a:t> assesses IIS-based e-commerce app prior to modernization</a:t>
            </a:r>
          </a:p>
        </p:txBody>
      </p:sp>
    </p:spTree>
    <p:extLst>
      <p:ext uri="{BB962C8B-B14F-4D97-AF65-F5344CB8AC3E}">
        <p14:creationId xmlns:p14="http://schemas.microsoft.com/office/powerpoint/2010/main" val="401095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20.2 Migrate IIS workloads to Azure Web Apps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Replatform IIS sites into Azure App Service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Azure App Service supports .NET, PHP, Java, and Node.js</a:t>
            </a:r>
          </a:p>
          <a:p>
            <a:r>
              <a:rPr lang="en-US" sz="1800" dirty="0"/>
              <a:t>Web App Migration Assistant simplifies site migration</a:t>
            </a:r>
          </a:p>
          <a:p>
            <a:r>
              <a:rPr lang="en-US" sz="1800" dirty="0"/>
              <a:t>Built-in scaling and patch management reduce admin overhead</a:t>
            </a:r>
          </a:p>
          <a:p>
            <a:r>
              <a:rPr lang="en-US" sz="1800" dirty="0"/>
              <a:t>Integrates with </a:t>
            </a:r>
            <a:r>
              <a:rPr lang="en-US" sz="1800"/>
              <a:t>Entra ID </a:t>
            </a:r>
            <a:r>
              <a:rPr lang="en-US" sz="1800" dirty="0"/>
              <a:t>for authentication and access control</a:t>
            </a:r>
          </a:p>
          <a:p>
            <a:r>
              <a:rPr lang="en-US" sz="1800" dirty="0"/>
              <a:t>Contoso moves customer portal from IIS VMs to Azure Web Apps</a:t>
            </a:r>
          </a:p>
        </p:txBody>
      </p:sp>
    </p:spTree>
    <p:extLst>
      <p:ext uri="{BB962C8B-B14F-4D97-AF65-F5344CB8AC3E}">
        <p14:creationId xmlns:p14="http://schemas.microsoft.com/office/powerpoint/2010/main" val="4027307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20.3 Migrate IIS workloads to containers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Containerize web apps for portability</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IIS apps can run in Windows containers with Docker</a:t>
            </a:r>
          </a:p>
          <a:p>
            <a:r>
              <a:rPr lang="en-US" sz="1800" dirty="0"/>
              <a:t>Containerization packages app + dependencies</a:t>
            </a:r>
          </a:p>
          <a:p>
            <a:r>
              <a:rPr lang="en-US" sz="1800" dirty="0"/>
              <a:t>Supports hosting in AKS or Azure Container Instances</a:t>
            </a:r>
          </a:p>
          <a:p>
            <a:r>
              <a:rPr lang="en-US" sz="1800" dirty="0"/>
              <a:t>Improves portability and CI/CD automation</a:t>
            </a:r>
          </a:p>
          <a:p>
            <a:r>
              <a:rPr lang="en-US" sz="1800" dirty="0"/>
              <a:t>Tailwind Traders containers IIS-based reporting tools for dev/test</a:t>
            </a:r>
          </a:p>
        </p:txBody>
      </p:sp>
    </p:spTree>
    <p:extLst>
      <p:ext uri="{BB962C8B-B14F-4D97-AF65-F5344CB8AC3E}">
        <p14:creationId xmlns:p14="http://schemas.microsoft.com/office/powerpoint/2010/main" val="318541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20.4 Deploy Windows containers to Azure Kubernetes Service (AKS)</a:t>
            </a:r>
            <a:endParaRPr lang="en-US" sz="3600" dirty="0">
              <a:solidFill>
                <a:srgbClr val="0978D8"/>
              </a:solidFill>
            </a:endParaRPr>
          </a:p>
        </p:txBody>
      </p:sp>
    </p:spTree>
    <p:extLst>
      <p:ext uri="{BB962C8B-B14F-4D97-AF65-F5344CB8AC3E}">
        <p14:creationId xmlns:p14="http://schemas.microsoft.com/office/powerpoint/2010/main" val="2365629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33488" cy="463628"/>
          </a:xfrm>
        </p:spPr>
        <p:txBody>
          <a:bodyPr/>
          <a:lstStyle/>
          <a:p>
            <a:r>
              <a:rPr lang="en-US" sz="2400"/>
              <a:t>Scale IIS workloads with Kubernetes orchestration</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AKS manages container deployment, scaling, and upgrades</a:t>
            </a:r>
          </a:p>
          <a:p>
            <a:r>
              <a:rPr lang="en-US" sz="1800" dirty="0"/>
              <a:t>Windows Server node pools run IIS-based workloads</a:t>
            </a:r>
          </a:p>
          <a:p>
            <a:r>
              <a:rPr lang="en-US" sz="1800" dirty="0"/>
              <a:t>Integrates with Azure Monitor and Defender for Cloud</a:t>
            </a:r>
          </a:p>
          <a:p>
            <a:r>
              <a:rPr lang="en-US" sz="1800" dirty="0"/>
              <a:t>Service Mesh options (e.g., Istio) support secure traffic routing</a:t>
            </a:r>
          </a:p>
          <a:p>
            <a:r>
              <a:rPr lang="en-US" sz="1800" dirty="0" err="1"/>
              <a:t>Fabrikam</a:t>
            </a:r>
            <a:r>
              <a:rPr lang="en-US" sz="1800" dirty="0"/>
              <a:t> deploys IIS microservices architecture into AKS for global scaling</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2.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3.xml><?xml version="1.0" encoding="utf-8"?>
<ds:datastoreItem xmlns:ds="http://schemas.openxmlformats.org/officeDocument/2006/customXml" ds:itemID="{E4196C4E-1D6F-4613-A2FA-0A65BDE89E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34621</TotalTime>
  <Words>2757</Words>
  <Application>Microsoft Office PowerPoint</Application>
  <PresentationFormat>On-screen Show (16:9)</PresentationFormat>
  <Paragraphs>144</Paragraphs>
  <Slides>12</Slides>
  <Notes>12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Modernize web applications with Azure hosting options</vt:lpstr>
      <vt:lpstr>Evaluate readiness and dependencies before migration</vt:lpstr>
      <vt:lpstr>PowerPoint Presentation</vt:lpstr>
      <vt:lpstr>Replatform IIS sites into Azure App Service</vt:lpstr>
      <vt:lpstr>PowerPoint Presentation</vt:lpstr>
      <vt:lpstr>Containerize web apps for portability</vt:lpstr>
      <vt:lpstr>PowerPoint Presentation</vt:lpstr>
      <vt:lpstr>Scale IIS workloads with Kubernetes orchestration</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103</cp:revision>
  <dcterms:created xsi:type="dcterms:W3CDTF">2015-09-28T19:52:00Z</dcterms:created>
  <dcterms:modified xsi:type="dcterms:W3CDTF">2025-11-07T19:29:16Z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