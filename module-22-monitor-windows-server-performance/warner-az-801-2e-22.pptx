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19"/>
  </p:notesMasterIdLst>
  <p:sldIdLst>
    <p:sldId id="303" r:id="rId5"/>
    <p:sldId id="292" r:id="rId6"/>
    <p:sldId id="293" r:id="rId7"/>
    <p:sldId id="350" r:id="rId8"/>
    <p:sldId id="349" r:id="rId9"/>
    <p:sldId id="343" r:id="rId10"/>
    <p:sldId id="351" r:id="rId11"/>
    <p:sldId id="346" r:id="rId12"/>
    <p:sldId id="352" r:id="rId13"/>
    <p:sldId id="348" r:id="rId14"/>
    <p:sldId id="353" r:id="rId15"/>
    <p:sldId id="347" r:id="rId16"/>
    <p:sldId id="331" r:id="rId17"/>
    <p:sldId id="342"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1D1E69-BB9B-4350-92AE-32C6F7B675D8}" v="6" dt="2025-10-21T17:44:25.2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11" autoAdjust="0"/>
    <p:restoredTop sz="61448" autoAdjust="0"/>
  </p:normalViewPr>
  <p:slideViewPr>
    <p:cSldViewPr snapToGrid="0" snapToObjects="1">
      <p:cViewPr varScale="1">
        <p:scale>
          <a:sx n="116" d="100"/>
          <a:sy n="116" d="100"/>
        </p:scale>
        <p:origin x="2908" y="296"/>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50" d="100"/>
        <a:sy n="150"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Warner" userId="1d9b2d89684621c1" providerId="LiveId" clId="{D0B44B65-70BF-4519-8E4C-BDC5735B7FF3}"/>
    <pc:docChg chg="custSel addSld delSld modSld">
      <pc:chgData name="Tim Warner" userId="1d9b2d89684621c1" providerId="LiveId" clId="{D0B44B65-70BF-4519-8E4C-BDC5735B7FF3}" dt="2025-06-24T20:30:42.639" v="74"/>
      <pc:docMkLst>
        <pc:docMk/>
      </pc:docMkLst>
      <pc:sldChg chg="modSp mod">
        <pc:chgData name="Tim Warner" userId="1d9b2d89684621c1" providerId="LiveId" clId="{D0B44B65-70BF-4519-8E4C-BDC5735B7FF3}" dt="2025-06-24T20:16:51.778" v="1" actId="14100"/>
        <pc:sldMkLst>
          <pc:docMk/>
          <pc:sldMk cId="3662525184" sldId="303"/>
        </pc:sldMkLst>
      </pc:sldChg>
      <pc:sldChg chg="del">
        <pc:chgData name="Tim Warner" userId="1d9b2d89684621c1" providerId="LiveId" clId="{D0B44B65-70BF-4519-8E4C-BDC5735B7FF3}" dt="2025-06-24T20:29:42.719" v="60" actId="47"/>
        <pc:sldMkLst>
          <pc:docMk/>
          <pc:sldMk cId="3522158024" sldId="343"/>
        </pc:sldMkLst>
      </pc:sldChg>
      <pc:sldChg chg="modSp add mod">
        <pc:chgData name="Tim Warner" userId="1d9b2d89684621c1" providerId="LiveId" clId="{D0B44B65-70BF-4519-8E4C-BDC5735B7FF3}" dt="2025-06-24T20:30:35.492" v="73"/>
        <pc:sldMkLst>
          <pc:docMk/>
          <pc:sldMk cId="1558763963" sldId="344"/>
        </pc:sldMkLst>
      </pc:sldChg>
      <pc:sldChg chg="del">
        <pc:chgData name="Tim Warner" userId="1d9b2d89684621c1" providerId="LiveId" clId="{D0B44B65-70BF-4519-8E4C-BDC5735B7FF3}" dt="2025-06-24T20:29:42.719" v="60" actId="47"/>
        <pc:sldMkLst>
          <pc:docMk/>
          <pc:sldMk cId="2930118785" sldId="344"/>
        </pc:sldMkLst>
      </pc:sldChg>
      <pc:sldChg chg="modSp add mod">
        <pc:chgData name="Tim Warner" userId="1d9b2d89684621c1" providerId="LiveId" clId="{D0B44B65-70BF-4519-8E4C-BDC5735B7FF3}" dt="2025-06-24T20:30:42.639" v="74"/>
        <pc:sldMkLst>
          <pc:docMk/>
          <pc:sldMk cId="4156641597" sldId="345"/>
        </pc:sldMkLst>
      </pc:sldChg>
      <pc:sldChg chg="modSp add mod">
        <pc:chgData name="Tim Warner" userId="1d9b2d89684621c1" providerId="LiveId" clId="{D0B44B65-70BF-4519-8E4C-BDC5735B7FF3}" dt="2025-06-24T20:30:27.393" v="72"/>
        <pc:sldMkLst>
          <pc:docMk/>
          <pc:sldMk cId="3422763557" sldId="347"/>
        </pc:sldMkLst>
      </pc:sldChg>
    </pc:docChg>
  </pc:docChgLst>
  <pc:docChgLst>
    <pc:chgData name="Tim Warner" userId="1d9b2d89684621c1" providerId="LiveId" clId="{BDA05E2F-6045-4D52-AEB6-CD90430EF884}"/>
    <pc:docChg chg="delSld modSld">
      <pc:chgData name="Tim Warner" userId="1d9b2d89684621c1" providerId="LiveId" clId="{BDA05E2F-6045-4D52-AEB6-CD90430EF884}" dt="2025-06-24T21:23:24.761" v="42"/>
      <pc:docMkLst>
        <pc:docMk/>
      </pc:docMkLst>
      <pc:sldChg chg="del">
        <pc:chgData name="Tim Warner" userId="1d9b2d89684621c1" providerId="LiveId" clId="{BDA05E2F-6045-4D52-AEB6-CD90430EF884}" dt="2025-06-24T21:23:05.003" v="39" actId="2696"/>
        <pc:sldMkLst>
          <pc:docMk/>
          <pc:sldMk cId="1645881445" sldId="347"/>
        </pc:sldMkLst>
      </pc:sldChg>
    </pc:docChg>
  </pc:docChgLst>
  <pc:docChgLst>
    <pc:chgData name="Tim Warner" userId="1d9b2d89684621c1" providerId="LiveId" clId="{0EC3C2A0-64D0-40E0-BFFB-24E4DF61CA59}"/>
    <pc:docChg chg="addSld modSld">
      <pc:chgData name="Tim Warner" userId="1d9b2d89684621c1" providerId="LiveId" clId="{0EC3C2A0-64D0-40E0-BFFB-24E4DF61CA59}" dt="2025-08-24T15:59:26.620" v="48" actId="20577"/>
      <pc:docMkLst>
        <pc:docMk/>
      </pc:docMkLst>
      <pc:sldChg chg="modSp mod">
        <pc:chgData name="Tim Warner" userId="1d9b2d89684621c1" providerId="LiveId" clId="{0EC3C2A0-64D0-40E0-BFFB-24E4DF61CA59}" dt="2025-08-21T18:16:09.648" v="0" actId="20577"/>
        <pc:sldMkLst>
          <pc:docMk/>
          <pc:sldMk cId="486668636" sldId="293"/>
        </pc:sldMkLst>
      </pc:sldChg>
      <pc:sldChg chg="modSp mod modAnim">
        <pc:chgData name="Tim Warner" userId="1d9b2d89684621c1" providerId="LiveId" clId="{0EC3C2A0-64D0-40E0-BFFB-24E4DF61CA59}" dt="2025-08-24T15:59:26.620" v="48" actId="20577"/>
        <pc:sldMkLst>
          <pc:docMk/>
          <pc:sldMk cId="4092314469" sldId="331"/>
        </pc:sldMkLst>
      </pc:sldChg>
      <pc:sldChg chg="modSp mod">
        <pc:chgData name="Tim Warner" userId="1d9b2d89684621c1" providerId="LiveId" clId="{0EC3C2A0-64D0-40E0-BFFB-24E4DF61CA59}" dt="2025-08-21T18:16:12.408" v="1" actId="20577"/>
        <pc:sldMkLst>
          <pc:docMk/>
          <pc:sldMk cId="1829040019" sldId="343"/>
        </pc:sldMkLst>
      </pc:sldChg>
      <pc:sldChg chg="modSp mod">
        <pc:chgData name="Tim Warner" userId="1d9b2d89684621c1" providerId="LiveId" clId="{0EC3C2A0-64D0-40E0-BFFB-24E4DF61CA59}" dt="2025-08-21T18:16:15.352" v="2" actId="20577"/>
        <pc:sldMkLst>
          <pc:docMk/>
          <pc:sldMk cId="947907938" sldId="346"/>
        </pc:sldMkLst>
      </pc:sldChg>
      <pc:sldChg chg="modSp mod">
        <pc:chgData name="Tim Warner" userId="1d9b2d89684621c1" providerId="LiveId" clId="{0EC3C2A0-64D0-40E0-BFFB-24E4DF61CA59}" dt="2025-08-21T18:16:20.943" v="4" actId="20577"/>
        <pc:sldMkLst>
          <pc:docMk/>
          <pc:sldMk cId="667037779" sldId="347"/>
        </pc:sldMkLst>
      </pc:sldChg>
      <pc:sldChg chg="modSp mod">
        <pc:chgData name="Tim Warner" userId="1d9b2d89684621c1" providerId="LiveId" clId="{0EC3C2A0-64D0-40E0-BFFB-24E4DF61CA59}" dt="2025-08-21T18:16:18.175" v="3" actId="20577"/>
        <pc:sldMkLst>
          <pc:docMk/>
          <pc:sldMk cId="591404376" sldId="348"/>
        </pc:sldMkLst>
      </pc:sldChg>
      <pc:sldChg chg="modSp add mod modAnim">
        <pc:chgData name="Tim Warner" userId="1d9b2d89684621c1" providerId="LiveId" clId="{0EC3C2A0-64D0-40E0-BFFB-24E4DF61CA59}" dt="2025-08-24T15:55:55.927" v="22" actId="20577"/>
        <pc:sldMkLst>
          <pc:docMk/>
          <pc:sldMk cId="3029051065" sldId="349"/>
        </pc:sldMkLst>
      </pc:sldChg>
      <pc:sldChg chg="modSp add mod modAnim">
        <pc:chgData name="Tim Warner" userId="1d9b2d89684621c1" providerId="LiveId" clId="{0EC3C2A0-64D0-40E0-BFFB-24E4DF61CA59}" dt="2025-08-24T15:55:26.087" v="15" actId="20577"/>
        <pc:sldMkLst>
          <pc:docMk/>
          <pc:sldMk cId="523570534" sldId="350"/>
        </pc:sldMkLst>
      </pc:sldChg>
      <pc:sldChg chg="modSp add mod modAnim">
        <pc:chgData name="Tim Warner" userId="1d9b2d89684621c1" providerId="LiveId" clId="{0EC3C2A0-64D0-40E0-BFFB-24E4DF61CA59}" dt="2025-08-24T15:57:52.679" v="28" actId="20577"/>
        <pc:sldMkLst>
          <pc:docMk/>
          <pc:sldMk cId="1039900290" sldId="351"/>
        </pc:sldMkLst>
      </pc:sldChg>
      <pc:sldChg chg="modSp add mod modAnim">
        <pc:chgData name="Tim Warner" userId="1d9b2d89684621c1" providerId="LiveId" clId="{0EC3C2A0-64D0-40E0-BFFB-24E4DF61CA59}" dt="2025-08-24T15:58:21.326" v="35" actId="20577"/>
        <pc:sldMkLst>
          <pc:docMk/>
          <pc:sldMk cId="294649093" sldId="352"/>
        </pc:sldMkLst>
      </pc:sldChg>
      <pc:sldChg chg="modSp add mod modAnim">
        <pc:chgData name="Tim Warner" userId="1d9b2d89684621c1" providerId="LiveId" clId="{0EC3C2A0-64D0-40E0-BFFB-24E4DF61CA59}" dt="2025-08-24T15:59:01.157" v="42" actId="20577"/>
        <pc:sldMkLst>
          <pc:docMk/>
          <pc:sldMk cId="3952390292" sldId="353"/>
        </pc:sldMkLst>
      </pc:sldChg>
    </pc:docChg>
  </pc:docChgLst>
  <pc:docChgLst>
    <pc:chgData name="Tim Warner" userId="1d9b2d89684621c1" providerId="LiveId" clId="{B5F1AAD0-ADAB-4083-A1A6-BF815195C21B}"/>
    <pc:docChg chg="addSld modSld">
      <pc:chgData name="Tim Warner" userId="1d9b2d89684621c1" providerId="LiveId" clId="{B5F1AAD0-ADAB-4083-A1A6-BF815195C21B}" dt="2025-06-24T21:06:10.912" v="50"/>
      <pc:docMkLst>
        <pc:docMk/>
      </pc:docMkLst>
      <pc:sldChg chg="modSp mod">
        <pc:chgData name="Tim Warner" userId="1d9b2d89684621c1" providerId="LiveId" clId="{B5F1AAD0-ADAB-4083-A1A6-BF815195C21B}" dt="2025-06-24T21:06:03.881" v="49"/>
        <pc:sldMkLst>
          <pc:docMk/>
          <pc:sldMk cId="578841353" sldId="347"/>
        </pc:sldMkLst>
      </pc:sldChg>
      <pc:sldChg chg="modSp add mod">
        <pc:chgData name="Tim Warner" userId="1d9b2d89684621c1" providerId="LiveId" clId="{B5F1AAD0-ADAB-4083-A1A6-BF815195C21B}" dt="2025-06-24T21:06:10.912" v="50"/>
        <pc:sldMkLst>
          <pc:docMk/>
          <pc:sldMk cId="3347137768" sldId="348"/>
        </pc:sldMkLst>
      </pc:sldChg>
    </pc:docChg>
  </pc:docChgLst>
  <pc:docChgLst>
    <pc:chgData name="Tim Warner" userId="1d9b2d89684621c1" providerId="LiveId" clId="{E36CA815-55E9-4B35-919A-B712262FF157}"/>
    <pc:docChg chg="modSld">
      <pc:chgData name="Tim Warner" userId="1d9b2d89684621c1" providerId="LiveId" clId="{E36CA815-55E9-4B35-919A-B712262FF157}" dt="2025-06-24T21:35:27.898" v="47"/>
      <pc:docMkLst>
        <pc:docMk/>
      </pc:docMkLst>
      <pc:sldChg chg="modSp mod">
        <pc:chgData name="Tim Warner" userId="1d9b2d89684621c1" providerId="LiveId" clId="{E36CA815-55E9-4B35-919A-B712262FF157}" dt="2025-06-24T21:35:27.898" v="47"/>
        <pc:sldMkLst>
          <pc:docMk/>
          <pc:sldMk cId="667037779" sldId="347"/>
        </pc:sldMkLst>
      </pc:sldChg>
      <pc:sldChg chg="modSp mod">
        <pc:chgData name="Tim Warner" userId="1d9b2d89684621c1" providerId="LiveId" clId="{E36CA815-55E9-4B35-919A-B712262FF157}" dt="2025-06-24T21:35:19.112" v="46"/>
        <pc:sldMkLst>
          <pc:docMk/>
          <pc:sldMk cId="591404376" sldId="348"/>
        </pc:sldMkLst>
      </pc:sldChg>
    </pc:docChg>
  </pc:docChgLst>
  <pc:docChgLst>
    <pc:chgData name="scsjcain84" userId="S::scsjcain84_gmail.com#ext#@pearsoneducationinc.onmicrosoft.com::4399dd98-ee8b-4212-9001-7919755a3260" providerId="AD" clId="Web-{62EA0DF9-42B1-4BC0-BF09-11ABBE3A95DC}"/>
    <pc:docChg chg="modSld">
      <pc:chgData name="scsjcain84" userId="S::scsjcain84_gmail.com#ext#@pearsoneducationinc.onmicrosoft.com::4399dd98-ee8b-4212-9001-7919755a3260" providerId="AD" clId="Web-{62EA0DF9-42B1-4BC0-BF09-11ABBE3A95DC}" dt="2025-08-26T07:22:51.282" v="0"/>
      <pc:docMkLst>
        <pc:docMk/>
      </pc:docMkLst>
      <pc:sldChg chg="mod modShow">
        <pc:chgData name="scsjcain84" userId="S::scsjcain84_gmail.com#ext#@pearsoneducationinc.onmicrosoft.com::4399dd98-ee8b-4212-9001-7919755a3260" providerId="AD" clId="Web-{62EA0DF9-42B1-4BC0-BF09-11ABBE3A95DC}" dt="2025-08-26T07:22:51.282" v="0"/>
        <pc:sldMkLst>
          <pc:docMk/>
          <pc:sldMk cId="4080705565" sldId="342"/>
        </pc:sldMkLst>
      </pc:sldChg>
    </pc:docChg>
  </pc:docChgLst>
  <pc:docChgLst>
    <pc:chgData name="Tim Warner" userId="1d9b2d89684621c1" providerId="LiveId" clId="{5607CA2D-28E3-410C-9D7E-4E5693CD5A18}"/>
    <pc:docChg chg="delSld modSld">
      <pc:chgData name="Tim Warner" userId="1d9b2d89684621c1" providerId="LiveId" clId="{5607CA2D-28E3-410C-9D7E-4E5693CD5A18}" dt="2025-06-24T20:57:28.292" v="48"/>
      <pc:docMkLst>
        <pc:docMk/>
      </pc:docMkLst>
      <pc:sldChg chg="modSp mod">
        <pc:chgData name="Tim Warner" userId="1d9b2d89684621c1" providerId="LiveId" clId="{5607CA2D-28E3-410C-9D7E-4E5693CD5A18}" dt="2025-06-24T20:56:46.304" v="42" actId="20577"/>
        <pc:sldMkLst>
          <pc:docMk/>
          <pc:sldMk cId="2539485740" sldId="292"/>
        </pc:sldMkLst>
      </pc:sldChg>
      <pc:sldChg chg="modSp mod">
        <pc:chgData name="Tim Warner" userId="1d9b2d89684621c1" providerId="LiveId" clId="{5607CA2D-28E3-410C-9D7E-4E5693CD5A18}" dt="2025-06-24T20:57:00.201" v="44"/>
        <pc:sldMkLst>
          <pc:docMk/>
          <pc:sldMk cId="486668636" sldId="293"/>
        </pc:sldMkLst>
      </pc:sldChg>
      <pc:sldChg chg="modSp mod">
        <pc:chgData name="Tim Warner" userId="1d9b2d89684621c1" providerId="LiveId" clId="{5607CA2D-28E3-410C-9D7E-4E5693CD5A18}" dt="2025-06-24T20:57:06.720" v="45"/>
        <pc:sldMkLst>
          <pc:docMk/>
          <pc:sldMk cId="1829040019" sldId="343"/>
        </pc:sldMkLst>
      </pc:sldChg>
      <pc:sldChg chg="modSp mod">
        <pc:chgData name="Tim Warner" userId="1d9b2d89684621c1" providerId="LiveId" clId="{5607CA2D-28E3-410C-9D7E-4E5693CD5A18}" dt="2025-06-24T20:57:13.334" v="46"/>
        <pc:sldMkLst>
          <pc:docMk/>
          <pc:sldMk cId="947907938" sldId="346"/>
        </pc:sldMkLst>
      </pc:sldChg>
      <pc:sldChg chg="modSp mod">
        <pc:chgData name="Tim Warner" userId="1d9b2d89684621c1" providerId="LiveId" clId="{5607CA2D-28E3-410C-9D7E-4E5693CD5A18}" dt="2025-06-24T20:57:20.908" v="47"/>
        <pc:sldMkLst>
          <pc:docMk/>
          <pc:sldMk cId="914007193" sldId="347"/>
        </pc:sldMkLst>
      </pc:sldChg>
      <pc:sldChg chg="del">
        <pc:chgData name="Tim Warner" userId="1d9b2d89684621c1" providerId="LiveId" clId="{5607CA2D-28E3-410C-9D7E-4E5693CD5A18}" dt="2025-06-24T20:56:53.498" v="43" actId="2696"/>
        <pc:sldMkLst>
          <pc:docMk/>
          <pc:sldMk cId="3950908850" sldId="348"/>
        </pc:sldMkLst>
      </pc:sldChg>
      <pc:sldChg chg="modSp mod">
        <pc:chgData name="Tim Warner" userId="1d9b2d89684621c1" providerId="LiveId" clId="{5607CA2D-28E3-410C-9D7E-4E5693CD5A18}" dt="2025-06-24T20:57:28.292" v="48"/>
        <pc:sldMkLst>
          <pc:docMk/>
          <pc:sldMk cId="1639766347" sldId="349"/>
        </pc:sldMkLst>
      </pc:sldChg>
    </pc:docChg>
  </pc:docChgLst>
  <pc:docChgLst>
    <pc:chgData name="Tim Warner" userId="1d9b2d89684621c1" providerId="LiveId" clId="{8B1F3DE0-DA8C-4B96-B2EC-FDF38A668E3E}"/>
    <pc:docChg chg="addSld modSld">
      <pc:chgData name="Tim Warner" userId="1d9b2d89684621c1" providerId="LiveId" clId="{8B1F3DE0-DA8C-4B96-B2EC-FDF38A668E3E}" dt="2025-06-24T21:14:45.366" v="33" actId="403"/>
      <pc:docMkLst>
        <pc:docMk/>
      </pc:docMkLst>
      <pc:sldChg chg="modSp add mod">
        <pc:chgData name="Tim Warner" userId="1d9b2d89684621c1" providerId="LiveId" clId="{8B1F3DE0-DA8C-4B96-B2EC-FDF38A668E3E}" dt="2025-06-24T21:14:37.143" v="32"/>
        <pc:sldMkLst>
          <pc:docMk/>
          <pc:sldMk cId="1645881445" sldId="347"/>
        </pc:sldMkLst>
      </pc:sldChg>
    </pc:docChg>
  </pc:docChgLst>
  <pc:docChgLst>
    <pc:chgData name="Tim Warner" userId="1d9b2d89684621c1" providerId="LiveId" clId="{FA1F7F18-94F2-4EC1-968C-E8340A6E2430}"/>
    <pc:docChg chg="undo custSel addSld delSld modSld">
      <pc:chgData name="Tim Warner" userId="1d9b2d89684621c1" providerId="LiveId" clId="{FA1F7F18-94F2-4EC1-968C-E8340A6E2430}" dt="2025-06-24T21:00:16.739" v="49" actId="403"/>
      <pc:docMkLst>
        <pc:docMk/>
      </pc:docMkLst>
      <pc:sldChg chg="modSp mod">
        <pc:chgData name="Tim Warner" userId="1d9b2d89684621c1" providerId="LiveId" clId="{FA1F7F18-94F2-4EC1-968C-E8340A6E2430}" dt="2025-06-24T20:59:45.532" v="45"/>
        <pc:sldMkLst>
          <pc:docMk/>
          <pc:sldMk cId="914007193" sldId="347"/>
        </pc:sldMkLst>
      </pc:sldChg>
      <pc:sldChg chg="modSp mod">
        <pc:chgData name="Tim Warner" userId="1d9b2d89684621c1" providerId="LiveId" clId="{FA1F7F18-94F2-4EC1-968C-E8340A6E2430}" dt="2025-06-24T20:59:52.578" v="46"/>
        <pc:sldMkLst>
          <pc:docMk/>
          <pc:sldMk cId="1639766347" sldId="349"/>
        </pc:sldMkLst>
      </pc:sldChg>
      <pc:sldChg chg="modSp add mod">
        <pc:chgData name="Tim Warner" userId="1d9b2d89684621c1" providerId="LiveId" clId="{FA1F7F18-94F2-4EC1-968C-E8340A6E2430}" dt="2025-06-24T21:00:06.308" v="48"/>
        <pc:sldMkLst>
          <pc:docMk/>
          <pc:sldMk cId="871822834" sldId="350"/>
        </pc:sldMkLst>
      </pc:sldChg>
      <pc:sldChg chg="add del">
        <pc:chgData name="Tim Warner" userId="1d9b2d89684621c1" providerId="LiveId" clId="{FA1F7F18-94F2-4EC1-968C-E8340A6E2430}" dt="2025-06-24T20:58:54.427" v="40"/>
        <pc:sldMkLst>
          <pc:docMk/>
          <pc:sldMk cId="2342006186" sldId="350"/>
        </pc:sldMkLst>
      </pc:sldChg>
    </pc:docChg>
  </pc:docChgLst>
  <pc:docChgLst>
    <pc:chgData name="Tim Warner" userId="1d9b2d89684621c1" providerId="LiveId" clId="{9C1AC220-CD93-46E4-823F-E96AD2EFE762}"/>
    <pc:docChg chg="custSel modSld">
      <pc:chgData name="Tim Warner" userId="1d9b2d89684621c1" providerId="LiveId" clId="{9C1AC220-CD93-46E4-823F-E96AD2EFE762}" dt="2025-10-21T17:44:33.080" v="36" actId="20577"/>
      <pc:docMkLst>
        <pc:docMk/>
      </pc:docMkLst>
      <pc:sldChg chg="modNotesTx">
        <pc:chgData name="Tim Warner" userId="1d9b2d89684621c1" providerId="LiveId" clId="{9C1AC220-CD93-46E4-823F-E96AD2EFE762}" dt="2025-10-21T17:44:33.080" v="36" actId="20577"/>
        <pc:sldMkLst>
          <pc:docMk/>
          <pc:sldMk cId="4092314469" sldId="331"/>
        </pc:sldMkLst>
      </pc:sldChg>
      <pc:sldChg chg="modNotesTx">
        <pc:chgData name="Tim Warner" userId="1d9b2d89684621c1" providerId="LiveId" clId="{9C1AC220-CD93-46E4-823F-E96AD2EFE762}" dt="2025-10-21T17:43:12.064" v="11" actId="20577"/>
        <pc:sldMkLst>
          <pc:docMk/>
          <pc:sldMk cId="3029051065" sldId="349"/>
        </pc:sldMkLst>
      </pc:sldChg>
      <pc:sldChg chg="modNotesTx">
        <pc:chgData name="Tim Warner" userId="1d9b2d89684621c1" providerId="LiveId" clId="{9C1AC220-CD93-46E4-823F-E96AD2EFE762}" dt="2025-10-21T17:42:52.680" v="5" actId="20577"/>
        <pc:sldMkLst>
          <pc:docMk/>
          <pc:sldMk cId="523570534" sldId="350"/>
        </pc:sldMkLst>
      </pc:sldChg>
      <pc:sldChg chg="modNotesTx">
        <pc:chgData name="Tim Warner" userId="1d9b2d89684621c1" providerId="LiveId" clId="{9C1AC220-CD93-46E4-823F-E96AD2EFE762}" dt="2025-10-21T17:43:34.273" v="17" actId="20577"/>
        <pc:sldMkLst>
          <pc:docMk/>
          <pc:sldMk cId="1039900290" sldId="351"/>
        </pc:sldMkLst>
      </pc:sldChg>
      <pc:sldChg chg="modNotesTx">
        <pc:chgData name="Tim Warner" userId="1d9b2d89684621c1" providerId="LiveId" clId="{9C1AC220-CD93-46E4-823F-E96AD2EFE762}" dt="2025-10-21T17:43:53.736" v="24" actId="20577"/>
        <pc:sldMkLst>
          <pc:docMk/>
          <pc:sldMk cId="294649093" sldId="352"/>
        </pc:sldMkLst>
      </pc:sldChg>
      <pc:sldChg chg="modNotesTx">
        <pc:chgData name="Tim Warner" userId="1d9b2d89684621c1" providerId="LiveId" clId="{9C1AC220-CD93-46E4-823F-E96AD2EFE762}" dt="2025-10-21T17:44:13.176" v="30" actId="20577"/>
        <pc:sldMkLst>
          <pc:docMk/>
          <pc:sldMk cId="3952390292" sldId="353"/>
        </pc:sldMkLst>
      </pc:sldChg>
    </pc:docChg>
  </pc:docChgLst>
  <pc:docChgLst>
    <pc:chgData name="Tim Warner" userId="1d9b2d89684621c1" providerId="LiveId" clId="{714D1BBA-1A26-4734-9F47-2E733DD8EF17}"/>
    <pc:docChg chg="modSld">
      <pc:chgData name="Tim Warner" userId="1d9b2d89684621c1" providerId="LiveId" clId="{714D1BBA-1A26-4734-9F47-2E733DD8EF17}" dt="2025-06-24T20:50:19.480" v="62"/>
      <pc:docMkLst>
        <pc:docMk/>
      </pc:docMkLst>
      <pc:sldChg chg="modSp mod">
        <pc:chgData name="Tim Warner" userId="1d9b2d89684621c1" providerId="LiveId" clId="{714D1BBA-1A26-4734-9F47-2E733DD8EF17}" dt="2025-06-24T20:50:12.538" v="61"/>
        <pc:sldMkLst>
          <pc:docMk/>
          <pc:sldMk cId="914007193" sldId="347"/>
        </pc:sldMkLst>
      </pc:sldChg>
      <pc:sldChg chg="modSp mod">
        <pc:chgData name="Tim Warner" userId="1d9b2d89684621c1" providerId="LiveId" clId="{714D1BBA-1A26-4734-9F47-2E733DD8EF17}" dt="2025-06-24T20:50:19.480" v="62"/>
        <pc:sldMkLst>
          <pc:docMk/>
          <pc:sldMk cId="1161106545" sldId="348"/>
        </pc:sldMkLst>
      </pc:sldChg>
    </pc:docChg>
  </pc:docChgLst>
  <pc:docChgLst>
    <pc:chgData name="Tim Warner" userId="1d9b2d89684621c1" providerId="LiveId" clId="{CADB1D46-7252-45D7-9D19-151817DC0A18}"/>
    <pc:docChg chg="custSel addSld delSld modSld sldOrd">
      <pc:chgData name="Tim Warner" userId="1d9b2d89684621c1" providerId="LiveId" clId="{CADB1D46-7252-45D7-9D19-151817DC0A18}" dt="2025-06-21T15:14:02.879" v="325" actId="20577"/>
      <pc:docMkLst>
        <pc:docMk/>
      </pc:docMkLst>
      <pc:sldChg chg="addSp delSp modSp mod modNotesTx">
        <pc:chgData name="Tim Warner" userId="1d9b2d89684621c1" providerId="LiveId" clId="{CADB1D46-7252-45D7-9D19-151817DC0A18}" dt="2025-06-21T15:13:06.135" v="318" actId="20577"/>
        <pc:sldMkLst>
          <pc:docMk/>
          <pc:sldMk cId="2539485740" sldId="292"/>
        </pc:sldMkLst>
      </pc:sldChg>
      <pc:sldChg chg="modSp mod">
        <pc:chgData name="Tim Warner" userId="1d9b2d89684621c1" providerId="LiveId" clId="{CADB1D46-7252-45D7-9D19-151817DC0A18}" dt="2025-06-21T15:13:28.197" v="321"/>
        <pc:sldMkLst>
          <pc:docMk/>
          <pc:sldMk cId="486668636" sldId="293"/>
        </pc:sldMkLst>
      </pc:sldChg>
      <pc:sldChg chg="modSp mod">
        <pc:chgData name="Tim Warner" userId="1d9b2d89684621c1" providerId="LiveId" clId="{CADB1D46-7252-45D7-9D19-151817DC0A18}" dt="2025-06-21T15:04:00.366" v="54" actId="20577"/>
        <pc:sldMkLst>
          <pc:docMk/>
          <pc:sldMk cId="3662525184" sldId="303"/>
        </pc:sldMkLst>
      </pc:sldChg>
      <pc:sldChg chg="del">
        <pc:chgData name="Tim Warner" userId="1d9b2d89684621c1" providerId="LiveId" clId="{CADB1D46-7252-45D7-9D19-151817DC0A18}" dt="2025-06-21T15:06:24.665" v="60" actId="47"/>
        <pc:sldMkLst>
          <pc:docMk/>
          <pc:sldMk cId="1061264812" sldId="326"/>
        </pc:sldMkLst>
      </pc:sldChg>
      <pc:sldChg chg="del">
        <pc:chgData name="Tim Warner" userId="1d9b2d89684621c1" providerId="LiveId" clId="{CADB1D46-7252-45D7-9D19-151817DC0A18}" dt="2025-06-21T15:06:24.665" v="60" actId="47"/>
        <pc:sldMkLst>
          <pc:docMk/>
          <pc:sldMk cId="4082615972" sldId="328"/>
        </pc:sldMkLst>
      </pc:sldChg>
      <pc:sldChg chg="del">
        <pc:chgData name="Tim Warner" userId="1d9b2d89684621c1" providerId="LiveId" clId="{CADB1D46-7252-45D7-9D19-151817DC0A18}" dt="2025-06-21T15:06:24.665" v="60" actId="47"/>
        <pc:sldMkLst>
          <pc:docMk/>
          <pc:sldMk cId="55801264" sldId="330"/>
        </pc:sldMkLst>
      </pc:sldChg>
      <pc:sldChg chg="modSp mod ord modAnim">
        <pc:chgData name="Tim Warner" userId="1d9b2d89684621c1" providerId="LiveId" clId="{CADB1D46-7252-45D7-9D19-151817DC0A18}" dt="2025-06-21T15:07:02.591" v="147" actId="14100"/>
        <pc:sldMkLst>
          <pc:docMk/>
          <pc:sldMk cId="4092314469" sldId="331"/>
        </pc:sldMkLst>
      </pc:sldChg>
      <pc:sldChg chg="del">
        <pc:chgData name="Tim Warner" userId="1d9b2d89684621c1" providerId="LiveId" clId="{CADB1D46-7252-45D7-9D19-151817DC0A18}" dt="2025-06-21T15:06:24.665" v="60" actId="47"/>
        <pc:sldMkLst>
          <pc:docMk/>
          <pc:sldMk cId="2913861116" sldId="332"/>
        </pc:sldMkLst>
      </pc:sldChg>
      <pc:sldChg chg="del">
        <pc:chgData name="Tim Warner" userId="1d9b2d89684621c1" providerId="LiveId" clId="{CADB1D46-7252-45D7-9D19-151817DC0A18}" dt="2025-06-21T15:06:24.665" v="60" actId="47"/>
        <pc:sldMkLst>
          <pc:docMk/>
          <pc:sldMk cId="1635652136" sldId="333"/>
        </pc:sldMkLst>
      </pc:sldChg>
      <pc:sldChg chg="del">
        <pc:chgData name="Tim Warner" userId="1d9b2d89684621c1" providerId="LiveId" clId="{CADB1D46-7252-45D7-9D19-151817DC0A18}" dt="2025-06-21T15:06:24.665" v="60" actId="47"/>
        <pc:sldMkLst>
          <pc:docMk/>
          <pc:sldMk cId="3777493193" sldId="334"/>
        </pc:sldMkLst>
      </pc:sldChg>
      <pc:sldChg chg="del">
        <pc:chgData name="Tim Warner" userId="1d9b2d89684621c1" providerId="LiveId" clId="{CADB1D46-7252-45D7-9D19-151817DC0A18}" dt="2025-06-21T15:06:24.665" v="60" actId="47"/>
        <pc:sldMkLst>
          <pc:docMk/>
          <pc:sldMk cId="3654406668" sldId="335"/>
        </pc:sldMkLst>
      </pc:sldChg>
      <pc:sldChg chg="del">
        <pc:chgData name="Tim Warner" userId="1d9b2d89684621c1" providerId="LiveId" clId="{CADB1D46-7252-45D7-9D19-151817DC0A18}" dt="2025-06-21T15:06:24.665" v="60" actId="47"/>
        <pc:sldMkLst>
          <pc:docMk/>
          <pc:sldMk cId="1056272041" sldId="336"/>
        </pc:sldMkLst>
      </pc:sldChg>
      <pc:sldChg chg="del">
        <pc:chgData name="Tim Warner" userId="1d9b2d89684621c1" providerId="LiveId" clId="{CADB1D46-7252-45D7-9D19-151817DC0A18}" dt="2025-06-21T15:06:24.665" v="60" actId="47"/>
        <pc:sldMkLst>
          <pc:docMk/>
          <pc:sldMk cId="754597853" sldId="337"/>
        </pc:sldMkLst>
      </pc:sldChg>
      <pc:sldChg chg="del">
        <pc:chgData name="Tim Warner" userId="1d9b2d89684621c1" providerId="LiveId" clId="{CADB1D46-7252-45D7-9D19-151817DC0A18}" dt="2025-06-21T15:06:24.665" v="60" actId="47"/>
        <pc:sldMkLst>
          <pc:docMk/>
          <pc:sldMk cId="180794652" sldId="338"/>
        </pc:sldMkLst>
      </pc:sldChg>
      <pc:sldChg chg="del">
        <pc:chgData name="Tim Warner" userId="1d9b2d89684621c1" providerId="LiveId" clId="{CADB1D46-7252-45D7-9D19-151817DC0A18}" dt="2025-06-21T15:06:24.665" v="60" actId="47"/>
        <pc:sldMkLst>
          <pc:docMk/>
          <pc:sldMk cId="3976232242" sldId="339"/>
        </pc:sldMkLst>
      </pc:sldChg>
      <pc:sldChg chg="del">
        <pc:chgData name="Tim Warner" userId="1d9b2d89684621c1" providerId="LiveId" clId="{CADB1D46-7252-45D7-9D19-151817DC0A18}" dt="2025-06-21T15:06:24.665" v="60" actId="47"/>
        <pc:sldMkLst>
          <pc:docMk/>
          <pc:sldMk cId="4040746147" sldId="340"/>
        </pc:sldMkLst>
      </pc:sldChg>
      <pc:sldChg chg="del">
        <pc:chgData name="Tim Warner" userId="1d9b2d89684621c1" providerId="LiveId" clId="{CADB1D46-7252-45D7-9D19-151817DC0A18}" dt="2025-06-21T15:06:24.665" v="60" actId="47"/>
        <pc:sldMkLst>
          <pc:docMk/>
          <pc:sldMk cId="4170127553" sldId="341"/>
        </pc:sldMkLst>
      </pc:sldChg>
      <pc:sldChg chg="delSp modSp mod ord">
        <pc:chgData name="Tim Warner" userId="1d9b2d89684621c1" providerId="LiveId" clId="{CADB1D46-7252-45D7-9D19-151817DC0A18}" dt="2025-06-21T15:08:44.441" v="198" actId="1076"/>
        <pc:sldMkLst>
          <pc:docMk/>
          <pc:sldMk cId="4080705565" sldId="342"/>
        </pc:sldMkLst>
      </pc:sldChg>
      <pc:sldChg chg="modSp add mod">
        <pc:chgData name="Tim Warner" userId="1d9b2d89684621c1" providerId="LiveId" clId="{CADB1D46-7252-45D7-9D19-151817DC0A18}" dt="2025-06-21T15:14:02.879" v="325" actId="20577"/>
        <pc:sldMkLst>
          <pc:docMk/>
          <pc:sldMk cId="3522158024" sldId="343"/>
        </pc:sldMkLst>
      </pc:sldChg>
      <pc:sldChg chg="addSp delSp modSp add del mod">
        <pc:chgData name="Tim Warner" userId="1d9b2d89684621c1" providerId="LiveId" clId="{CADB1D46-7252-45D7-9D19-151817DC0A18}" dt="2025-06-21T15:12:04.409" v="215" actId="2696"/>
        <pc:sldMkLst>
          <pc:docMk/>
          <pc:sldMk cId="3523129307" sldId="343"/>
        </pc:sldMkLst>
      </pc:sldChg>
      <pc:sldChg chg="modSp add mod">
        <pc:chgData name="Tim Warner" userId="1d9b2d89684621c1" providerId="LiveId" clId="{CADB1D46-7252-45D7-9D19-151817DC0A18}" dt="2025-06-21T15:13:35.814" v="322"/>
        <pc:sldMkLst>
          <pc:docMk/>
          <pc:sldMk cId="2930118785" sldId="344"/>
        </pc:sldMkLst>
      </pc:sldChg>
    </pc:docChg>
  </pc:docChgLst>
  <pc:docChgLst>
    <pc:chgData name="Tim Warner" userId="1d9b2d89684621c1" providerId="LiveId" clId="{148FD2AE-EE47-47CF-AE06-3F1B073D00F6}"/>
    <pc:docChg chg="modSld">
      <pc:chgData name="Tim Warner" userId="1d9b2d89684621c1" providerId="LiveId" clId="{148FD2AE-EE47-47CF-AE06-3F1B073D00F6}" dt="2025-06-24T21:26:17.327" v="39"/>
      <pc:docMkLst>
        <pc:docMk/>
      </pc:docMkLst>
      <pc:sldChg chg="modSp mod">
        <pc:chgData name="Tim Warner" userId="1d9b2d89684621c1" providerId="LiveId" clId="{148FD2AE-EE47-47CF-AE06-3F1B073D00F6}" dt="2025-06-24T21:25:56.742" v="36" actId="20577"/>
        <pc:sldMkLst>
          <pc:docMk/>
          <pc:sldMk cId="2539485740" sldId="292"/>
        </pc:sldMkLst>
      </pc:sldChg>
      <pc:sldChg chg="modSp mod">
        <pc:chgData name="Tim Warner" userId="1d9b2d89684621c1" providerId="LiveId" clId="{148FD2AE-EE47-47CF-AE06-3F1B073D00F6}" dt="2025-06-24T21:26:05.290" v="37"/>
        <pc:sldMkLst>
          <pc:docMk/>
          <pc:sldMk cId="486668636" sldId="293"/>
        </pc:sldMkLst>
      </pc:sldChg>
      <pc:sldChg chg="modSp mod">
        <pc:chgData name="Tim Warner" userId="1d9b2d89684621c1" providerId="LiveId" clId="{148FD2AE-EE47-47CF-AE06-3F1B073D00F6}" dt="2025-06-24T21:26:11.486" v="38"/>
        <pc:sldMkLst>
          <pc:docMk/>
          <pc:sldMk cId="1829040019" sldId="343"/>
        </pc:sldMkLst>
      </pc:sldChg>
      <pc:sldChg chg="modSp mod">
        <pc:chgData name="Tim Warner" userId="1d9b2d89684621c1" providerId="LiveId" clId="{148FD2AE-EE47-47CF-AE06-3F1B073D00F6}" dt="2025-06-24T21:26:17.327" v="39"/>
        <pc:sldMkLst>
          <pc:docMk/>
          <pc:sldMk cId="947907938" sldId="346"/>
        </pc:sldMkLst>
      </pc:sldChg>
    </pc:docChg>
  </pc:docChgLst>
  <pc:docChgLst>
    <pc:chgData name="Tim Warner" userId="1d9b2d89684621c1" providerId="LiveId" clId="{71EB3F92-BC30-4D26-A14E-B13F436E5EA3}"/>
    <pc:docChg chg="addSld modSld">
      <pc:chgData name="Tim Warner" userId="1d9b2d89684621c1" providerId="LiveId" clId="{71EB3F92-BC30-4D26-A14E-B13F436E5EA3}" dt="2025-06-24T21:31:03.610" v="63"/>
      <pc:docMkLst>
        <pc:docMk/>
      </pc:docMkLst>
      <pc:sldChg chg="modSp mod">
        <pc:chgData name="Tim Warner" userId="1d9b2d89684621c1" providerId="LiveId" clId="{71EB3F92-BC30-4D26-A14E-B13F436E5EA3}" dt="2025-06-24T21:28:58.582" v="56" actId="404"/>
        <pc:sldMkLst>
          <pc:docMk/>
          <pc:sldMk cId="2539485740" sldId="292"/>
        </pc:sldMkLst>
      </pc:sldChg>
      <pc:sldChg chg="modSp add mod">
        <pc:chgData name="Tim Warner" userId="1d9b2d89684621c1" providerId="LiveId" clId="{71EB3F92-BC30-4D26-A14E-B13F436E5EA3}" dt="2025-06-24T21:31:03.610" v="63"/>
        <pc:sldMkLst>
          <pc:docMk/>
          <pc:sldMk cId="667037779" sldId="347"/>
        </pc:sldMkLst>
      </pc:sldChg>
      <pc:sldChg chg="modSp add mod">
        <pc:chgData name="Tim Warner" userId="1d9b2d89684621c1" providerId="LiveId" clId="{71EB3F92-BC30-4D26-A14E-B13F436E5EA3}" dt="2025-06-24T21:30:56.425" v="62"/>
        <pc:sldMkLst>
          <pc:docMk/>
          <pc:sldMk cId="591404376" sldId="348"/>
        </pc:sldMkLst>
      </pc:sldChg>
    </pc:docChg>
  </pc:docChgLst>
  <pc:docChgLst>
    <pc:chgData name="Tim Warner" userId="1d9b2d89684621c1" providerId="LiveId" clId="{9EE537F5-4492-46A9-8A6E-F6D0D797EC45}"/>
    <pc:docChg chg="undo redo custSel addSld delSld modSld sldOrd">
      <pc:chgData name="Tim Warner" userId="1d9b2d89684621c1" providerId="LiveId" clId="{9EE537F5-4492-46A9-8A6E-F6D0D797EC45}" dt="2023-12-18T22:23:52.550" v="1866" actId="1076"/>
      <pc:docMkLst>
        <pc:docMk/>
      </pc:docMkLst>
      <pc:sldChg chg="del">
        <pc:chgData name="Tim Warner" userId="1d9b2d89684621c1" providerId="LiveId" clId="{9EE537F5-4492-46A9-8A6E-F6D0D797EC45}" dt="2023-12-07T13:21:45.177" v="15" actId="47"/>
        <pc:sldMkLst>
          <pc:docMk/>
          <pc:sldMk cId="1359141524" sldId="269"/>
        </pc:sldMkLst>
      </pc:sldChg>
      <pc:sldChg chg="del">
        <pc:chgData name="Tim Warner" userId="1d9b2d89684621c1" providerId="LiveId" clId="{9EE537F5-4492-46A9-8A6E-F6D0D797EC45}" dt="2023-12-07T13:21:45.177" v="15" actId="47"/>
        <pc:sldMkLst>
          <pc:docMk/>
          <pc:sldMk cId="1132663081" sldId="280"/>
        </pc:sldMkLst>
      </pc:sldChg>
      <pc:sldChg chg="del">
        <pc:chgData name="Tim Warner" userId="1d9b2d89684621c1" providerId="LiveId" clId="{9EE537F5-4492-46A9-8A6E-F6D0D797EC45}" dt="2023-12-07T13:21:45.177" v="15" actId="47"/>
        <pc:sldMkLst>
          <pc:docMk/>
          <pc:sldMk cId="3198364927" sldId="281"/>
        </pc:sldMkLst>
      </pc:sldChg>
      <pc:sldChg chg="del">
        <pc:chgData name="Tim Warner" userId="1d9b2d89684621c1" providerId="LiveId" clId="{9EE537F5-4492-46A9-8A6E-F6D0D797EC45}" dt="2023-12-07T13:26:14.928" v="85" actId="47"/>
        <pc:sldMkLst>
          <pc:docMk/>
          <pc:sldMk cId="3782181354" sldId="283"/>
        </pc:sldMkLst>
      </pc:sldChg>
      <pc:sldChg chg="del">
        <pc:chgData name="Tim Warner" userId="1d9b2d89684621c1" providerId="LiveId" clId="{9EE537F5-4492-46A9-8A6E-F6D0D797EC45}" dt="2023-12-07T13:21:58.595" v="16" actId="47"/>
        <pc:sldMkLst>
          <pc:docMk/>
          <pc:sldMk cId="2081080801" sldId="284"/>
        </pc:sldMkLst>
      </pc:sldChg>
      <pc:sldChg chg="del">
        <pc:chgData name="Tim Warner" userId="1d9b2d89684621c1" providerId="LiveId" clId="{9EE537F5-4492-46A9-8A6E-F6D0D797EC45}" dt="2023-12-07T13:21:58.595" v="16" actId="47"/>
        <pc:sldMkLst>
          <pc:docMk/>
          <pc:sldMk cId="2282038944" sldId="285"/>
        </pc:sldMkLst>
      </pc:sldChg>
      <pc:sldChg chg="modSp mod ord">
        <pc:chgData name="Tim Warner" userId="1d9b2d89684621c1" providerId="LiveId" clId="{9EE537F5-4492-46A9-8A6E-F6D0D797EC45}" dt="2023-12-11T15:13:43.547" v="1305" actId="20577"/>
        <pc:sldMkLst>
          <pc:docMk/>
          <pc:sldMk cId="921485155" sldId="286"/>
        </pc:sldMkLst>
      </pc:sldChg>
      <pc:sldChg chg="del">
        <pc:chgData name="Tim Warner" userId="1d9b2d89684621c1" providerId="LiveId" clId="{9EE537F5-4492-46A9-8A6E-F6D0D797EC45}" dt="2023-12-07T13:21:45.177" v="15" actId="47"/>
        <pc:sldMkLst>
          <pc:docMk/>
          <pc:sldMk cId="558020541" sldId="287"/>
        </pc:sldMkLst>
      </pc:sldChg>
      <pc:sldChg chg="del">
        <pc:chgData name="Tim Warner" userId="1d9b2d89684621c1" providerId="LiveId" clId="{9EE537F5-4492-46A9-8A6E-F6D0D797EC45}" dt="2023-12-07T13:21:45.177" v="15" actId="47"/>
        <pc:sldMkLst>
          <pc:docMk/>
          <pc:sldMk cId="3445464586" sldId="288"/>
        </pc:sldMkLst>
      </pc:sldChg>
      <pc:sldChg chg="del">
        <pc:chgData name="Tim Warner" userId="1d9b2d89684621c1" providerId="LiveId" clId="{9EE537F5-4492-46A9-8A6E-F6D0D797EC45}" dt="2023-12-07T13:21:45.177" v="15" actId="47"/>
        <pc:sldMkLst>
          <pc:docMk/>
          <pc:sldMk cId="2882273727" sldId="289"/>
        </pc:sldMkLst>
      </pc:sldChg>
      <pc:sldChg chg="del">
        <pc:chgData name="Tim Warner" userId="1d9b2d89684621c1" providerId="LiveId" clId="{9EE537F5-4492-46A9-8A6E-F6D0D797EC45}" dt="2023-12-07T13:21:45.177" v="15" actId="47"/>
        <pc:sldMkLst>
          <pc:docMk/>
          <pc:sldMk cId="811801111" sldId="290"/>
        </pc:sldMkLst>
      </pc:sldChg>
      <pc:sldChg chg="del">
        <pc:chgData name="Tim Warner" userId="1d9b2d89684621c1" providerId="LiveId" clId="{9EE537F5-4492-46A9-8A6E-F6D0D797EC45}" dt="2023-12-07T13:21:45.177" v="15" actId="47"/>
        <pc:sldMkLst>
          <pc:docMk/>
          <pc:sldMk cId="2200105640" sldId="291"/>
        </pc:sldMkLst>
      </pc:sldChg>
      <pc:sldChg chg="modSp add mod">
        <pc:chgData name="Tim Warner" userId="1d9b2d89684621c1" providerId="LiveId" clId="{9EE537F5-4492-46A9-8A6E-F6D0D797EC45}" dt="2023-12-07T13:27:44.664" v="168" actId="20577"/>
        <pc:sldMkLst>
          <pc:docMk/>
          <pc:sldMk cId="4076051784" sldId="294"/>
        </pc:sldMkLst>
      </pc:sldChg>
      <pc:sldChg chg="addSp delSp modSp add mod">
        <pc:chgData name="Tim Warner" userId="1d9b2d89684621c1" providerId="LiveId" clId="{9EE537F5-4492-46A9-8A6E-F6D0D797EC45}" dt="2023-12-18T22:20:45.573" v="1760" actId="478"/>
        <pc:sldMkLst>
          <pc:docMk/>
          <pc:sldMk cId="3012217069" sldId="295"/>
        </pc:sldMkLst>
      </pc:sldChg>
      <pc:sldChg chg="modSp add mod">
        <pc:chgData name="Tim Warner" userId="1d9b2d89684621c1" providerId="LiveId" clId="{9EE537F5-4492-46A9-8A6E-F6D0D797EC45}" dt="2023-12-07T13:28:03.071" v="189" actId="20577"/>
        <pc:sldMkLst>
          <pc:docMk/>
          <pc:sldMk cId="3233535526" sldId="296"/>
        </pc:sldMkLst>
      </pc:sldChg>
      <pc:sldChg chg="addSp delSp modSp add mod">
        <pc:chgData name="Tim Warner" userId="1d9b2d89684621c1" providerId="LiveId" clId="{9EE537F5-4492-46A9-8A6E-F6D0D797EC45}" dt="2023-12-18T22:21:16.795" v="1766" actId="21"/>
        <pc:sldMkLst>
          <pc:docMk/>
          <pc:sldMk cId="432470322" sldId="297"/>
        </pc:sldMkLst>
      </pc:sldChg>
      <pc:sldChg chg="modSp add mod">
        <pc:chgData name="Tim Warner" userId="1d9b2d89684621c1" providerId="LiveId" clId="{9EE537F5-4492-46A9-8A6E-F6D0D797EC45}" dt="2023-12-07T13:28:16.186" v="208" actId="20577"/>
        <pc:sldMkLst>
          <pc:docMk/>
          <pc:sldMk cId="377717918" sldId="298"/>
        </pc:sldMkLst>
      </pc:sldChg>
      <pc:sldChg chg="addSp delSp modSp add mod">
        <pc:chgData name="Tim Warner" userId="1d9b2d89684621c1" providerId="LiveId" clId="{9EE537F5-4492-46A9-8A6E-F6D0D797EC45}" dt="2023-12-18T22:22:27.623" v="1855" actId="478"/>
        <pc:sldMkLst>
          <pc:docMk/>
          <pc:sldMk cId="1440321308" sldId="299"/>
        </pc:sldMkLst>
      </pc:sldChg>
      <pc:sldChg chg="modSp add mod">
        <pc:chgData name="Tim Warner" userId="1d9b2d89684621c1" providerId="LiveId" clId="{9EE537F5-4492-46A9-8A6E-F6D0D797EC45}" dt="2023-12-07T13:28:32.755" v="210" actId="1076"/>
        <pc:sldMkLst>
          <pc:docMk/>
          <pc:sldMk cId="490186796" sldId="300"/>
        </pc:sldMkLst>
      </pc:sldChg>
      <pc:sldChg chg="addSp delSp modSp add mod">
        <pc:chgData name="Tim Warner" userId="1d9b2d89684621c1" providerId="LiveId" clId="{9EE537F5-4492-46A9-8A6E-F6D0D797EC45}" dt="2023-12-18T22:23:25.095" v="1862" actId="113"/>
        <pc:sldMkLst>
          <pc:docMk/>
          <pc:sldMk cId="2614713382" sldId="301"/>
        </pc:sldMkLst>
      </pc:sldChg>
      <pc:sldChg chg="addSp delSp modSp new mod modClrScheme chgLayout">
        <pc:chgData name="Tim Warner" userId="1d9b2d89684621c1" providerId="LiveId" clId="{9EE537F5-4492-46A9-8A6E-F6D0D797EC45}" dt="2023-12-11T15:16:57.417" v="1611" actId="20577"/>
        <pc:sldMkLst>
          <pc:docMk/>
          <pc:sldMk cId="378133628" sldId="302"/>
        </pc:sldMkLst>
      </pc:sldChg>
      <pc:sldChg chg="addSp delSp modSp new mod chgLayout">
        <pc:chgData name="Tim Warner" userId="1d9b2d89684621c1" providerId="LiveId" clId="{9EE537F5-4492-46A9-8A6E-F6D0D797EC45}" dt="2023-12-07T13:31:06.281" v="338" actId="1076"/>
        <pc:sldMkLst>
          <pc:docMk/>
          <pc:sldMk cId="3662525184" sldId="303"/>
        </pc:sldMkLst>
      </pc:sldChg>
      <pc:sldChg chg="modSp add mod modCm">
        <pc:chgData name="Tim Warner" userId="1d9b2d89684621c1" providerId="LiveId" clId="{9EE537F5-4492-46A9-8A6E-F6D0D797EC45}" dt="2023-12-13T19:36:36.209" v="1697" actId="20577"/>
        <pc:sldMkLst>
          <pc:docMk/>
          <pc:sldMk cId="2507876813" sldId="304"/>
        </pc:sldMkLst>
        <pc:extLst>
          <p:ext xmlns:p="http://schemas.openxmlformats.org/presentationml/2006/main" uri="{D6D511B9-2390-475A-947B-AFAB55BFBCF1}">
            <pc226:cmChg xmlns:pc226="http://schemas.microsoft.com/office/powerpoint/2022/06/main/command" chg="">
              <pc226:chgData name="Tim Warner" userId="1d9b2d89684621c1" providerId="LiveId" clId="{9EE537F5-4492-46A9-8A6E-F6D0D797EC45}" dt="2023-12-13T19:35:32.612" v="1627"/>
              <pc2:cmMkLst xmlns:pc2="http://schemas.microsoft.com/office/powerpoint/2019/9/main/command">
                <pc:docMk/>
                <pc:sldMk cId="2507876813" sldId="304"/>
                <pc2:cmMk id="{F9DC116C-7B99-44B4-A066-B9294A445BBE}"/>
              </pc2:cmMkLst>
              <pc226:cmRplyChg chg="add">
                <pc226:chgData name="Tim Warner" userId="1d9b2d89684621c1" providerId="LiveId" clId="{9EE537F5-4492-46A9-8A6E-F6D0D797EC45}" dt="2023-12-13T19:35:32.612" v="1627"/>
                <pc2:cmRplyMkLst xmlns:pc2="http://schemas.microsoft.com/office/powerpoint/2019/9/main/command">
                  <pc:docMk/>
                  <pc:sldMk cId="2507876813" sldId="304"/>
                  <pc2:cmMk id="{F9DC116C-7B99-44B4-A066-B9294A445BBE}"/>
                  <pc2:cmRplyMk id="{9754AD91-19EA-46C3-B507-59D99BC37D7D}"/>
                </pc2:cmRplyMkLst>
              </pc226:cmRplyChg>
            </pc226:cmChg>
          </p:ext>
        </pc:extLst>
      </pc:sldChg>
      <pc:sldChg chg="modSp add mod">
        <pc:chgData name="Tim Warner" userId="1d9b2d89684621c1" providerId="LiveId" clId="{9EE537F5-4492-46A9-8A6E-F6D0D797EC45}" dt="2023-12-11T14:47:29.823" v="444"/>
        <pc:sldMkLst>
          <pc:docMk/>
          <pc:sldMk cId="890312440" sldId="305"/>
        </pc:sldMkLst>
      </pc:sldChg>
      <pc:sldChg chg="addSp delSp modSp new mod">
        <pc:chgData name="Tim Warner" userId="1d9b2d89684621c1" providerId="LiveId" clId="{9EE537F5-4492-46A9-8A6E-F6D0D797EC45}" dt="2023-12-18T22:16:04.766" v="1731" actId="478"/>
        <pc:sldMkLst>
          <pc:docMk/>
          <pc:sldMk cId="1865509328" sldId="306"/>
        </pc:sldMkLst>
      </pc:sldChg>
      <pc:sldChg chg="modSp add mod">
        <pc:chgData name="Tim Warner" userId="1d9b2d89684621c1" providerId="LiveId" clId="{9EE537F5-4492-46A9-8A6E-F6D0D797EC45}" dt="2023-12-11T14:53:27.583" v="766" actId="20577"/>
        <pc:sldMkLst>
          <pc:docMk/>
          <pc:sldMk cId="1134760516" sldId="307"/>
        </pc:sldMkLst>
      </pc:sldChg>
      <pc:sldChg chg="delSp modSp add mod">
        <pc:chgData name="Tim Warner" userId="1d9b2d89684621c1" providerId="LiveId" clId="{9EE537F5-4492-46A9-8A6E-F6D0D797EC45}" dt="2023-12-18T22:16:01.822" v="1730" actId="20577"/>
        <pc:sldMkLst>
          <pc:docMk/>
          <pc:sldMk cId="2977991168" sldId="308"/>
        </pc:sldMkLst>
      </pc:sldChg>
      <pc:sldChg chg="delSp modSp add mod">
        <pc:chgData name="Tim Warner" userId="1d9b2d89684621c1" providerId="LiveId" clId="{9EE537F5-4492-46A9-8A6E-F6D0D797EC45}" dt="2023-12-18T22:20:35.543" v="1759" actId="20577"/>
        <pc:sldMkLst>
          <pc:docMk/>
          <pc:sldMk cId="656300170" sldId="309"/>
        </pc:sldMkLst>
      </pc:sldChg>
      <pc:sldChg chg="addSp delSp modSp add mod">
        <pc:chgData name="Tim Warner" userId="1d9b2d89684621c1" providerId="LiveId" clId="{9EE537F5-4492-46A9-8A6E-F6D0D797EC45}" dt="2023-12-18T22:21:38.707" v="1793" actId="478"/>
        <pc:sldMkLst>
          <pc:docMk/>
          <pc:sldMk cId="3223982532" sldId="310"/>
        </pc:sldMkLst>
      </pc:sldChg>
      <pc:sldChg chg="addSp delSp modSp add mod">
        <pc:chgData name="Tim Warner" userId="1d9b2d89684621c1" providerId="LiveId" clId="{9EE537F5-4492-46A9-8A6E-F6D0D797EC45}" dt="2023-12-18T22:22:24.694" v="1854" actId="478"/>
        <pc:sldMkLst>
          <pc:docMk/>
          <pc:sldMk cId="157688393" sldId="311"/>
        </pc:sldMkLst>
      </pc:sldChg>
      <pc:sldChg chg="modSp add mod">
        <pc:chgData name="Tim Warner" userId="1d9b2d89684621c1" providerId="LiveId" clId="{9EE537F5-4492-46A9-8A6E-F6D0D797EC45}" dt="2023-12-18T22:23:52.550" v="1866" actId="1076"/>
        <pc:sldMkLst>
          <pc:docMk/>
          <pc:sldMk cId="314385709" sldId="312"/>
        </pc:sldMkLst>
      </pc:sldChg>
      <pc:sldChg chg="add del">
        <pc:chgData name="Tim Warner" userId="1d9b2d89684621c1" providerId="LiveId" clId="{9EE537F5-4492-46A9-8A6E-F6D0D797EC45}" dt="2023-12-07T13:21:45.177" v="15" actId="47"/>
        <pc:sldMkLst>
          <pc:docMk/>
          <pc:sldMk cId="3301194106" sldId="779"/>
        </pc:sldMkLst>
      </pc:sldChg>
    </pc:docChg>
  </pc:docChgLst>
  <pc:docChgLst>
    <pc:chgData name="Tim Warner" userId="1d9b2d89684621c1" providerId="LiveId" clId="{9A7F7F4D-19DD-4660-B7A4-5A018234B85D}"/>
    <pc:docChg chg="delSld modSld">
      <pc:chgData name="Tim Warner" userId="1d9b2d89684621c1" providerId="LiveId" clId="{9A7F7F4D-19DD-4660-B7A4-5A018234B85D}" dt="2025-06-24T21:11:54.225" v="37"/>
      <pc:docMkLst>
        <pc:docMk/>
      </pc:docMkLst>
      <pc:sldChg chg="modSp mod">
        <pc:chgData name="Tim Warner" userId="1d9b2d89684621c1" providerId="LiveId" clId="{9A7F7F4D-19DD-4660-B7A4-5A018234B85D}" dt="2025-06-24T21:11:54.225" v="37"/>
        <pc:sldMkLst>
          <pc:docMk/>
          <pc:sldMk cId="578841353" sldId="347"/>
        </pc:sldMkLst>
      </pc:sldChg>
      <pc:sldChg chg="del">
        <pc:chgData name="Tim Warner" userId="1d9b2d89684621c1" providerId="LiveId" clId="{9A7F7F4D-19DD-4660-B7A4-5A018234B85D}" dt="2025-06-24T21:11:24.612" v="33" actId="2696"/>
        <pc:sldMkLst>
          <pc:docMk/>
          <pc:sldMk cId="2481810106" sldId="348"/>
        </pc:sldMkLst>
      </pc:sldChg>
      <pc:sldChg chg="del">
        <pc:chgData name="Tim Warner" userId="1d9b2d89684621c1" providerId="LiveId" clId="{9A7F7F4D-19DD-4660-B7A4-5A018234B85D}" dt="2025-06-24T21:11:24.612" v="33" actId="2696"/>
        <pc:sldMkLst>
          <pc:docMk/>
          <pc:sldMk cId="2982385580" sldId="349"/>
        </pc:sldMkLst>
      </pc:sldChg>
    </pc:docChg>
  </pc:docChgLst>
  <pc:docChgLst>
    <pc:chgData name="Tim Warner" userId="1d9b2d89684621c1" providerId="LiveId" clId="{049A3222-CDBA-4E39-B7BD-CAD1354B2092}"/>
    <pc:docChg chg="undo custSel addSld delSld modSld modMainMaster modShowInfo">
      <pc:chgData name="Tim Warner" userId="1d9b2d89684621c1" providerId="LiveId" clId="{049A3222-CDBA-4E39-B7BD-CAD1354B2092}" dt="2024-04-01T16:58:06.208" v="1673" actId="2744"/>
      <pc:docMkLst>
        <pc:docMk/>
      </pc:docMkLst>
      <pc:sldChg chg="modSp mod modAnim">
        <pc:chgData name="Tim Warner" userId="1d9b2d89684621c1" providerId="LiveId" clId="{049A3222-CDBA-4E39-B7BD-CAD1354B2092}" dt="2024-04-01T01:59:28.253" v="1331" actId="20577"/>
        <pc:sldMkLst>
          <pc:docMk/>
          <pc:sldMk cId="921485155" sldId="286"/>
        </pc:sldMkLst>
      </pc:sldChg>
      <pc:sldChg chg="add del">
        <pc:chgData name="Tim Warner" userId="1d9b2d89684621c1" providerId="LiveId" clId="{049A3222-CDBA-4E39-B7BD-CAD1354B2092}" dt="2024-03-28T18:18:39.917" v="1002" actId="2696"/>
        <pc:sldMkLst>
          <pc:docMk/>
          <pc:sldMk cId="2200105640" sldId="291"/>
        </pc:sldMkLst>
      </pc:sldChg>
      <pc:sldChg chg="modSp add del mod modClrScheme modShow chgLayout modNotesTx">
        <pc:chgData name="Tim Warner" userId="1d9b2d89684621c1" providerId="LiveId" clId="{049A3222-CDBA-4E39-B7BD-CAD1354B2092}" dt="2024-03-31T13:12:28.091" v="1195" actId="20577"/>
        <pc:sldMkLst>
          <pc:docMk/>
          <pc:sldMk cId="378133628" sldId="302"/>
        </pc:sldMkLst>
      </pc:sldChg>
      <pc:sldChg chg="modSp">
        <pc:chgData name="Tim Warner" userId="1d9b2d89684621c1" providerId="LiveId" clId="{049A3222-CDBA-4E39-B7BD-CAD1354B2092}" dt="2024-03-28T18:03:16.114" v="922"/>
        <pc:sldMkLst>
          <pc:docMk/>
          <pc:sldMk cId="3662525184" sldId="303"/>
        </pc:sldMkLst>
      </pc:sldChg>
      <pc:sldChg chg="addSp modSp add del mod modAnim">
        <pc:chgData name="Tim Warner" userId="1d9b2d89684621c1" providerId="LiveId" clId="{049A3222-CDBA-4E39-B7BD-CAD1354B2092}" dt="2024-04-01T16:56:05.057" v="1667" actId="167"/>
        <pc:sldMkLst>
          <pc:docMk/>
          <pc:sldMk cId="157688393" sldId="311"/>
        </pc:sldMkLst>
      </pc:sldChg>
      <pc:sldChg chg="modSp mod modClrScheme modAnim chgLayout">
        <pc:chgData name="Tim Warner" userId="1d9b2d89684621c1" providerId="LiveId" clId="{049A3222-CDBA-4E39-B7BD-CAD1354B2092}" dt="2024-04-01T16:50:04.195" v="1474" actId="20577"/>
        <pc:sldMkLst>
          <pc:docMk/>
          <pc:sldMk cId="2601488157" sldId="313"/>
        </pc:sldMkLst>
      </pc:sldChg>
      <pc:sldChg chg="modSp mod modAnim">
        <pc:chgData name="Tim Warner" userId="1d9b2d89684621c1" providerId="LiveId" clId="{049A3222-CDBA-4E39-B7BD-CAD1354B2092}" dt="2024-04-01T02:02:01.807" v="1386" actId="20577"/>
        <pc:sldMkLst>
          <pc:docMk/>
          <pc:sldMk cId="1087036720" sldId="315"/>
        </pc:sldMkLst>
      </pc:sldChg>
      <pc:sldChg chg="modSp mod modAnim modNotesTx">
        <pc:chgData name="Tim Warner" userId="1d9b2d89684621c1" providerId="LiveId" clId="{049A3222-CDBA-4E39-B7BD-CAD1354B2092}" dt="2024-04-01T02:02:09.973" v="1388" actId="20577"/>
        <pc:sldMkLst>
          <pc:docMk/>
          <pc:sldMk cId="2612742259" sldId="317"/>
        </pc:sldMkLst>
      </pc:sldChg>
      <pc:sldChg chg="modSp mod modAnim">
        <pc:chgData name="Tim Warner" userId="1d9b2d89684621c1" providerId="LiveId" clId="{049A3222-CDBA-4E39-B7BD-CAD1354B2092}" dt="2024-03-28T18:13:00.081" v="1000" actId="20577"/>
        <pc:sldMkLst>
          <pc:docMk/>
          <pc:sldMk cId="2882261712" sldId="319"/>
        </pc:sldMkLst>
      </pc:sldChg>
      <pc:sldChg chg="modSp add mod modAnim">
        <pc:chgData name="Tim Warner" userId="1d9b2d89684621c1" providerId="LiveId" clId="{049A3222-CDBA-4E39-B7BD-CAD1354B2092}" dt="2024-04-01T16:52:39.850" v="1628" actId="20577"/>
        <pc:sldMkLst>
          <pc:docMk/>
          <pc:sldMk cId="3235755691" sldId="320"/>
        </pc:sldMkLst>
      </pc:sldChg>
      <pc:sldChg chg="modSp add mod modAnim">
        <pc:chgData name="Tim Warner" userId="1d9b2d89684621c1" providerId="LiveId" clId="{049A3222-CDBA-4E39-B7BD-CAD1354B2092}" dt="2024-04-01T16:50:38.044" v="1544" actId="20577"/>
        <pc:sldMkLst>
          <pc:docMk/>
          <pc:sldMk cId="59359989" sldId="321"/>
        </pc:sldMkLst>
      </pc:sldChg>
      <pc:sldChg chg="modSp add mod modAnim">
        <pc:chgData name="Tim Warner" userId="1d9b2d89684621c1" providerId="LiveId" clId="{049A3222-CDBA-4E39-B7BD-CAD1354B2092}" dt="2024-03-28T18:11:23.231" v="974" actId="15"/>
        <pc:sldMkLst>
          <pc:docMk/>
          <pc:sldMk cId="3302658962" sldId="322"/>
        </pc:sldMkLst>
      </pc:sldChg>
      <pc:sldChg chg="modSp add mod modAnim">
        <pc:chgData name="Tim Warner" userId="1d9b2d89684621c1" providerId="LiveId" clId="{049A3222-CDBA-4E39-B7BD-CAD1354B2092}" dt="2024-04-01T02:01:56.068" v="1384" actId="20577"/>
        <pc:sldMkLst>
          <pc:docMk/>
          <pc:sldMk cId="2760655617" sldId="323"/>
        </pc:sldMkLst>
      </pc:sldChg>
      <pc:sldChg chg="modSp add mod modAnim">
        <pc:chgData name="Tim Warner" userId="1d9b2d89684621c1" providerId="LiveId" clId="{049A3222-CDBA-4E39-B7BD-CAD1354B2092}" dt="2024-04-01T02:03:33.576" v="1389" actId="20578"/>
        <pc:sldMkLst>
          <pc:docMk/>
          <pc:sldMk cId="2319311322" sldId="324"/>
        </pc:sldMkLst>
      </pc:sldChg>
      <pc:sldChg chg="modSp add mod modAnim modNotesTx">
        <pc:chgData name="Tim Warner" userId="1d9b2d89684621c1" providerId="LiveId" clId="{049A3222-CDBA-4E39-B7BD-CAD1354B2092}" dt="2024-03-28T18:03:16.114" v="922"/>
        <pc:sldMkLst>
          <pc:docMk/>
          <pc:sldMk cId="333546607" sldId="325"/>
        </pc:sldMkLst>
      </pc:sldChg>
      <pc:sldChg chg="modSp add mod modAnim modNotesTx">
        <pc:chgData name="Tim Warner" userId="1d9b2d89684621c1" providerId="LiveId" clId="{049A3222-CDBA-4E39-B7BD-CAD1354B2092}" dt="2024-04-01T16:51:49.193" v="1591" actId="20577"/>
        <pc:sldMkLst>
          <pc:docMk/>
          <pc:sldMk cId="1466913053" sldId="326"/>
        </pc:sldMkLst>
      </pc:sldChg>
      <pc:sldChg chg="modSp add mod modAnim">
        <pc:chgData name="Tim Warner" userId="1d9b2d89684621c1" providerId="LiveId" clId="{049A3222-CDBA-4E39-B7BD-CAD1354B2092}" dt="2024-03-28T18:11:42.829" v="983" actId="113"/>
        <pc:sldMkLst>
          <pc:docMk/>
          <pc:sldMk cId="569040605" sldId="327"/>
        </pc:sldMkLst>
      </pc:sldChg>
      <pc:sldChg chg="modSp add mod modAnim">
        <pc:chgData name="Tim Warner" userId="1d9b2d89684621c1" providerId="LiveId" clId="{049A3222-CDBA-4E39-B7BD-CAD1354B2092}" dt="2024-03-28T18:12:35.586" v="991" actId="20577"/>
        <pc:sldMkLst>
          <pc:docMk/>
          <pc:sldMk cId="2754074232" sldId="328"/>
        </pc:sldMkLst>
      </pc:sldChg>
      <pc:sldChg chg="modSp add mod modAnim">
        <pc:chgData name="Tim Warner" userId="1d9b2d89684621c1" providerId="LiveId" clId="{049A3222-CDBA-4E39-B7BD-CAD1354B2092}" dt="2024-03-28T18:03:16.114" v="922"/>
        <pc:sldMkLst>
          <pc:docMk/>
          <pc:sldMk cId="2815800109" sldId="329"/>
        </pc:sldMkLst>
      </pc:sldChg>
      <pc:sldChg chg="addSp modSp add del mod modAnim">
        <pc:chgData name="Tim Warner" userId="1d9b2d89684621c1" providerId="LiveId" clId="{049A3222-CDBA-4E39-B7BD-CAD1354B2092}" dt="2024-04-01T16:56:44.008" v="1670" actId="20577"/>
        <pc:sldMkLst>
          <pc:docMk/>
          <pc:sldMk cId="2051929106" sldId="330"/>
        </pc:sldMkLst>
      </pc:sldChg>
      <pc:sldChg chg="modSp add mod modAnim">
        <pc:chgData name="Tim Warner" userId="1d9b2d89684621c1" providerId="LiveId" clId="{049A3222-CDBA-4E39-B7BD-CAD1354B2092}" dt="2024-04-01T16:48:55.531" v="1420" actId="20577"/>
        <pc:sldMkLst>
          <pc:docMk/>
          <pc:sldMk cId="3372268560" sldId="331"/>
        </pc:sldMkLst>
      </pc:sldChg>
      <pc:sldMasterChg chg="addSp modSldLayout">
        <pc:chgData name="Tim Warner" userId="1d9b2d89684621c1" providerId="LiveId" clId="{049A3222-CDBA-4E39-B7BD-CAD1354B2092}" dt="2024-03-28T18:01:37.789" v="919"/>
        <pc:sldMasterMkLst>
          <pc:docMk/>
          <pc:sldMasterMk cId="3561493546" sldId="2147483666"/>
        </pc:sldMasterMkLst>
        <pc:sldLayoutChg chg="addSp">
          <pc:chgData name="Tim Warner" userId="1d9b2d89684621c1" providerId="LiveId" clId="{049A3222-CDBA-4E39-B7BD-CAD1354B2092}" dt="2024-03-28T18:01:37.789" v="919"/>
          <pc:sldLayoutMkLst>
            <pc:docMk/>
            <pc:sldMasterMk cId="3561493546" sldId="2147483666"/>
            <pc:sldLayoutMk cId="1025742477" sldId="2147483667"/>
          </pc:sldLayoutMkLst>
        </pc:sldLayoutChg>
        <pc:sldLayoutChg chg="addSp">
          <pc:chgData name="Tim Warner" userId="1d9b2d89684621c1" providerId="LiveId" clId="{049A3222-CDBA-4E39-B7BD-CAD1354B2092}" dt="2024-03-28T18:01:37.789" v="919"/>
          <pc:sldLayoutMkLst>
            <pc:docMk/>
            <pc:sldMasterMk cId="3561493546" sldId="2147483666"/>
            <pc:sldLayoutMk cId="276551598" sldId="2147483668"/>
          </pc:sldLayoutMkLst>
        </pc:sldLayoutChg>
        <pc:sldLayoutChg chg="addSp">
          <pc:chgData name="Tim Warner" userId="1d9b2d89684621c1" providerId="LiveId" clId="{049A3222-CDBA-4E39-B7BD-CAD1354B2092}" dt="2024-03-28T18:01:37.789" v="919"/>
          <pc:sldLayoutMkLst>
            <pc:docMk/>
            <pc:sldMasterMk cId="3561493546" sldId="2147483666"/>
            <pc:sldLayoutMk cId="1684873760" sldId="2147483669"/>
          </pc:sldLayoutMkLst>
        </pc:sldLayoutChg>
        <pc:sldLayoutChg chg="addSp">
          <pc:chgData name="Tim Warner" userId="1d9b2d89684621c1" providerId="LiveId" clId="{049A3222-CDBA-4E39-B7BD-CAD1354B2092}" dt="2024-03-28T18:01:37.789" v="919"/>
          <pc:sldLayoutMkLst>
            <pc:docMk/>
            <pc:sldMasterMk cId="3561493546" sldId="2147483666"/>
            <pc:sldLayoutMk cId="3153504984" sldId="2147483670"/>
          </pc:sldLayoutMkLst>
        </pc:sldLayoutChg>
        <pc:sldLayoutChg chg="addSp">
          <pc:chgData name="Tim Warner" userId="1d9b2d89684621c1" providerId="LiveId" clId="{049A3222-CDBA-4E39-B7BD-CAD1354B2092}" dt="2024-03-28T18:01:37.789" v="919"/>
          <pc:sldLayoutMkLst>
            <pc:docMk/>
            <pc:sldMasterMk cId="3561493546" sldId="2147483666"/>
            <pc:sldLayoutMk cId="1151734571" sldId="2147483671"/>
          </pc:sldLayoutMkLst>
        </pc:sldLayoutChg>
        <pc:sldLayoutChg chg="addSp">
          <pc:chgData name="Tim Warner" userId="1d9b2d89684621c1" providerId="LiveId" clId="{049A3222-CDBA-4E39-B7BD-CAD1354B2092}" dt="2024-03-28T18:01:37.789" v="919"/>
          <pc:sldLayoutMkLst>
            <pc:docMk/>
            <pc:sldMasterMk cId="3561493546" sldId="2147483666"/>
            <pc:sldLayoutMk cId="276703820" sldId="2147483672"/>
          </pc:sldLayoutMkLst>
        </pc:sldLayoutChg>
        <pc:sldLayoutChg chg="addSp">
          <pc:chgData name="Tim Warner" userId="1d9b2d89684621c1" providerId="LiveId" clId="{049A3222-CDBA-4E39-B7BD-CAD1354B2092}" dt="2024-03-28T18:01:37.789" v="919"/>
          <pc:sldLayoutMkLst>
            <pc:docMk/>
            <pc:sldMasterMk cId="3561493546" sldId="2147483666"/>
            <pc:sldLayoutMk cId="1425080240" sldId="2147483673"/>
          </pc:sldLayoutMkLst>
        </pc:sldLayoutChg>
        <pc:sldLayoutChg chg="addSp">
          <pc:chgData name="Tim Warner" userId="1d9b2d89684621c1" providerId="LiveId" clId="{049A3222-CDBA-4E39-B7BD-CAD1354B2092}" dt="2024-03-28T18:01:37.789" v="919"/>
          <pc:sldLayoutMkLst>
            <pc:docMk/>
            <pc:sldMasterMk cId="3561493546" sldId="2147483666"/>
            <pc:sldLayoutMk cId="2395301852" sldId="2147483674"/>
          </pc:sldLayoutMkLst>
        </pc:sldLayoutChg>
        <pc:sldLayoutChg chg="addSp">
          <pc:chgData name="Tim Warner" userId="1d9b2d89684621c1" providerId="LiveId" clId="{049A3222-CDBA-4E39-B7BD-CAD1354B2092}" dt="2024-03-28T18:01:37.789" v="919"/>
          <pc:sldLayoutMkLst>
            <pc:docMk/>
            <pc:sldMasterMk cId="3561493546" sldId="2147483666"/>
            <pc:sldLayoutMk cId="146116765" sldId="2147483675"/>
          </pc:sldLayoutMkLst>
        </pc:sldLayoutChg>
      </pc:sldMasterChg>
      <pc:sldMasterChg chg="addSp modSldLayout">
        <pc:chgData name="Tim Warner" userId="1d9b2d89684621c1" providerId="LiveId" clId="{049A3222-CDBA-4E39-B7BD-CAD1354B2092}" dt="2024-03-28T18:02:01.089" v="920"/>
        <pc:sldMasterMkLst>
          <pc:docMk/>
          <pc:sldMasterMk cId="1213487532" sldId="2147483676"/>
        </pc:sldMasterMkLst>
        <pc:sldLayoutChg chg="addSp">
          <pc:chgData name="Tim Warner" userId="1d9b2d89684621c1" providerId="LiveId" clId="{049A3222-CDBA-4E39-B7BD-CAD1354B2092}" dt="2024-03-28T18:02:01.089" v="920"/>
          <pc:sldLayoutMkLst>
            <pc:docMk/>
            <pc:sldMasterMk cId="1213487532" sldId="2147483676"/>
            <pc:sldLayoutMk cId="201298863" sldId="2147483677"/>
          </pc:sldLayoutMkLst>
        </pc:sldLayoutChg>
        <pc:sldLayoutChg chg="addSp">
          <pc:chgData name="Tim Warner" userId="1d9b2d89684621c1" providerId="LiveId" clId="{049A3222-CDBA-4E39-B7BD-CAD1354B2092}" dt="2024-03-28T18:02:01.089" v="920"/>
          <pc:sldLayoutMkLst>
            <pc:docMk/>
            <pc:sldMasterMk cId="1213487532" sldId="2147483676"/>
            <pc:sldLayoutMk cId="835686182" sldId="2147483678"/>
          </pc:sldLayoutMkLst>
        </pc:sldLayoutChg>
        <pc:sldLayoutChg chg="addSp">
          <pc:chgData name="Tim Warner" userId="1d9b2d89684621c1" providerId="LiveId" clId="{049A3222-CDBA-4E39-B7BD-CAD1354B2092}" dt="2024-03-28T18:02:01.089" v="920"/>
          <pc:sldLayoutMkLst>
            <pc:docMk/>
            <pc:sldMasterMk cId="1213487532" sldId="2147483676"/>
            <pc:sldLayoutMk cId="974189448" sldId="2147483679"/>
          </pc:sldLayoutMkLst>
        </pc:sldLayoutChg>
        <pc:sldLayoutChg chg="addSp">
          <pc:chgData name="Tim Warner" userId="1d9b2d89684621c1" providerId="LiveId" clId="{049A3222-CDBA-4E39-B7BD-CAD1354B2092}" dt="2024-03-28T18:02:01.089" v="920"/>
          <pc:sldLayoutMkLst>
            <pc:docMk/>
            <pc:sldMasterMk cId="1213487532" sldId="2147483676"/>
            <pc:sldLayoutMk cId="3002776102" sldId="2147483680"/>
          </pc:sldLayoutMkLst>
        </pc:sldLayoutChg>
        <pc:sldLayoutChg chg="addSp">
          <pc:chgData name="Tim Warner" userId="1d9b2d89684621c1" providerId="LiveId" clId="{049A3222-CDBA-4E39-B7BD-CAD1354B2092}" dt="2024-03-28T18:02:01.089" v="920"/>
          <pc:sldLayoutMkLst>
            <pc:docMk/>
            <pc:sldMasterMk cId="1213487532" sldId="2147483676"/>
            <pc:sldLayoutMk cId="3123423124" sldId="2147483681"/>
          </pc:sldLayoutMkLst>
        </pc:sldLayoutChg>
        <pc:sldLayoutChg chg="addSp">
          <pc:chgData name="Tim Warner" userId="1d9b2d89684621c1" providerId="LiveId" clId="{049A3222-CDBA-4E39-B7BD-CAD1354B2092}" dt="2024-03-28T18:02:01.089" v="920"/>
          <pc:sldLayoutMkLst>
            <pc:docMk/>
            <pc:sldMasterMk cId="1213487532" sldId="2147483676"/>
            <pc:sldLayoutMk cId="1563496081" sldId="2147483682"/>
          </pc:sldLayoutMkLst>
        </pc:sldLayoutChg>
        <pc:sldLayoutChg chg="addSp">
          <pc:chgData name="Tim Warner" userId="1d9b2d89684621c1" providerId="LiveId" clId="{049A3222-CDBA-4E39-B7BD-CAD1354B2092}" dt="2024-03-28T18:02:01.089" v="920"/>
          <pc:sldLayoutMkLst>
            <pc:docMk/>
            <pc:sldMasterMk cId="1213487532" sldId="2147483676"/>
            <pc:sldLayoutMk cId="1234905106" sldId="2147483683"/>
          </pc:sldLayoutMkLst>
        </pc:sldLayoutChg>
        <pc:sldLayoutChg chg="addSp">
          <pc:chgData name="Tim Warner" userId="1d9b2d89684621c1" providerId="LiveId" clId="{049A3222-CDBA-4E39-B7BD-CAD1354B2092}" dt="2024-03-28T18:02:01.089" v="920"/>
          <pc:sldLayoutMkLst>
            <pc:docMk/>
            <pc:sldMasterMk cId="1213487532" sldId="2147483676"/>
            <pc:sldLayoutMk cId="3533376440" sldId="2147483684"/>
          </pc:sldLayoutMkLst>
        </pc:sldLayoutChg>
        <pc:sldLayoutChg chg="addSp">
          <pc:chgData name="Tim Warner" userId="1d9b2d89684621c1" providerId="LiveId" clId="{049A3222-CDBA-4E39-B7BD-CAD1354B2092}" dt="2024-03-28T18:02:01.089" v="920"/>
          <pc:sldLayoutMkLst>
            <pc:docMk/>
            <pc:sldMasterMk cId="1213487532" sldId="2147483676"/>
            <pc:sldLayoutMk cId="2581220670" sldId="2147483685"/>
          </pc:sldLayoutMkLst>
        </pc:sldLayoutChg>
      </pc:sldMasterChg>
      <pc:sldMasterChg chg="addSp modSldLayout">
        <pc:chgData name="Tim Warner" userId="1d9b2d89684621c1" providerId="LiveId" clId="{049A3222-CDBA-4E39-B7BD-CAD1354B2092}" dt="2024-03-28T18:02:52.272" v="921"/>
        <pc:sldMasterMkLst>
          <pc:docMk/>
          <pc:sldMasterMk cId="1891518489" sldId="2147483686"/>
        </pc:sldMasterMkLst>
        <pc:sldLayoutChg chg="addSp">
          <pc:chgData name="Tim Warner" userId="1d9b2d89684621c1" providerId="LiveId" clId="{049A3222-CDBA-4E39-B7BD-CAD1354B2092}" dt="2024-03-28T18:02:52.272" v="921"/>
          <pc:sldLayoutMkLst>
            <pc:docMk/>
            <pc:sldMasterMk cId="1891518489" sldId="2147483686"/>
            <pc:sldLayoutMk cId="1853577793" sldId="2147483687"/>
          </pc:sldLayoutMkLst>
        </pc:sldLayoutChg>
        <pc:sldLayoutChg chg="addSp">
          <pc:chgData name="Tim Warner" userId="1d9b2d89684621c1" providerId="LiveId" clId="{049A3222-CDBA-4E39-B7BD-CAD1354B2092}" dt="2024-03-28T18:02:52.272" v="921"/>
          <pc:sldLayoutMkLst>
            <pc:docMk/>
            <pc:sldMasterMk cId="1891518489" sldId="2147483686"/>
            <pc:sldLayoutMk cId="487866842" sldId="2147483688"/>
          </pc:sldLayoutMkLst>
        </pc:sldLayoutChg>
        <pc:sldLayoutChg chg="addSp">
          <pc:chgData name="Tim Warner" userId="1d9b2d89684621c1" providerId="LiveId" clId="{049A3222-CDBA-4E39-B7BD-CAD1354B2092}" dt="2024-03-28T18:02:52.272" v="921"/>
          <pc:sldLayoutMkLst>
            <pc:docMk/>
            <pc:sldMasterMk cId="1891518489" sldId="2147483686"/>
            <pc:sldLayoutMk cId="435833829" sldId="2147483689"/>
          </pc:sldLayoutMkLst>
        </pc:sldLayoutChg>
        <pc:sldLayoutChg chg="addSp">
          <pc:chgData name="Tim Warner" userId="1d9b2d89684621c1" providerId="LiveId" clId="{049A3222-CDBA-4E39-B7BD-CAD1354B2092}" dt="2024-03-28T18:02:52.272" v="921"/>
          <pc:sldLayoutMkLst>
            <pc:docMk/>
            <pc:sldMasterMk cId="1891518489" sldId="2147483686"/>
            <pc:sldLayoutMk cId="2721234625" sldId="2147483690"/>
          </pc:sldLayoutMkLst>
        </pc:sldLayoutChg>
        <pc:sldLayoutChg chg="addSp">
          <pc:chgData name="Tim Warner" userId="1d9b2d89684621c1" providerId="LiveId" clId="{049A3222-CDBA-4E39-B7BD-CAD1354B2092}" dt="2024-03-28T18:02:52.272" v="921"/>
          <pc:sldLayoutMkLst>
            <pc:docMk/>
            <pc:sldMasterMk cId="1891518489" sldId="2147483686"/>
            <pc:sldLayoutMk cId="271201559" sldId="2147483691"/>
          </pc:sldLayoutMkLst>
        </pc:sldLayoutChg>
        <pc:sldLayoutChg chg="addSp">
          <pc:chgData name="Tim Warner" userId="1d9b2d89684621c1" providerId="LiveId" clId="{049A3222-CDBA-4E39-B7BD-CAD1354B2092}" dt="2024-03-28T18:02:52.272" v="921"/>
          <pc:sldLayoutMkLst>
            <pc:docMk/>
            <pc:sldMasterMk cId="1891518489" sldId="2147483686"/>
            <pc:sldLayoutMk cId="3099102027" sldId="2147483692"/>
          </pc:sldLayoutMkLst>
        </pc:sldLayoutChg>
        <pc:sldLayoutChg chg="addSp">
          <pc:chgData name="Tim Warner" userId="1d9b2d89684621c1" providerId="LiveId" clId="{049A3222-CDBA-4E39-B7BD-CAD1354B2092}" dt="2024-03-28T18:02:52.272" v="921"/>
          <pc:sldLayoutMkLst>
            <pc:docMk/>
            <pc:sldMasterMk cId="1891518489" sldId="2147483686"/>
            <pc:sldLayoutMk cId="3922228819" sldId="2147483693"/>
          </pc:sldLayoutMkLst>
        </pc:sldLayoutChg>
        <pc:sldLayoutChg chg="addSp">
          <pc:chgData name="Tim Warner" userId="1d9b2d89684621c1" providerId="LiveId" clId="{049A3222-CDBA-4E39-B7BD-CAD1354B2092}" dt="2024-03-28T18:02:52.272" v="921"/>
          <pc:sldLayoutMkLst>
            <pc:docMk/>
            <pc:sldMasterMk cId="1891518489" sldId="2147483686"/>
            <pc:sldLayoutMk cId="4172994892" sldId="2147483694"/>
          </pc:sldLayoutMkLst>
        </pc:sldLayoutChg>
        <pc:sldLayoutChg chg="addSp">
          <pc:chgData name="Tim Warner" userId="1d9b2d89684621c1" providerId="LiveId" clId="{049A3222-CDBA-4E39-B7BD-CAD1354B2092}" dt="2024-03-28T18:02:52.272" v="921"/>
          <pc:sldLayoutMkLst>
            <pc:docMk/>
            <pc:sldMasterMk cId="1891518489" sldId="2147483686"/>
            <pc:sldLayoutMk cId="1880789326" sldId="2147483695"/>
          </pc:sldLayoutMkLst>
        </pc:sldLayoutChg>
      </pc:sldMasterChg>
      <pc:sldMasterChg chg="addSp modSldLayout">
        <pc:chgData name="Tim Warner" userId="1d9b2d89684621c1" providerId="LiveId" clId="{049A3222-CDBA-4E39-B7BD-CAD1354B2092}" dt="2024-03-28T18:03:16.114" v="922"/>
        <pc:sldMasterMkLst>
          <pc:docMk/>
          <pc:sldMasterMk cId="2798786579" sldId="2147483696"/>
        </pc:sldMasterMkLst>
        <pc:sldLayoutChg chg="addSp">
          <pc:chgData name="Tim Warner" userId="1d9b2d89684621c1" providerId="LiveId" clId="{049A3222-CDBA-4E39-B7BD-CAD1354B2092}" dt="2024-03-28T18:03:16.114" v="922"/>
          <pc:sldLayoutMkLst>
            <pc:docMk/>
            <pc:sldMasterMk cId="2798786579" sldId="2147483696"/>
            <pc:sldLayoutMk cId="264481297" sldId="2147483697"/>
          </pc:sldLayoutMkLst>
        </pc:sldLayoutChg>
        <pc:sldLayoutChg chg="addSp">
          <pc:chgData name="Tim Warner" userId="1d9b2d89684621c1" providerId="LiveId" clId="{049A3222-CDBA-4E39-B7BD-CAD1354B2092}" dt="2024-03-28T18:03:16.114" v="922"/>
          <pc:sldLayoutMkLst>
            <pc:docMk/>
            <pc:sldMasterMk cId="2798786579" sldId="2147483696"/>
            <pc:sldLayoutMk cId="2385385372" sldId="2147483698"/>
          </pc:sldLayoutMkLst>
        </pc:sldLayoutChg>
        <pc:sldLayoutChg chg="addSp">
          <pc:chgData name="Tim Warner" userId="1d9b2d89684621c1" providerId="LiveId" clId="{049A3222-CDBA-4E39-B7BD-CAD1354B2092}" dt="2024-03-28T18:03:16.114" v="922"/>
          <pc:sldLayoutMkLst>
            <pc:docMk/>
            <pc:sldMasterMk cId="2798786579" sldId="2147483696"/>
            <pc:sldLayoutMk cId="948486234" sldId="2147483699"/>
          </pc:sldLayoutMkLst>
        </pc:sldLayoutChg>
        <pc:sldLayoutChg chg="addSp">
          <pc:chgData name="Tim Warner" userId="1d9b2d89684621c1" providerId="LiveId" clId="{049A3222-CDBA-4E39-B7BD-CAD1354B2092}" dt="2024-03-28T18:03:16.114" v="922"/>
          <pc:sldLayoutMkLst>
            <pc:docMk/>
            <pc:sldMasterMk cId="2798786579" sldId="2147483696"/>
            <pc:sldLayoutMk cId="3044878592" sldId="2147483700"/>
          </pc:sldLayoutMkLst>
        </pc:sldLayoutChg>
        <pc:sldLayoutChg chg="addSp">
          <pc:chgData name="Tim Warner" userId="1d9b2d89684621c1" providerId="LiveId" clId="{049A3222-CDBA-4E39-B7BD-CAD1354B2092}" dt="2024-03-28T18:03:16.114" v="922"/>
          <pc:sldLayoutMkLst>
            <pc:docMk/>
            <pc:sldMasterMk cId="2798786579" sldId="2147483696"/>
            <pc:sldLayoutMk cId="3463076090" sldId="2147483701"/>
          </pc:sldLayoutMkLst>
        </pc:sldLayoutChg>
        <pc:sldLayoutChg chg="addSp">
          <pc:chgData name="Tim Warner" userId="1d9b2d89684621c1" providerId="LiveId" clId="{049A3222-CDBA-4E39-B7BD-CAD1354B2092}" dt="2024-03-28T18:03:16.114" v="922"/>
          <pc:sldLayoutMkLst>
            <pc:docMk/>
            <pc:sldMasterMk cId="2798786579" sldId="2147483696"/>
            <pc:sldLayoutMk cId="604207005" sldId="2147483702"/>
          </pc:sldLayoutMkLst>
        </pc:sldLayoutChg>
        <pc:sldLayoutChg chg="addSp">
          <pc:chgData name="Tim Warner" userId="1d9b2d89684621c1" providerId="LiveId" clId="{049A3222-CDBA-4E39-B7BD-CAD1354B2092}" dt="2024-03-28T18:03:16.114" v="922"/>
          <pc:sldLayoutMkLst>
            <pc:docMk/>
            <pc:sldMasterMk cId="2798786579" sldId="2147483696"/>
            <pc:sldLayoutMk cId="1728566151" sldId="2147483703"/>
          </pc:sldLayoutMkLst>
        </pc:sldLayoutChg>
        <pc:sldLayoutChg chg="addSp">
          <pc:chgData name="Tim Warner" userId="1d9b2d89684621c1" providerId="LiveId" clId="{049A3222-CDBA-4E39-B7BD-CAD1354B2092}" dt="2024-03-28T18:03:16.114" v="922"/>
          <pc:sldLayoutMkLst>
            <pc:docMk/>
            <pc:sldMasterMk cId="2798786579" sldId="2147483696"/>
            <pc:sldLayoutMk cId="3579316738" sldId="2147483704"/>
          </pc:sldLayoutMkLst>
        </pc:sldLayoutChg>
        <pc:sldLayoutChg chg="addSp">
          <pc:chgData name="Tim Warner" userId="1d9b2d89684621c1" providerId="LiveId" clId="{049A3222-CDBA-4E39-B7BD-CAD1354B2092}" dt="2024-03-28T18:03:16.114" v="922"/>
          <pc:sldLayoutMkLst>
            <pc:docMk/>
            <pc:sldMasterMk cId="2798786579" sldId="2147483696"/>
            <pc:sldLayoutMk cId="1820708096" sldId="2147483705"/>
          </pc:sldLayoutMkLst>
        </pc:sldLayoutChg>
      </pc:sldMasterChg>
    </pc:docChg>
  </pc:docChgLst>
  <pc:docChgLst>
    <pc:chgData name="Tim Warner" userId="1d9b2d89684621c1" providerId="LiveId" clId="{7B0F5AF6-250C-4369-82D1-D7941885BC7D}"/>
    <pc:docChg chg="delSld modSld">
      <pc:chgData name="Tim Warner" userId="1d9b2d89684621c1" providerId="LiveId" clId="{7B0F5AF6-250C-4369-82D1-D7941885BC7D}" dt="2025-06-24T21:07:27.097" v="40"/>
      <pc:docMkLst>
        <pc:docMk/>
      </pc:docMkLst>
      <pc:sldChg chg="modSp mod">
        <pc:chgData name="Tim Warner" userId="1d9b2d89684621c1" providerId="LiveId" clId="{7B0F5AF6-250C-4369-82D1-D7941885BC7D}" dt="2025-06-24T21:07:27.097" v="40"/>
        <pc:sldMkLst>
          <pc:docMk/>
          <pc:sldMk cId="578841353" sldId="347"/>
        </pc:sldMkLst>
      </pc:sldChg>
      <pc:sldChg chg="del">
        <pc:chgData name="Tim Warner" userId="1d9b2d89684621c1" providerId="LiveId" clId="{7B0F5AF6-250C-4369-82D1-D7941885BC7D}" dt="2025-06-24T21:07:00.240" v="36" actId="2696"/>
        <pc:sldMkLst>
          <pc:docMk/>
          <pc:sldMk cId="3347137768" sldId="348"/>
        </pc:sldMkLst>
      </pc:sldChg>
    </pc:docChg>
  </pc:docChgLst>
  <pc:docChgLst>
    <pc:chgData name="Tim Warner" userId="1d9b2d89684621c1" providerId="LiveId" clId="{D3B804F1-31BB-4684-80BA-7BDCF2BE2A5E}"/>
    <pc:docChg chg="modSld">
      <pc:chgData name="Tim Warner" userId="1d9b2d89684621c1" providerId="LiveId" clId="{D3B804F1-31BB-4684-80BA-7BDCF2BE2A5E}" dt="2025-06-24T20:46:52.963" v="42"/>
      <pc:docMkLst>
        <pc:docMk/>
      </pc:docMkLst>
      <pc:sldChg chg="modSp mod">
        <pc:chgData name="Tim Warner" userId="1d9b2d89684621c1" providerId="LiveId" clId="{D3B804F1-31BB-4684-80BA-7BDCF2BE2A5E}" dt="2025-06-24T20:46:46.059" v="41"/>
        <pc:sldMkLst>
          <pc:docMk/>
          <pc:sldMk cId="1829040019" sldId="343"/>
        </pc:sldMkLst>
      </pc:sldChg>
      <pc:sldChg chg="modSp mod">
        <pc:chgData name="Tim Warner" userId="1d9b2d89684621c1" providerId="LiveId" clId="{D3B804F1-31BB-4684-80BA-7BDCF2BE2A5E}" dt="2025-06-24T20:46:52.963" v="42"/>
        <pc:sldMkLst>
          <pc:docMk/>
          <pc:sldMk cId="947907938" sldId="346"/>
        </pc:sldMkLst>
      </pc:sldChg>
    </pc:docChg>
  </pc:docChgLst>
  <pc:docChgLst>
    <pc:chgData name="Tim Warner" userId="1d9b2d89684621c1" providerId="LiveId" clId="{30B86B03-DDEF-47F6-B408-86A01F5C0B2F}"/>
    <pc:docChg chg="delSld modSld">
      <pc:chgData name="Tim Warner" userId="1d9b2d89684621c1" providerId="LiveId" clId="{30B86B03-DDEF-47F6-B408-86A01F5C0B2F}" dt="2025-06-24T21:13:19.174" v="49"/>
      <pc:docMkLst>
        <pc:docMk/>
      </pc:docMkLst>
      <pc:sldChg chg="modSp mod">
        <pc:chgData name="Tim Warner" userId="1d9b2d89684621c1" providerId="LiveId" clId="{30B86B03-DDEF-47F6-B408-86A01F5C0B2F}" dt="2025-06-24T21:12:55.895" v="45" actId="403"/>
        <pc:sldMkLst>
          <pc:docMk/>
          <pc:sldMk cId="2539485740" sldId="292"/>
        </pc:sldMkLst>
      </pc:sldChg>
      <pc:sldChg chg="modSp mod">
        <pc:chgData name="Tim Warner" userId="1d9b2d89684621c1" providerId="LiveId" clId="{30B86B03-DDEF-47F6-B408-86A01F5C0B2F}" dt="2025-06-24T21:13:06.138" v="47"/>
        <pc:sldMkLst>
          <pc:docMk/>
          <pc:sldMk cId="486668636" sldId="293"/>
        </pc:sldMkLst>
      </pc:sldChg>
      <pc:sldChg chg="modSp mod">
        <pc:chgData name="Tim Warner" userId="1d9b2d89684621c1" providerId="LiveId" clId="{30B86B03-DDEF-47F6-B408-86A01F5C0B2F}" dt="2025-06-24T21:13:12.815" v="48"/>
        <pc:sldMkLst>
          <pc:docMk/>
          <pc:sldMk cId="1829040019" sldId="343"/>
        </pc:sldMkLst>
      </pc:sldChg>
      <pc:sldChg chg="modSp mod">
        <pc:chgData name="Tim Warner" userId="1d9b2d89684621c1" providerId="LiveId" clId="{30B86B03-DDEF-47F6-B408-86A01F5C0B2F}" dt="2025-06-24T21:13:19.174" v="49"/>
        <pc:sldMkLst>
          <pc:docMk/>
          <pc:sldMk cId="947907938" sldId="346"/>
        </pc:sldMkLst>
      </pc:sldChg>
      <pc:sldChg chg="del">
        <pc:chgData name="Tim Warner" userId="1d9b2d89684621c1" providerId="LiveId" clId="{30B86B03-DDEF-47F6-B408-86A01F5C0B2F}" dt="2025-06-24T21:13:00.168" v="46" actId="2696"/>
        <pc:sldMkLst>
          <pc:docMk/>
          <pc:sldMk cId="578841353" sldId="347"/>
        </pc:sldMkLst>
      </pc:sldChg>
    </pc:docChg>
  </pc:docChgLst>
  <pc:docChgLst>
    <pc:chgData name="scsjcain84" userId="S::scsjcain84_gmail.com#ext#@pearsoneducationinc.onmicrosoft.com::4399dd98-ee8b-4212-9001-7919755a3260" providerId="AD" clId="Web-{BA81FB52-7D97-407B-A053-23D8E211ED4C}"/>
    <pc:docChg chg="mod modSld">
      <pc:chgData name="scsjcain84" userId="S::scsjcain84_gmail.com#ext#@pearsoneducationinc.onmicrosoft.com::4399dd98-ee8b-4212-9001-7919755a3260" providerId="AD" clId="Web-{BA81FB52-7D97-407B-A053-23D8E211ED4C}" dt="2023-12-13T17:51:58.220" v="8" actId="20577"/>
      <pc:docMkLst>
        <pc:docMk/>
      </pc:docMkLst>
      <pc:sldChg chg="modSp">
        <pc:chgData name="scsjcain84" userId="S::scsjcain84_gmail.com#ext#@pearsoneducationinc.onmicrosoft.com::4399dd98-ee8b-4212-9001-7919755a3260" providerId="AD" clId="Web-{BA81FB52-7D97-407B-A053-23D8E211ED4C}" dt="2023-12-13T17:47:28.078" v="2" actId="20577"/>
        <pc:sldMkLst>
          <pc:docMk/>
          <pc:sldMk cId="921485155" sldId="286"/>
        </pc:sldMkLst>
      </pc:sldChg>
      <pc:sldChg chg="modSp">
        <pc:chgData name="scsjcain84" userId="S::scsjcain84_gmail.com#ext#@pearsoneducationinc.onmicrosoft.com::4399dd98-ee8b-4212-9001-7919755a3260" providerId="AD" clId="Web-{BA81FB52-7D97-407B-A053-23D8E211ED4C}" dt="2023-12-13T17:51:58.220" v="8" actId="20577"/>
        <pc:sldMkLst>
          <pc:docMk/>
          <pc:sldMk cId="2614713382" sldId="301"/>
        </pc:sldMkLst>
      </pc:sldChg>
      <pc:sldChg chg="addCm">
        <pc:chgData name="scsjcain84" userId="S::scsjcain84_gmail.com#ext#@pearsoneducationinc.onmicrosoft.com::4399dd98-ee8b-4212-9001-7919755a3260" providerId="AD" clId="Web-{BA81FB52-7D97-407B-A053-23D8E211ED4C}" dt="2023-12-13T17:48:13.065" v="4"/>
        <pc:sldMkLst>
          <pc:docMk/>
          <pc:sldMk cId="2507876813" sldId="304"/>
        </pc:sldMkLst>
        <pc:extLst>
          <p:ext xmlns:p="http://schemas.openxmlformats.org/presentationml/2006/main" uri="{D6D511B9-2390-475A-947B-AFAB55BFBCF1}">
            <pc226:cmChg xmlns:pc226="http://schemas.microsoft.com/office/powerpoint/2022/06/main/command" chg="add">
              <pc226:chgData name="scsjcain84" userId="S::scsjcain84_gmail.com#ext#@pearsoneducationinc.onmicrosoft.com::4399dd98-ee8b-4212-9001-7919755a3260" providerId="AD" clId="Web-{BA81FB52-7D97-407B-A053-23D8E211ED4C}" dt="2023-12-13T17:48:13.065" v="4"/>
              <pc2:cmMkLst xmlns:pc2="http://schemas.microsoft.com/office/powerpoint/2019/9/main/command">
                <pc:docMk/>
                <pc:sldMk cId="2507876813" sldId="304"/>
                <pc2:cmMk id="{F9DC116C-7B99-44B4-A066-B9294A445BBE}"/>
              </pc2:cmMkLst>
            </pc226:cmChg>
          </p:ext>
        </pc:extLst>
      </pc:sldChg>
    </pc:docChg>
  </pc:docChgLst>
  <pc:docChgLst>
    <pc:chgData name="Axel Cain" userId="d0c9bf4b9e7c87bb" providerId="LiveId" clId="{1CE0FA44-3ADF-4706-8970-798A5395084E}"/>
    <pc:docChg chg="modSld">
      <pc:chgData name="Axel Cain" userId="d0c9bf4b9e7c87bb" providerId="LiveId" clId="{1CE0FA44-3ADF-4706-8970-798A5395084E}" dt="2025-04-16T08:19:19.641" v="18" actId="6549"/>
      <pc:docMkLst>
        <pc:docMk/>
      </pc:docMkLst>
      <pc:sldChg chg="modSp">
        <pc:chgData name="Axel Cain" userId="d0c9bf4b9e7c87bb" providerId="LiveId" clId="{1CE0FA44-3ADF-4706-8970-798A5395084E}" dt="2025-04-16T08:17:16.202" v="1" actId="113"/>
        <pc:sldMkLst>
          <pc:docMk/>
          <pc:sldMk cId="55801264" sldId="330"/>
        </pc:sldMkLst>
      </pc:sldChg>
      <pc:sldChg chg="modSp">
        <pc:chgData name="Axel Cain" userId="d0c9bf4b9e7c87bb" providerId="LiveId" clId="{1CE0FA44-3ADF-4706-8970-798A5395084E}" dt="2025-04-16T08:17:44.980" v="7" actId="113"/>
        <pc:sldMkLst>
          <pc:docMk/>
          <pc:sldMk cId="2913861116" sldId="332"/>
        </pc:sldMkLst>
      </pc:sldChg>
      <pc:sldChg chg="modSp">
        <pc:chgData name="Axel Cain" userId="d0c9bf4b9e7c87bb" providerId="LiveId" clId="{1CE0FA44-3ADF-4706-8970-798A5395084E}" dt="2025-04-16T08:18:28.460" v="8" actId="20577"/>
        <pc:sldMkLst>
          <pc:docMk/>
          <pc:sldMk cId="3654406668" sldId="335"/>
        </pc:sldMkLst>
      </pc:sldChg>
      <pc:sldChg chg="modSp modAnim">
        <pc:chgData name="Axel Cain" userId="d0c9bf4b9e7c87bb" providerId="LiveId" clId="{1CE0FA44-3ADF-4706-8970-798A5395084E}" dt="2025-04-16T08:19:06.760" v="17" actId="20577"/>
        <pc:sldMkLst>
          <pc:docMk/>
          <pc:sldMk cId="3976232242" sldId="339"/>
        </pc:sldMkLst>
      </pc:sldChg>
      <pc:sldChg chg="modSp">
        <pc:chgData name="Axel Cain" userId="d0c9bf4b9e7c87bb" providerId="LiveId" clId="{1CE0FA44-3ADF-4706-8970-798A5395084E}" dt="2025-04-16T08:19:19.641" v="18" actId="6549"/>
        <pc:sldMkLst>
          <pc:docMk/>
          <pc:sldMk cId="4040746147" sldId="340"/>
        </pc:sldMkLst>
      </pc:sldChg>
    </pc:docChg>
  </pc:docChgLst>
  <pc:docChgLst>
    <pc:chgData name="Tim Warner" userId="1d9b2d89684621c1" providerId="LiveId" clId="{D492D3F7-A47E-49C7-A890-44F786178671}"/>
    <pc:docChg chg="addSld modSld">
      <pc:chgData name="Tim Warner" userId="1d9b2d89684621c1" providerId="LiveId" clId="{D492D3F7-A47E-49C7-A890-44F786178671}" dt="2025-06-24T20:48:36.970" v="50"/>
      <pc:docMkLst>
        <pc:docMk/>
      </pc:docMkLst>
      <pc:sldChg chg="modSp mod">
        <pc:chgData name="Tim Warner" userId="1d9b2d89684621c1" providerId="LiveId" clId="{D492D3F7-A47E-49C7-A890-44F786178671}" dt="2025-06-24T20:48:05.402" v="45"/>
        <pc:sldMkLst>
          <pc:docMk/>
          <pc:sldMk cId="486668636" sldId="293"/>
        </pc:sldMkLst>
      </pc:sldChg>
      <pc:sldChg chg="modSp mod">
        <pc:chgData name="Tim Warner" userId="1d9b2d89684621c1" providerId="LiveId" clId="{D492D3F7-A47E-49C7-A890-44F786178671}" dt="2025-06-24T20:48:11.870" v="46"/>
        <pc:sldMkLst>
          <pc:docMk/>
          <pc:sldMk cId="1829040019" sldId="343"/>
        </pc:sldMkLst>
      </pc:sldChg>
      <pc:sldChg chg="modSp mod">
        <pc:chgData name="Tim Warner" userId="1d9b2d89684621c1" providerId="LiveId" clId="{D492D3F7-A47E-49C7-A890-44F786178671}" dt="2025-06-24T20:48:18.143" v="47"/>
        <pc:sldMkLst>
          <pc:docMk/>
          <pc:sldMk cId="947907938" sldId="346"/>
        </pc:sldMkLst>
      </pc:sldChg>
      <pc:sldChg chg="modSp add mod">
        <pc:chgData name="Tim Warner" userId="1d9b2d89684621c1" providerId="LiveId" clId="{D492D3F7-A47E-49C7-A890-44F786178671}" dt="2025-06-24T20:48:25.657" v="48"/>
        <pc:sldMkLst>
          <pc:docMk/>
          <pc:sldMk cId="914007193" sldId="347"/>
        </pc:sldMkLst>
      </pc:sldChg>
      <pc:sldChg chg="modSp add mod">
        <pc:chgData name="Tim Warner" userId="1d9b2d89684621c1" providerId="LiveId" clId="{D492D3F7-A47E-49C7-A890-44F786178671}" dt="2025-06-24T20:48:36.970" v="50"/>
        <pc:sldMkLst>
          <pc:docMk/>
          <pc:sldMk cId="1161106545" sldId="348"/>
        </pc:sldMkLst>
      </pc:sldChg>
    </pc:docChg>
  </pc:docChgLst>
  <pc:docChgLst>
    <pc:chgData name="Tim Warner" userId="1d9b2d89684621c1" providerId="LiveId" clId="{C199C607-1779-4E65-A440-75F0EDB3003B}"/>
    <pc:docChg chg="delSld modSld">
      <pc:chgData name="Tim Warner" userId="1d9b2d89684621c1" providerId="LiveId" clId="{C199C607-1779-4E65-A440-75F0EDB3003B}" dt="2025-06-24T21:02:01.694" v="45"/>
      <pc:docMkLst>
        <pc:docMk/>
      </pc:docMkLst>
      <pc:sldChg chg="del">
        <pc:chgData name="Tim Warner" userId="1d9b2d89684621c1" providerId="LiveId" clId="{C199C607-1779-4E65-A440-75F0EDB3003B}" dt="2025-06-24T21:01:42.769" v="42" actId="2696"/>
        <pc:sldMkLst>
          <pc:docMk/>
          <pc:sldMk cId="914007193" sldId="347"/>
        </pc:sldMkLst>
      </pc:sldChg>
      <pc:sldChg chg="del">
        <pc:chgData name="Tim Warner" userId="1d9b2d89684621c1" providerId="LiveId" clId="{C199C607-1779-4E65-A440-75F0EDB3003B}" dt="2025-06-24T21:01:42.769" v="42" actId="2696"/>
        <pc:sldMkLst>
          <pc:docMk/>
          <pc:sldMk cId="1639766347" sldId="349"/>
        </pc:sldMkLst>
      </pc:sldChg>
      <pc:sldChg chg="del">
        <pc:chgData name="Tim Warner" userId="1d9b2d89684621c1" providerId="LiveId" clId="{C199C607-1779-4E65-A440-75F0EDB3003B}" dt="2025-06-24T21:01:42.769" v="42" actId="2696"/>
        <pc:sldMkLst>
          <pc:docMk/>
          <pc:sldMk cId="871822834" sldId="350"/>
        </pc:sldMkLst>
      </pc:sldChg>
    </pc:docChg>
  </pc:docChgLst>
  <pc:docChgLst>
    <pc:chgData name="scsjcain84" userId="S::scsjcain84_gmail.com#ext#@pearsoneducationinc.onmicrosoft.com::4399dd98-ee8b-4212-9001-7919755a3260" providerId="AD" clId="Web-{5EC06FD0-219E-4A60-944A-60A3F207E9F0}"/>
    <pc:docChg chg="">
      <pc:chgData name="scsjcain84" userId="S::scsjcain84_gmail.com#ext#@pearsoneducationinc.onmicrosoft.com::4399dd98-ee8b-4212-9001-7919755a3260" providerId="AD" clId="Web-{5EC06FD0-219E-4A60-944A-60A3F207E9F0}" dt="2023-12-15T08:40:15.373" v="0"/>
      <pc:docMkLst>
        <pc:docMk/>
      </pc:docMkLst>
      <pc:sldChg chg="modCm">
        <pc:chgData name="scsjcain84" userId="S::scsjcain84_gmail.com#ext#@pearsoneducationinc.onmicrosoft.com::4399dd98-ee8b-4212-9001-7919755a3260" providerId="AD" clId="Web-{5EC06FD0-219E-4A60-944A-60A3F207E9F0}" dt="2023-12-15T08:40:15.373" v="0"/>
        <pc:sldMkLst>
          <pc:docMk/>
          <pc:sldMk cId="2507876813" sldId="304"/>
        </pc:sldMkLst>
        <pc:extLst>
          <p:ext xmlns:p="http://schemas.openxmlformats.org/presentationml/2006/main" uri="{D6D511B9-2390-475A-947B-AFAB55BFBCF1}">
            <pc226:cmChg xmlns:pc226="http://schemas.microsoft.com/office/powerpoint/2022/06/main/command" chg="mod">
              <pc226:chgData name="scsjcain84" userId="S::scsjcain84_gmail.com#ext#@pearsoneducationinc.onmicrosoft.com::4399dd98-ee8b-4212-9001-7919755a3260" providerId="AD" clId="Web-{5EC06FD0-219E-4A60-944A-60A3F207E9F0}" dt="2023-12-15T08:40:15.373" v="0"/>
              <pc2:cmMkLst xmlns:pc2="http://schemas.microsoft.com/office/powerpoint/2019/9/main/command">
                <pc:docMk/>
                <pc:sldMk cId="2507876813" sldId="304"/>
                <pc2:cmMk id="{F9DC116C-7B99-44B4-A066-B9294A445BBE}"/>
              </pc2:cmMkLst>
            </pc226:cmChg>
          </p:ext>
        </pc:extLst>
      </pc:sldChg>
    </pc:docChg>
  </pc:docChgLst>
  <pc:docChgLst>
    <pc:chgData name="Tim Warner" userId="1d9b2d89684621c1" providerId="LiveId" clId="{F70FC672-E669-40ED-876E-721E7E559E1C}"/>
    <pc:docChg chg="delSld modSld">
      <pc:chgData name="Tim Warner" userId="1d9b2d89684621c1" providerId="LiveId" clId="{F70FC672-E669-40ED-876E-721E7E559E1C}" dt="2025-06-24T20:52:01.720" v="51"/>
      <pc:docMkLst>
        <pc:docMk/>
      </pc:docMkLst>
      <pc:sldChg chg="modSp mod">
        <pc:chgData name="Tim Warner" userId="1d9b2d89684621c1" providerId="LiveId" clId="{F70FC672-E669-40ED-876E-721E7E559E1C}" dt="2025-06-24T20:52:01.720" v="51"/>
        <pc:sldMkLst>
          <pc:docMk/>
          <pc:sldMk cId="914007193" sldId="347"/>
        </pc:sldMkLst>
      </pc:sldChg>
      <pc:sldChg chg="del">
        <pc:chgData name="Tim Warner" userId="1d9b2d89684621c1" providerId="LiveId" clId="{F70FC672-E669-40ED-876E-721E7E559E1C}" dt="2025-06-24T20:51:33.607" v="47" actId="2696"/>
        <pc:sldMkLst>
          <pc:docMk/>
          <pc:sldMk cId="1161106545" sldId="348"/>
        </pc:sldMkLst>
      </pc:sldChg>
    </pc:docChg>
  </pc:docChgLst>
  <pc:docChgLst>
    <pc:chgData name="Axel Cain" userId="d0c9bf4b9e7c87bb" providerId="LiveId" clId="{172E5107-2A9F-44C6-B6F0-396E08119876}"/>
    <pc:docChg chg="custSel delSld modSld">
      <pc:chgData name="Axel Cain" userId="d0c9bf4b9e7c87bb" providerId="LiveId" clId="{172E5107-2A9F-44C6-B6F0-396E08119876}" dt="2024-03-30T10:37:12.469" v="22" actId="20577"/>
      <pc:docMkLst>
        <pc:docMk/>
      </pc:docMkLst>
      <pc:sldChg chg="del">
        <pc:chgData name="Axel Cain" userId="d0c9bf4b9e7c87bb" providerId="LiveId" clId="{172E5107-2A9F-44C6-B6F0-396E08119876}" dt="2024-03-30T10:24:21.843" v="6" actId="2696"/>
        <pc:sldMkLst>
          <pc:docMk/>
          <pc:sldMk cId="2200105640" sldId="291"/>
        </pc:sldMkLst>
      </pc:sldChg>
      <pc:sldChg chg="modSp mod">
        <pc:chgData name="Axel Cain" userId="d0c9bf4b9e7c87bb" providerId="LiveId" clId="{172E5107-2A9F-44C6-B6F0-396E08119876}" dt="2024-03-30T10:37:12.469" v="22" actId="20577"/>
        <pc:sldMkLst>
          <pc:docMk/>
          <pc:sldMk cId="3662525184" sldId="303"/>
        </pc:sldMkLst>
      </pc:sldChg>
      <pc:sldChg chg="modSp">
        <pc:chgData name="Axel Cain" userId="d0c9bf4b9e7c87bb" providerId="LiveId" clId="{172E5107-2A9F-44C6-B6F0-396E08119876}" dt="2024-03-30T10:22:22.552" v="1" actId="20577"/>
        <pc:sldMkLst>
          <pc:docMk/>
          <pc:sldMk cId="2601488157" sldId="313"/>
        </pc:sldMkLst>
      </pc:sldChg>
      <pc:sldChg chg="modSp">
        <pc:chgData name="Axel Cain" userId="d0c9bf4b9e7c87bb" providerId="LiveId" clId="{172E5107-2A9F-44C6-B6F0-396E08119876}" dt="2024-03-30T10:23:26.234" v="5" actId="20577"/>
        <pc:sldMkLst>
          <pc:docMk/>
          <pc:sldMk cId="2319311322" sldId="324"/>
        </pc:sldMkLst>
      </pc:sldChg>
    </pc:docChg>
  </pc:docChgLst>
  <pc:docChgLst>
    <pc:chgData name="Tim Warner" userId="1d9b2d89684621c1" providerId="LiveId" clId="{DBCC51AC-05C6-4CE3-B0C0-79574934C41D}"/>
    <pc:docChg chg="addSld modSld">
      <pc:chgData name="Tim Warner" userId="1d9b2d89684621c1" providerId="LiveId" clId="{DBCC51AC-05C6-4CE3-B0C0-79574934C41D}" dt="2025-06-24T21:03:29.409" v="64"/>
      <pc:docMkLst>
        <pc:docMk/>
      </pc:docMkLst>
      <pc:sldChg chg="modSp mod">
        <pc:chgData name="Tim Warner" userId="1d9b2d89684621c1" providerId="LiveId" clId="{DBCC51AC-05C6-4CE3-B0C0-79574934C41D}" dt="2025-06-24T21:02:50.527" v="59" actId="20577"/>
        <pc:sldMkLst>
          <pc:docMk/>
          <pc:sldMk cId="2539485740" sldId="292"/>
        </pc:sldMkLst>
      </pc:sldChg>
      <pc:sldChg chg="modSp mod">
        <pc:chgData name="Tim Warner" userId="1d9b2d89684621c1" providerId="LiveId" clId="{DBCC51AC-05C6-4CE3-B0C0-79574934C41D}" dt="2025-06-24T21:03:00.362" v="61"/>
        <pc:sldMkLst>
          <pc:docMk/>
          <pc:sldMk cId="486668636" sldId="293"/>
        </pc:sldMkLst>
      </pc:sldChg>
      <pc:sldChg chg="modSp mod">
        <pc:chgData name="Tim Warner" userId="1d9b2d89684621c1" providerId="LiveId" clId="{DBCC51AC-05C6-4CE3-B0C0-79574934C41D}" dt="2025-06-24T21:03:12.357" v="62"/>
        <pc:sldMkLst>
          <pc:docMk/>
          <pc:sldMk cId="1829040019" sldId="343"/>
        </pc:sldMkLst>
      </pc:sldChg>
      <pc:sldChg chg="modSp mod">
        <pc:chgData name="Tim Warner" userId="1d9b2d89684621c1" providerId="LiveId" clId="{DBCC51AC-05C6-4CE3-B0C0-79574934C41D}" dt="2025-06-24T21:03:19.782" v="63"/>
        <pc:sldMkLst>
          <pc:docMk/>
          <pc:sldMk cId="947907938" sldId="346"/>
        </pc:sldMkLst>
      </pc:sldChg>
      <pc:sldChg chg="modSp add mod">
        <pc:chgData name="Tim Warner" userId="1d9b2d89684621c1" providerId="LiveId" clId="{DBCC51AC-05C6-4CE3-B0C0-79574934C41D}" dt="2025-06-24T21:03:29.409" v="64"/>
        <pc:sldMkLst>
          <pc:docMk/>
          <pc:sldMk cId="578841353" sldId="347"/>
        </pc:sldMkLst>
      </pc:sldChg>
    </pc:docChg>
  </pc:docChgLst>
  <pc:docChgLst>
    <pc:chgData name="Tim Warner" userId="1d9b2d89684621c1" providerId="LiveId" clId="{C51613CA-9081-4D80-8B21-3ED98F1A1FC0}"/>
    <pc:docChg chg="custSel delSld modSld">
      <pc:chgData name="Tim Warner" userId="1d9b2d89684621c1" providerId="LiveId" clId="{C51613CA-9081-4D80-8B21-3ED98F1A1FC0}" dt="2025-06-24T20:45:32.397" v="52" actId="1076"/>
      <pc:docMkLst>
        <pc:docMk/>
      </pc:docMkLst>
      <pc:sldChg chg="addSp modSp mod modClrScheme chgLayout">
        <pc:chgData name="Tim Warner" userId="1d9b2d89684621c1" providerId="LiveId" clId="{C51613CA-9081-4D80-8B21-3ED98F1A1FC0}" dt="2025-06-24T20:45:32.397" v="52" actId="1076"/>
        <pc:sldMkLst>
          <pc:docMk/>
          <pc:sldMk cId="2539485740" sldId="292"/>
        </pc:sldMkLst>
      </pc:sldChg>
      <pc:sldChg chg="modSp mod">
        <pc:chgData name="Tim Warner" userId="1d9b2d89684621c1" providerId="LiveId" clId="{C51613CA-9081-4D80-8B21-3ED98F1A1FC0}" dt="2025-06-24T20:36:24.916" v="42"/>
        <pc:sldMkLst>
          <pc:docMk/>
          <pc:sldMk cId="486668636" sldId="293"/>
        </pc:sldMkLst>
      </pc:sldChg>
      <pc:sldChg chg="modSp mod">
        <pc:chgData name="Tim Warner" userId="1d9b2d89684621c1" providerId="LiveId" clId="{C51613CA-9081-4D80-8B21-3ED98F1A1FC0}" dt="2025-06-24T20:36:32.145" v="43"/>
        <pc:sldMkLst>
          <pc:docMk/>
          <pc:sldMk cId="1829040019" sldId="343"/>
        </pc:sldMkLst>
      </pc:sldChg>
      <pc:sldChg chg="del">
        <pc:chgData name="Tim Warner" userId="1d9b2d89684621c1" providerId="LiveId" clId="{C51613CA-9081-4D80-8B21-3ED98F1A1FC0}" dt="2025-06-24T20:36:15.013" v="41" actId="2696"/>
        <pc:sldMkLst>
          <pc:docMk/>
          <pc:sldMk cId="1558763963" sldId="344"/>
        </pc:sldMkLst>
      </pc:sldChg>
      <pc:sldChg chg="del">
        <pc:chgData name="Tim Warner" userId="1d9b2d89684621c1" providerId="LiveId" clId="{C51613CA-9081-4D80-8B21-3ED98F1A1FC0}" dt="2025-06-24T20:36:15.013" v="41" actId="2696"/>
        <pc:sldMkLst>
          <pc:docMk/>
          <pc:sldMk cId="4156641597" sldId="345"/>
        </pc:sldMkLst>
      </pc:sldChg>
      <pc:sldChg chg="modSp mod">
        <pc:chgData name="Tim Warner" userId="1d9b2d89684621c1" providerId="LiveId" clId="{C51613CA-9081-4D80-8B21-3ED98F1A1FC0}" dt="2025-06-24T20:36:38.385" v="44"/>
        <pc:sldMkLst>
          <pc:docMk/>
          <pc:sldMk cId="947907938" sldId="346"/>
        </pc:sldMkLst>
      </pc:sldChg>
      <pc:sldChg chg="del">
        <pc:chgData name="Tim Warner" userId="1d9b2d89684621c1" providerId="LiveId" clId="{C51613CA-9081-4D80-8B21-3ED98F1A1FC0}" dt="2025-06-24T20:36:15.013" v="41" actId="2696"/>
        <pc:sldMkLst>
          <pc:docMk/>
          <pc:sldMk cId="3422763557" sldId="347"/>
        </pc:sldMkLst>
      </pc:sldChg>
    </pc:docChg>
  </pc:docChgLst>
  <pc:docChgLst>
    <pc:chgData name="Tim Warner" userId="1d9b2d89684621c1" providerId="LiveId" clId="{30AA01FF-FB21-41D6-980B-78D2390319E9}"/>
    <pc:docChg chg="addSld modSld">
      <pc:chgData name="Tim Warner" userId="1d9b2d89684621c1" providerId="LiveId" clId="{30AA01FF-FB21-41D6-980B-78D2390319E9}" dt="2025-06-24T20:55:39.664" v="48"/>
      <pc:docMkLst>
        <pc:docMk/>
      </pc:docMkLst>
      <pc:sldChg chg="modSp mod">
        <pc:chgData name="Tim Warner" userId="1d9b2d89684621c1" providerId="LiveId" clId="{30AA01FF-FB21-41D6-980B-78D2390319E9}" dt="2025-06-24T20:54:45.944" v="40" actId="20577"/>
        <pc:sldMkLst>
          <pc:docMk/>
          <pc:sldMk cId="2539485740" sldId="292"/>
        </pc:sldMkLst>
      </pc:sldChg>
      <pc:sldChg chg="modSp mod">
        <pc:chgData name="Tim Warner" userId="1d9b2d89684621c1" providerId="LiveId" clId="{30AA01FF-FB21-41D6-980B-78D2390319E9}" dt="2025-06-24T20:55:18.694" v="46"/>
        <pc:sldMkLst>
          <pc:docMk/>
          <pc:sldMk cId="914007193" sldId="347"/>
        </pc:sldMkLst>
      </pc:sldChg>
      <pc:sldChg chg="modSp add mod">
        <pc:chgData name="Tim Warner" userId="1d9b2d89684621c1" providerId="LiveId" clId="{30AA01FF-FB21-41D6-980B-78D2390319E9}" dt="2025-06-24T20:55:39.664" v="48"/>
        <pc:sldMkLst>
          <pc:docMk/>
          <pc:sldMk cId="3950908850" sldId="348"/>
        </pc:sldMkLst>
      </pc:sldChg>
      <pc:sldChg chg="modSp add mod">
        <pc:chgData name="Tim Warner" userId="1d9b2d89684621c1" providerId="LiveId" clId="{30AA01FF-FB21-41D6-980B-78D2390319E9}" dt="2025-06-24T20:55:30.160" v="47"/>
        <pc:sldMkLst>
          <pc:docMk/>
          <pc:sldMk cId="1639766347" sldId="349"/>
        </pc:sldMkLst>
      </pc:sldChg>
    </pc:docChg>
  </pc:docChgLst>
  <pc:docChgLst>
    <pc:chgData name="Tim Warner" userId="1d9b2d89684621c1" providerId="LiveId" clId="{C5F4564D-62A0-4415-961F-8AF3A1378AC2}"/>
    <pc:docChg chg="modSld">
      <pc:chgData name="Tim Warner" userId="1d9b2d89684621c1" providerId="LiveId" clId="{C5F4564D-62A0-4415-961F-8AF3A1378AC2}" dt="2025-06-24T20:53:46.374" v="40"/>
      <pc:docMkLst>
        <pc:docMk/>
      </pc:docMkLst>
      <pc:sldChg chg="modSp mod">
        <pc:chgData name="Tim Warner" userId="1d9b2d89684621c1" providerId="LiveId" clId="{C5F4564D-62A0-4415-961F-8AF3A1378AC2}" dt="2025-06-24T20:53:46.374" v="40"/>
        <pc:sldMkLst>
          <pc:docMk/>
          <pc:sldMk cId="914007193" sldId="347"/>
        </pc:sldMkLst>
      </pc:sldChg>
    </pc:docChg>
  </pc:docChgLst>
  <pc:docChgLst>
    <pc:chgData name="Tim Warner" userId="1d9b2d89684621c1" providerId="LiveId" clId="{53524EDE-485A-47DD-9453-A419D6719EBE}"/>
    <pc:docChg chg="addSld delSld modSld">
      <pc:chgData name="Tim Warner" userId="1d9b2d89684621c1" providerId="LiveId" clId="{53524EDE-485A-47DD-9453-A419D6719EBE}" dt="2024-04-10T22:18:06.398" v="115" actId="20577"/>
      <pc:docMkLst>
        <pc:docMk/>
      </pc:docMkLst>
      <pc:sldChg chg="modSp mod modAnim">
        <pc:chgData name="Tim Warner" userId="1d9b2d89684621c1" providerId="LiveId" clId="{53524EDE-485A-47DD-9453-A419D6719EBE}" dt="2024-04-10T18:02:34.574" v="7" actId="20577"/>
        <pc:sldMkLst>
          <pc:docMk/>
          <pc:sldMk cId="921485155" sldId="286"/>
        </pc:sldMkLst>
      </pc:sldChg>
      <pc:sldChg chg="modSp mod">
        <pc:chgData name="Tim Warner" userId="1d9b2d89684621c1" providerId="LiveId" clId="{53524EDE-485A-47DD-9453-A419D6719EBE}" dt="2024-04-10T21:58:37.087" v="104" actId="20577"/>
        <pc:sldMkLst>
          <pc:docMk/>
          <pc:sldMk cId="378133628" sldId="302"/>
        </pc:sldMkLst>
      </pc:sldChg>
      <pc:sldChg chg="del">
        <pc:chgData name="Tim Warner" userId="1d9b2d89684621c1" providerId="LiveId" clId="{53524EDE-485A-47DD-9453-A419D6719EBE}" dt="2024-04-10T18:23:53.330" v="94" actId="2696"/>
        <pc:sldMkLst>
          <pc:docMk/>
          <pc:sldMk cId="157688393" sldId="311"/>
        </pc:sldMkLst>
      </pc:sldChg>
      <pc:sldChg chg="modSp mod modAnim">
        <pc:chgData name="Tim Warner" userId="1d9b2d89684621c1" providerId="LiveId" clId="{53524EDE-485A-47DD-9453-A419D6719EBE}" dt="2024-04-10T18:03:09.531" v="13" actId="20577"/>
        <pc:sldMkLst>
          <pc:docMk/>
          <pc:sldMk cId="2714711897" sldId="313"/>
        </pc:sldMkLst>
      </pc:sldChg>
      <pc:sldChg chg="modSp mod modAnim">
        <pc:chgData name="Tim Warner" userId="1d9b2d89684621c1" providerId="LiveId" clId="{53524EDE-485A-47DD-9453-A419D6719EBE}" dt="2024-04-10T22:18:01.139" v="114" actId="20577"/>
        <pc:sldMkLst>
          <pc:docMk/>
          <pc:sldMk cId="3757843041" sldId="315"/>
        </pc:sldMkLst>
      </pc:sldChg>
      <pc:sldChg chg="modSp mod modAnim">
        <pc:chgData name="Tim Warner" userId="1d9b2d89684621c1" providerId="LiveId" clId="{53524EDE-485A-47DD-9453-A419D6719EBE}" dt="2024-04-10T22:18:06.398" v="115" actId="20577"/>
        <pc:sldMkLst>
          <pc:docMk/>
          <pc:sldMk cId="3196191762" sldId="317"/>
        </pc:sldMkLst>
      </pc:sldChg>
      <pc:sldChg chg="modSp mod modAnim">
        <pc:chgData name="Tim Warner" userId="1d9b2d89684621c1" providerId="LiveId" clId="{53524EDE-485A-47DD-9453-A419D6719EBE}" dt="2024-04-10T22:17:25.589" v="110" actId="20577"/>
        <pc:sldMkLst>
          <pc:docMk/>
          <pc:sldMk cId="1902191890" sldId="319"/>
        </pc:sldMkLst>
      </pc:sldChg>
      <pc:sldChg chg="modSp mod modAnim">
        <pc:chgData name="Tim Warner" userId="1d9b2d89684621c1" providerId="LiveId" clId="{53524EDE-485A-47DD-9453-A419D6719EBE}" dt="2024-04-10T22:16:41.357" v="106" actId="20577"/>
        <pc:sldMkLst>
          <pc:docMk/>
          <pc:sldMk cId="2142833354" sldId="321"/>
        </pc:sldMkLst>
      </pc:sldChg>
      <pc:sldChg chg="modSp add mod modAnim">
        <pc:chgData name="Tim Warner" userId="1d9b2d89684621c1" providerId="LiveId" clId="{53524EDE-485A-47DD-9453-A419D6719EBE}" dt="2024-04-10T18:23:45.959" v="93" actId="14100"/>
        <pc:sldMkLst>
          <pc:docMk/>
          <pc:sldMk cId="1576907163" sldId="322"/>
        </pc:sldMkLst>
      </pc:sldChg>
    </pc:docChg>
  </pc:docChgLst>
  <pc:docChgLst>
    <pc:chgData name="Tim Warner" userId="1d9b2d89684621c1" providerId="LiveId" clId="{4E6B5FD3-CB80-4C25-ADA7-8D9979C03CD2}"/>
    <pc:docChg chg="addSld modSld">
      <pc:chgData name="Tim Warner" userId="1d9b2d89684621c1" providerId="LiveId" clId="{4E6B5FD3-CB80-4C25-ADA7-8D9979C03CD2}" dt="2025-06-24T21:10:14.100" v="47"/>
      <pc:docMkLst>
        <pc:docMk/>
      </pc:docMkLst>
      <pc:sldChg chg="modSp mod">
        <pc:chgData name="Tim Warner" userId="1d9b2d89684621c1" providerId="LiveId" clId="{4E6B5FD3-CB80-4C25-ADA7-8D9979C03CD2}" dt="2025-06-24T21:09:29.399" v="39" actId="404"/>
        <pc:sldMkLst>
          <pc:docMk/>
          <pc:sldMk cId="2539485740" sldId="292"/>
        </pc:sldMkLst>
      </pc:sldChg>
      <pc:sldChg chg="modSp mod">
        <pc:chgData name="Tim Warner" userId="1d9b2d89684621c1" providerId="LiveId" clId="{4E6B5FD3-CB80-4C25-ADA7-8D9979C03CD2}" dt="2025-06-24T21:09:40.346" v="42"/>
        <pc:sldMkLst>
          <pc:docMk/>
          <pc:sldMk cId="486668636" sldId="293"/>
        </pc:sldMkLst>
      </pc:sldChg>
      <pc:sldChg chg="modSp mod">
        <pc:chgData name="Tim Warner" userId="1d9b2d89684621c1" providerId="LiveId" clId="{4E6B5FD3-CB80-4C25-ADA7-8D9979C03CD2}" dt="2025-06-24T21:09:47.228" v="43"/>
        <pc:sldMkLst>
          <pc:docMk/>
          <pc:sldMk cId="1829040019" sldId="343"/>
        </pc:sldMkLst>
      </pc:sldChg>
      <pc:sldChg chg="modSp mod">
        <pc:chgData name="Tim Warner" userId="1d9b2d89684621c1" providerId="LiveId" clId="{4E6B5FD3-CB80-4C25-ADA7-8D9979C03CD2}" dt="2025-06-24T21:09:53.355" v="44"/>
        <pc:sldMkLst>
          <pc:docMk/>
          <pc:sldMk cId="947907938" sldId="346"/>
        </pc:sldMkLst>
      </pc:sldChg>
      <pc:sldChg chg="modSp mod">
        <pc:chgData name="Tim Warner" userId="1d9b2d89684621c1" providerId="LiveId" clId="{4E6B5FD3-CB80-4C25-ADA7-8D9979C03CD2}" dt="2025-06-24T21:09:59.769" v="45"/>
        <pc:sldMkLst>
          <pc:docMk/>
          <pc:sldMk cId="578841353" sldId="347"/>
        </pc:sldMkLst>
      </pc:sldChg>
      <pc:sldChg chg="modSp add mod">
        <pc:chgData name="Tim Warner" userId="1d9b2d89684621c1" providerId="LiveId" clId="{4E6B5FD3-CB80-4C25-ADA7-8D9979C03CD2}" dt="2025-06-24T21:10:07.272" v="46"/>
        <pc:sldMkLst>
          <pc:docMk/>
          <pc:sldMk cId="2481810106" sldId="348"/>
        </pc:sldMkLst>
      </pc:sldChg>
      <pc:sldChg chg="modSp add mod">
        <pc:chgData name="Tim Warner" userId="1d9b2d89684621c1" providerId="LiveId" clId="{4E6B5FD3-CB80-4C25-ADA7-8D9979C03CD2}" dt="2025-06-24T21:10:14.100" v="47"/>
        <pc:sldMkLst>
          <pc:docMk/>
          <pc:sldMk cId="2982385580" sldId="34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Tue, 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mailto:ops-team@tailwindtraders.com"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ChatGPT Image Generation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Windows Server provides comprehensive built-in monitoring capabilities that cost nothing to implement and integrate seamlessly with hybrid Azure environments, making them essential knowledge for both the AZ-801 exam and real production environments.</a:t>
            </a:r>
          </a:p>
          <a:p>
            <a:endParaRPr lang="en-US" b="1" dirty="0"/>
          </a:p>
          <a:p>
            <a:r>
              <a:rPr lang="en-US" b="1" dirty="0"/>
              <a:t>• Performance monitoring ensures workloads run efficiently:</a:t>
            </a:r>
            <a:r>
              <a:rPr lang="en-US" dirty="0"/>
              <a:t> Without monitoring, you're operating blind - servers slow down gradually until users complain or applications crash. Performance monitoring provides quantifiable metrics showing CPU utilization, memory pressure, disk I/O bottlenecks, and network saturation enabling proactive capacity planning rather than reactive firefighting. For AZ-801, monitoring isn't optional - it's a core operational requirement tested through scenarios where you identify which metrics indicate specific problems.</a:t>
            </a:r>
          </a:p>
          <a:p>
            <a:endParaRPr lang="en-US" b="1" dirty="0"/>
          </a:p>
          <a:p>
            <a:r>
              <a:rPr lang="en-US" b="1" dirty="0"/>
              <a:t>• Windows Server includes native tools: Performance Monitor, Data Collector Sets, System Insights, Event Viewer:</a:t>
            </a:r>
            <a:r>
              <a:rPr lang="en-US" dirty="0"/>
              <a:t> Performance Monitor (</a:t>
            </a:r>
            <a:r>
              <a:rPr lang="en-US" dirty="0" err="1"/>
              <a:t>perfmon.msc</a:t>
            </a:r>
            <a:r>
              <a:rPr lang="en-US" dirty="0"/>
              <a:t>) displays real-time counters and creates historical data files. Data Collector Sets automate counter collection on schedules with report generation. System Insights uses machine learning for predictive capacity analytics. Event Viewer provides diagnostic logs for troubleshooting and security auditing. The exam tests which tool solves which monitoring requirement - they're complementary, not redundant.</a:t>
            </a:r>
          </a:p>
          <a:p>
            <a:endParaRPr lang="en-US" b="1" dirty="0"/>
          </a:p>
          <a:p>
            <a:r>
              <a:rPr lang="en-US" b="1" dirty="0"/>
              <a:t>• Windows Admin Center provides centralized dashboards:</a:t>
            </a:r>
            <a:r>
              <a:rPr lang="en-US" dirty="0"/>
              <a:t> Windows Admin Center (WAC) provides web-based unified dashboards showing performance metrics across multiple servers from one interface. You can monitor on-premises servers, Azure VMs, and Azure Arc-enabled servers simultaneously. For AZ-801, understand WAC requires installation on a management server or Windows 10/11 client and uses </a:t>
            </a:r>
            <a:r>
              <a:rPr lang="en-US" dirty="0" err="1"/>
              <a:t>WinRM</a:t>
            </a:r>
            <a:r>
              <a:rPr lang="en-US" dirty="0"/>
              <a:t> or PowerShell remoting for connectivity.</a:t>
            </a:r>
          </a:p>
          <a:p>
            <a:endParaRPr lang="en-US" b="1" dirty="0"/>
          </a:p>
          <a:p>
            <a:r>
              <a:rPr lang="en-US" b="1" dirty="0"/>
              <a:t>• Proactive monitoring prevents outages and capacity issues:</a:t>
            </a:r>
            <a:r>
              <a:rPr lang="en-US" dirty="0"/>
              <a:t> Reactive monitoring means investigating after users report problems. Proactive monitoring means configuring alerting thresholds that notify you when CPU exceeds 80% for 10 minutes, memory drops below 2GB, disk queue length indicates I/O bottlenecks, or network saturation causes packet loss. This advance warning enables intervention before user-facing impact.</a:t>
            </a:r>
          </a:p>
          <a:p>
            <a:endParaRPr lang="en-US" b="1" dirty="0"/>
          </a:p>
          <a:p>
            <a:r>
              <a:rPr lang="en-US" b="1" dirty="0"/>
              <a:t>• Adventure Works uses built-in tools before escalating to Azure Monitor:</a:t>
            </a:r>
            <a:r>
              <a:rPr lang="en-US" dirty="0"/>
              <a:t> Start with free built-in Windows Server tools for immediate visibility, then escalate to Azure Monitor for centralized multi-cloud monitoring. Adventure Works configures Performance Monitor baselines, implements Data Collector Sets for automated collection, enables System Insights for forecasting, and only sends critical metrics to Azure Monitor Log Analytics for long-term retention and correlation.</a:t>
            </a:r>
          </a:p>
          <a:p>
            <a:endParaRPr lang="en-US" b="1" dirty="0"/>
          </a:p>
          <a:p>
            <a:r>
              <a:rPr lang="en-US" b="1" dirty="0"/>
              <a:t>AZ-801 EXAM TIP:</a:t>
            </a:r>
            <a:r>
              <a:rPr lang="en-US" dirty="0"/>
              <a:t> Performance Monitor for real-time counter analysis. Data Collector Sets for scheduled automated collection. Event Viewer for detailed diagnostic messages. System Insights for capacity forecasting. Windows Admin Center for centralized multi-server dashboards. If scenario says "predict future capacity" = System Insights. If "monitor 50 servers from one interface" = Windows Admin Center.</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4</a:t>
            </a:fld>
            <a:endParaRPr lang="en-US"/>
          </a:p>
        </p:txBody>
      </p:sp>
    </p:spTree>
    <p:extLst>
      <p:ext uri="{BB962C8B-B14F-4D97-AF65-F5344CB8AC3E}">
        <p14:creationId xmlns:p14="http://schemas.microsoft.com/office/powerpoint/2010/main" val="1073314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Performance Monitor is the foundational tool for Windows Server performance analysis, providing granular real-time metrics and historical data collection that forms the basis for capacity planning and troubleshooting across both on-premises and Azure hybrid environments.</a:t>
            </a:r>
          </a:p>
          <a:p>
            <a:endParaRPr lang="en-US" b="1" dirty="0"/>
          </a:p>
          <a:p>
            <a:r>
              <a:rPr lang="en-US" b="1" dirty="0"/>
              <a:t>• Provides real-time and historical performance data:</a:t>
            </a:r>
            <a:r>
              <a:rPr lang="en-US" dirty="0"/>
              <a:t> Launch </a:t>
            </a:r>
            <a:r>
              <a:rPr lang="en-US" dirty="0" err="1"/>
              <a:t>perfmon.msc</a:t>
            </a:r>
            <a:r>
              <a:rPr lang="en-US" dirty="0"/>
              <a:t> to see live updating metrics refreshing every second showing current CPU percentage, available memory, disk queue length, network bytes per second. Real-time mode shows what's happening now for immediate diagnosis. Historical mode saves counter data to .</a:t>
            </a:r>
            <a:r>
              <a:rPr lang="en-US" dirty="0" err="1"/>
              <a:t>blg</a:t>
            </a:r>
            <a:r>
              <a:rPr lang="en-US" dirty="0"/>
              <a:t> files enabling after-the-fact analysis of issues that occurred hours or days ago. For AZ-801, real-time monitoring requires an open Performance Monitor session, while historical data requires Data Collector Sets to persist metrics to disk.</a:t>
            </a:r>
          </a:p>
          <a:p>
            <a:endParaRPr lang="en-US" b="1" dirty="0"/>
          </a:p>
          <a:p>
            <a:r>
              <a:rPr lang="en-US" b="1" dirty="0"/>
              <a:t>• Custom counter sets focus on CPU, memory, disk, and network:</a:t>
            </a:r>
            <a:r>
              <a:rPr lang="en-US" dirty="0"/>
              <a:t> Default view shows minimal counters - you add specific counters relevant to your investigation. For CPU add Processor(_Total)% Processor Time and System\Processor Queue Length. For memory add Memory\Available </a:t>
            </a:r>
            <a:r>
              <a:rPr lang="en-US" dirty="0" err="1"/>
              <a:t>MBytes</a:t>
            </a:r>
            <a:r>
              <a:rPr lang="en-US" dirty="0"/>
              <a:t> and Memory\Pages/sec. For disk add PhysicalDisk(</a:t>
            </a:r>
            <a:r>
              <a:rPr lang="en-US" i="1" dirty="0"/>
              <a:t>)\Avg. Disk Queue Length. For network add Network Interface(</a:t>
            </a:r>
            <a:r>
              <a:rPr lang="en-US" dirty="0"/>
              <a:t>)\Bytes Total/sec. The exam tests whether you select the right counters - high CPU with normal queue length means processing load, high CPU with long queue means CPU starvation.</a:t>
            </a:r>
          </a:p>
          <a:p>
            <a:endParaRPr lang="en-US" b="1" dirty="0"/>
          </a:p>
          <a:p>
            <a:r>
              <a:rPr lang="en-US" b="1" dirty="0"/>
              <a:t>• Alerts notify when thresholds are exceeded:</a:t>
            </a:r>
            <a:r>
              <a:rPr lang="en-US" dirty="0"/>
              <a:t> Create alerts that trigger when counters exceed thresholds - like CPU above 90% or available memory below 1GB. Alerts can run programs, append to event log, or start Data Collector Sets. For AZ-801, Performance Monitor alerts are local to the server - for centralized alerting across multiple servers use Windows Admin Center or Azure Monitor.</a:t>
            </a:r>
          </a:p>
          <a:p>
            <a:endParaRPr lang="en-US" b="1" dirty="0"/>
          </a:p>
          <a:p>
            <a:r>
              <a:rPr lang="en-US" b="1" dirty="0"/>
              <a:t>• Baselines help detect performance regressions:</a:t>
            </a:r>
            <a:r>
              <a:rPr lang="en-US" dirty="0"/>
              <a:t> Baseline is normal performance under typical load - collect counter data during representative periods to establish what "good" looks like. Compare current performance against baseline to identify regressions. For AZ-801, baseline establishment is prerequisite for capacity planning - without knowing normal, you can't identify abnormal.</a:t>
            </a:r>
          </a:p>
          <a:p>
            <a:endParaRPr lang="en-US" b="1" dirty="0"/>
          </a:p>
          <a:p>
            <a:r>
              <a:rPr lang="en-US" b="1" dirty="0"/>
              <a:t>• Contoso uses Performance Monitor to validate SQL workload tuning:</a:t>
            </a:r>
            <a:r>
              <a:rPr lang="en-US" dirty="0"/>
              <a:t> Contoso's SQL Server experienced slow queries. Baseline before tuning: CPU 65%, Available Memory 8GB, Disk latency 15ms. After adding indexes and optimizing queries: CPU dropped to 35%, memory at 8GB, disk latency improved to 5ms. Performance Monitor quantified the tuning impact proving the optimization was successful.</a:t>
            </a:r>
          </a:p>
          <a:p>
            <a:endParaRPr lang="en-US" b="1" dirty="0"/>
          </a:p>
          <a:p>
            <a:r>
              <a:rPr lang="en-US" b="1" dirty="0"/>
              <a:t>AZ-801 EXAM TIP:</a:t>
            </a:r>
            <a:r>
              <a:rPr lang="en-US" dirty="0"/>
              <a:t> Key thresholds for exam. CPU: % Processor Time above 80% = CPU pressure. Processor Queue Length above 2 per core = bottleneck. Memory: Available </a:t>
            </a:r>
            <a:r>
              <a:rPr lang="en-US" dirty="0" err="1"/>
              <a:t>MBytes</a:t>
            </a:r>
            <a:r>
              <a:rPr lang="en-US" dirty="0"/>
              <a:t> below 10% of total RAM = memory pressure. Pages/sec sustained above 20 = paging to disk. Disk: Avg. Disk Queue Length above 2 per spindle = I/O bottleneck. Avg. Disk sec/Read or Write above 15ms = slow storage. Network: Bytes Total/sec approaching NIC bandwidth = saturation. Know the thresholds that indicate problems.</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5</a:t>
            </a:fld>
            <a:endParaRPr lang="en-US"/>
          </a:p>
        </p:txBody>
      </p:sp>
    </p:spTree>
    <p:extLst>
      <p:ext uri="{BB962C8B-B14F-4D97-AF65-F5344CB8AC3E}">
        <p14:creationId xmlns:p14="http://schemas.microsoft.com/office/powerpoint/2010/main" val="59381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Data Collector Sets eliminate manual performance monitoring by automating counter collection on schedules with report generation, providing the long-term trending data required for capacity planning and performance baseline establishment.</a:t>
            </a:r>
          </a:p>
          <a:p>
            <a:endParaRPr lang="en-US" b="1" dirty="0"/>
          </a:p>
          <a:p>
            <a:r>
              <a:rPr lang="en-US" b="1" dirty="0"/>
              <a:t>• Data Collector Sets capture performance counters and traces:</a:t>
            </a:r>
            <a:r>
              <a:rPr lang="en-US" dirty="0"/>
              <a:t> Data Collector Sets (DCS) group multiple performance counters, event traces, and configuration data into schedulable collection units. DCS automatically starts collection on schedule, runs for specified duration, stops, and saves data in organized directories. For AZ-801, DCS includes Performance Counters (CPU, memory, disk), Event Trace Data (kernel events, traces), and System Configuration (registry keys, WMI queries) - all collected together for comprehensive snapshots.</a:t>
            </a:r>
          </a:p>
          <a:p>
            <a:endParaRPr lang="en-US" b="1" dirty="0"/>
          </a:p>
          <a:p>
            <a:r>
              <a:rPr lang="en-US" b="1" dirty="0"/>
              <a:t>• Built-in templates accelerate setup for diagnostics:</a:t>
            </a:r>
            <a:r>
              <a:rPr lang="en-US" dirty="0"/>
              <a:t> Windows Server includes pre-configured DCS templates: System Diagnostics (collects registry, WMI, counters, traces for 60 seconds), System Performance (focused CPU, memory, disk, network counters), Active Directory Diagnostics (AD-specific counters). In Performance Monitor expand Data Collector Sets &gt; System, right-click template, Start to begin collection. For AZ-801, templates save time but often need customization for specific requirements.</a:t>
            </a:r>
          </a:p>
          <a:p>
            <a:endParaRPr lang="en-US" b="1" dirty="0"/>
          </a:p>
          <a:p>
            <a:r>
              <a:rPr lang="en-US" b="1" dirty="0"/>
              <a:t>• Scheduled collection supports long-term analysis:</a:t>
            </a:r>
            <a:r>
              <a:rPr lang="en-US" dirty="0"/>
              <a:t> Configure DCS schedules to run daily at 2 AM, weekly on Sundays, or continuously 24/7 with segmented logs. Schedule tab specifies start date, time, expiration. Stop Condition tab sets duration (run for 1 hour then stop) or file size limits (stop at 500MB). For AZ-801, scheduled collection enables historical trending - collecting metrics for 30 days shows usage patterns and gradual degradation that real-time monitoring can't reveal.</a:t>
            </a:r>
          </a:p>
          <a:p>
            <a:endParaRPr lang="en-US" b="1" dirty="0"/>
          </a:p>
          <a:p>
            <a:r>
              <a:rPr lang="en-US" b="1" dirty="0"/>
              <a:t>• Automated reports highlight bottlenecks:</a:t>
            </a:r>
            <a:r>
              <a:rPr lang="en-US" dirty="0"/>
              <a:t> After DCS completes, Performance Monitor generates HTML reports showing summary statistics, counter graphs, and diagnostics. Reports section displays latest report for each DCS - click to open formatted HTML showing top processes by CPU, memory utilization, disk I/O patterns. For AZ-801, reports are auto-generated requiring no manual analysis - exam scenarios ask "how do you provide monthly performance summaries" and answer involves DCS reports.</a:t>
            </a:r>
          </a:p>
          <a:p>
            <a:endParaRPr lang="en-US" b="1" dirty="0"/>
          </a:p>
          <a:p>
            <a:r>
              <a:rPr lang="en-US" b="1" dirty="0"/>
              <a:t>• </a:t>
            </a:r>
            <a:r>
              <a:rPr lang="en-US" b="1" dirty="0" err="1"/>
              <a:t>Fabrikam</a:t>
            </a:r>
            <a:r>
              <a:rPr lang="en-US" b="1" dirty="0"/>
              <a:t> configures Data Collector Sets for Hyper-V cluster monitoring:</a:t>
            </a:r>
            <a:r>
              <a:rPr lang="en-US" dirty="0"/>
              <a:t> </a:t>
            </a:r>
            <a:r>
              <a:rPr lang="en-US" dirty="0" err="1"/>
              <a:t>Fabrikam's</a:t>
            </a:r>
            <a:r>
              <a:rPr lang="en-US" dirty="0"/>
              <a:t> 4-node Hyper-V cluster hosts 80 VMs. Custom DCS "Cluster-Perf" includes: Hyper-V Hypervisor Logical Processor% Total Run Time, Hyper-V Dynamic Memory VM\Average Pressure, Hyper-V Virtual Storage Device\Read Operations/Sec. Scheduled daily at 1 AM for 60 minutes. After 30 days, reports show VM-03 and VM-18 consistently use 80% memory indicating candidates for memory increase.</a:t>
            </a:r>
          </a:p>
          <a:p>
            <a:endParaRPr lang="en-US" b="1" dirty="0"/>
          </a:p>
          <a:p>
            <a:r>
              <a:rPr lang="en-US" b="1" dirty="0"/>
              <a:t>AZ-801 EXAM TIP:</a:t>
            </a:r>
            <a:r>
              <a:rPr lang="en-US" dirty="0"/>
              <a:t> To create DCS: Open Performance Monitor, expand Data Collector Sets &gt; User Defined, right-click, New &gt; Data Collector Set, name it, select "Create manually (Advanced)", add Performance Counter data collector specifying counters and sample interval, configure schedule, set Stop Condition. Common mistakes: forgetting schedule (won't auto-start), not setting Stop Condition (logs grow forever), wrong log format (use binary .</a:t>
            </a:r>
            <a:r>
              <a:rPr lang="en-US" dirty="0" err="1"/>
              <a:t>blg</a:t>
            </a:r>
            <a:r>
              <a:rPr lang="en-US" dirty="0"/>
              <a:t> for performance). DCS saves data to %</a:t>
            </a:r>
            <a:r>
              <a:rPr lang="en-US" dirty="0" err="1"/>
              <a:t>systemdrive</a:t>
            </a:r>
            <a:r>
              <a:rPr lang="en-US" dirty="0"/>
              <a:t>%\</a:t>
            </a:r>
            <a:r>
              <a:rPr lang="en-US" dirty="0" err="1"/>
              <a:t>PerfLogs</a:t>
            </a:r>
            <a:r>
              <a:rPr lang="en-US" dirty="0"/>
              <a:t>\Admin{DCS-Name}{Timestamp}.</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7</a:t>
            </a:fld>
            <a:endParaRPr lang="en-US"/>
          </a:p>
        </p:txBody>
      </p:sp>
    </p:spTree>
    <p:extLst>
      <p:ext uri="{BB962C8B-B14F-4D97-AF65-F5344CB8AC3E}">
        <p14:creationId xmlns:p14="http://schemas.microsoft.com/office/powerpoint/2010/main" val="2692806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Windows Admin Center transforms Windows Server monitoring from individual server management to unified fleet visibility with web-based dashboards and proactive alerting, providing the centralized management capability that modern hybrid environments require.</a:t>
            </a:r>
          </a:p>
          <a:p>
            <a:endParaRPr lang="en-US" b="1" dirty="0"/>
          </a:p>
          <a:p>
            <a:r>
              <a:rPr lang="en-US" b="1" dirty="0"/>
              <a:t>• Unified web-based dashboard for server and cluster metrics:</a:t>
            </a:r>
            <a:r>
              <a:rPr lang="en-US" dirty="0"/>
              <a:t> Windows Admin Center (WAC) provides browser-based interface accessible from any device without installing management tools locally. After adding servers, the dashboard shows aggregated CPU, memory, disk, and network metrics across your fleet in real-time. For AZ-801, WAC architecture: gateway component installed on management server or Windows 10/11 client, connects to managed servers via </a:t>
            </a:r>
            <a:r>
              <a:rPr lang="en-US" dirty="0" err="1"/>
              <a:t>WinRM</a:t>
            </a:r>
            <a:r>
              <a:rPr lang="en-US" dirty="0"/>
              <a:t> or PowerShell remoting over HTTPS port 5986, supports on-premises servers, failover clusters, and Azure VMs.</a:t>
            </a:r>
          </a:p>
          <a:p>
            <a:endParaRPr lang="en-US" b="1" dirty="0"/>
          </a:p>
          <a:p>
            <a:r>
              <a:rPr lang="en-US" b="1" dirty="0"/>
              <a:t>• Real-time and historical views of performance data:</a:t>
            </a:r>
            <a:r>
              <a:rPr lang="en-US" dirty="0"/>
              <a:t> WAC Performance tool shows live updating graphs for CPU, memory, disk IOPS, and network throughput refreshing every 1-5 seconds. Time range selector switches between last hour, last 6 hours, last day, or custom range. For AZ-801, WAC queries servers on-demand - it doesn't permanently store metrics, so historical depth depends on servers' own data retention without Data Collector Sets running.</a:t>
            </a:r>
          </a:p>
          <a:p>
            <a:endParaRPr lang="en-US" b="1" dirty="0"/>
          </a:p>
          <a:p>
            <a:r>
              <a:rPr lang="en-US" b="1" dirty="0"/>
              <a:t>• Configure email alerts for proactive notification:</a:t>
            </a:r>
            <a:r>
              <a:rPr lang="en-US" dirty="0"/>
              <a:t> WAC integrates with SMTP for email alerts when thresholds violate. In Settings &gt; Alerts, configure SMTP server, from address, recipients. Then per-server configure alert rules: CPU above 85% for 10 minutes, memory below 2GB, disk space below 15% free. When condition triggers, WAC sends email with server name, metric exceeded, current value, timestamp. For AZ-801, email alerting provides centralized proactive monitoring that individual server alerts can’t.</a:t>
            </a:r>
          </a:p>
          <a:p>
            <a:endParaRPr lang="en-US" b="1" dirty="0"/>
          </a:p>
          <a:p>
            <a:r>
              <a:rPr lang="en-US" b="1" dirty="0"/>
              <a:t>• Hybrid integration extends monitoring into Azure:</a:t>
            </a:r>
            <a:r>
              <a:rPr lang="en-US" dirty="0"/>
              <a:t> WAC connects to Azure enabling hybrid scenarios: monitor Azure VMs alongside on-premises servers in unified view, integrate with Azure Monitor to forward metrics to Log Analytics, enable Azure Arc on servers for unified management, and access Azure Backup and Update Management directly from WAC. For AZ-801, WAC serves as bridge between on-premises administration and Azure cloud management.</a:t>
            </a:r>
          </a:p>
          <a:p>
            <a:endParaRPr lang="en-US" b="1" dirty="0"/>
          </a:p>
          <a:p>
            <a:r>
              <a:rPr lang="en-US" b="1" dirty="0"/>
              <a:t>• Tailwind Traders monitors hybrid workloads via Windows Admin Center:</a:t>
            </a:r>
            <a:r>
              <a:rPr lang="en-US" dirty="0"/>
              <a:t> Tailwind runs 40 on-premises servers and 15 Azure VMs. Installed WAC gateway on dedicated Windows Server 2022 management VM, registered with Azure tenant, added all servers to WAC inventory, configured alert rules for CPU &gt; 80%, Memory &lt; 20%, Disk &lt; 10% with email to </a:t>
            </a:r>
            <a:r>
              <a:rPr lang="en-US" dirty="0">
                <a:hlinkClick r:id="rId3"/>
              </a:rPr>
              <a:t>ops-team@tailwindtraders.com</a:t>
            </a:r>
            <a:r>
              <a:rPr lang="en-US" dirty="0"/>
              <a:t>. WAC dashboard now shows unified view of all 55 servers with proactive email alerts. Also enabled Azure Arc on on-premises servers to extend Azure policy and monitoring.</a:t>
            </a:r>
          </a:p>
          <a:p>
            <a:endParaRPr lang="en-US" b="1" dirty="0"/>
          </a:p>
          <a:p>
            <a:r>
              <a:rPr lang="en-US" b="1" dirty="0"/>
              <a:t>AZ-801 EXAM TIP:</a:t>
            </a:r>
            <a:r>
              <a:rPr lang="en-US" dirty="0"/>
              <a:t> WAC requirements: Windows Server 2016+ or Windows 10 version 1709+ for gateway, HTTPS port 443 for browser access, </a:t>
            </a:r>
            <a:r>
              <a:rPr lang="en-US" dirty="0" err="1"/>
              <a:t>WinRM</a:t>
            </a:r>
            <a:r>
              <a:rPr lang="en-US" dirty="0"/>
              <a:t>/PowerShell remoting enabled on managed servers with port 5986 open, admin credentials for managed servers. Common scenarios: "Can't add server" = check </a:t>
            </a:r>
            <a:r>
              <a:rPr lang="en-US" dirty="0" err="1"/>
              <a:t>WinRM</a:t>
            </a:r>
            <a:r>
              <a:rPr lang="en-US" dirty="0"/>
              <a:t> enabled and firewall allows 5986. "Can't configure email" = SMTP server required. "Want historical data beyond 24 hours" = configure Data Collector Sets on servers. WAC doesn't collect long-term - it queries on-demand.</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9</a:t>
            </a:fld>
            <a:endParaRPr lang="en-US"/>
          </a:p>
        </p:txBody>
      </p:sp>
    </p:spTree>
    <p:extLst>
      <p:ext uri="{BB962C8B-B14F-4D97-AF65-F5344CB8AC3E}">
        <p14:creationId xmlns:p14="http://schemas.microsoft.com/office/powerpoint/2010/main" val="1653702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System Insights represents a paradigm shift from reactive to predictive monitoring by using machine learning models to forecast resource exhaustion before it happens, providing the proactive capacity planning capability that the AZ-801 exam tests as essential for modern Windows Server environments.</a:t>
            </a:r>
          </a:p>
          <a:p>
            <a:endParaRPr lang="en-US" b="1" dirty="0"/>
          </a:p>
          <a:p>
            <a:r>
              <a:rPr lang="en-US" b="1" dirty="0"/>
              <a:t>• System Insights uses ML to forecast resource usage:</a:t>
            </a:r>
            <a:r>
              <a:rPr lang="en-US" dirty="0"/>
              <a:t> Available starting Windows Server 2019, System Insights analyzes historical performance data to build predictive models forecasting future resource consumption. Unlike traditional monitoring showing current and past metrics, System Insights answers "when will this server run out of disk space" or "will CPU be sufficient for next month's load increase." For AZ-801, understand System Insights requires Server 2019 or later, runs locally on each server consuming minimal resources, and uses time-series forecasting algorithms similar to Azure Machine Learning but implemented natively in Windows Server without cloud dependencies.</a:t>
            </a:r>
          </a:p>
          <a:p>
            <a:endParaRPr lang="en-US" b="1" dirty="0"/>
          </a:p>
          <a:p>
            <a:r>
              <a:rPr lang="en-US" b="1" dirty="0"/>
              <a:t>• Predicts CPU, memory, networking, and storage trends:</a:t>
            </a:r>
            <a:r>
              <a:rPr lang="en-US" dirty="0"/>
              <a:t> Built-in prediction capabilities include: CPU capacity forecasting (predicts if CPU utilization will exceed 85% in next 7-30 days), network capacity forecasting (predicts if network adapter saturation will occur), volume capacity forecasting (most commonly used - predicts when disk space exhaustion occurs), and total capacity forecasting (overall server resource adequacy). For AZ-801, volume capacity forecasting is most practically useful - it analyzes historical disk space consumption rate and forecasts "C: drive will be full in 23 days" enabling proactive space reclamation or disk expansion before applications fail due to out-of-space errors.</a:t>
            </a:r>
          </a:p>
          <a:p>
            <a:endParaRPr lang="en-US" b="1" dirty="0"/>
          </a:p>
          <a:p>
            <a:r>
              <a:rPr lang="en-US" b="1" dirty="0"/>
              <a:t>• Identifies anomalies that may indicate problems:</a:t>
            </a:r>
            <a:r>
              <a:rPr lang="en-US" dirty="0"/>
              <a:t> Beyond forecasting, System Insights detects anomalous behavior - sudden unusual CPU spikes, unexpected memory consumption patterns, or irregular disk I/O that deviates from established baselines. Anomaly detection flags potential malware activity, misconfigured applications, or failing hardware before user-visible impact. For AZ-801, anomaly detection complements traditional threshold-based alerting by identifying subtle behavioral changes that might not trip static thresholds but indicate emerging problems.</a:t>
            </a:r>
          </a:p>
          <a:p>
            <a:endParaRPr lang="en-US" b="1" dirty="0"/>
          </a:p>
          <a:p>
            <a:r>
              <a:rPr lang="en-US" b="1" dirty="0"/>
              <a:t>• Integrates with Windows Admin Center for visualization:</a:t>
            </a:r>
            <a:r>
              <a:rPr lang="en-US" dirty="0"/>
              <a:t> While System Insights runs via PowerShell cmdlets (Get-</a:t>
            </a:r>
            <a:r>
              <a:rPr lang="en-US" dirty="0" err="1"/>
              <a:t>InsightsCapability</a:t>
            </a:r>
            <a:r>
              <a:rPr lang="en-US" dirty="0"/>
              <a:t>, Enable-InsightsCapability, Get-</a:t>
            </a:r>
            <a:r>
              <a:rPr lang="en-US" dirty="0" err="1"/>
              <a:t>InsightsCapabilityResult</a:t>
            </a:r>
            <a:r>
              <a:rPr lang="en-US" dirty="0"/>
              <a:t>), WAC provides graphical interface showing predictions and confidence scores. In WAC connect to server, navigate to System Insights tool, view prediction timeline charts showing forecasted resource usage with color-coded confidence levels. For AZ-801, understand System Insights data can also forward to Azure Monitor enabling centralized prediction dashboard across hybrid infrastructure - exam tests understanding that while SI runs locally, visualization and aggregation works better with WAC or Azure Monitor integration.</a:t>
            </a:r>
          </a:p>
          <a:p>
            <a:endParaRPr lang="en-US" b="1" dirty="0"/>
          </a:p>
          <a:p>
            <a:r>
              <a:rPr lang="en-US" b="1" dirty="0"/>
              <a:t>• </a:t>
            </a:r>
            <a:r>
              <a:rPr lang="en-US" b="1" dirty="0" err="1"/>
              <a:t>Fabrikam</a:t>
            </a:r>
            <a:r>
              <a:rPr lang="en-US" b="1" dirty="0"/>
              <a:t> uses System Insights to plan capacity expansions:</a:t>
            </a:r>
            <a:r>
              <a:rPr lang="en-US" dirty="0"/>
              <a:t> </a:t>
            </a:r>
            <a:r>
              <a:rPr lang="en-US" dirty="0" err="1"/>
              <a:t>Fabrikam's</a:t>
            </a:r>
            <a:r>
              <a:rPr lang="en-US" dirty="0"/>
              <a:t> finance department file server showed gradually decreasing free space. System Insights volume capacity forecasting predicted "D: drive full in 18 days" with 92% confidence. This advance warning allowed </a:t>
            </a:r>
            <a:r>
              <a:rPr lang="en-US" dirty="0" err="1"/>
              <a:t>Fabrikam</a:t>
            </a:r>
            <a:r>
              <a:rPr lang="en-US" dirty="0"/>
              <a:t> to schedule maintenance window, present disk expansion to CAB for approval, and increase D: from 2TB to 4TB during planned downtime - all before space exhaustion caused application failures. For AZ-801, this demonstrates proactive capacity management - without predictive analytics, they would have discovered space issue reactively when applications started failing, requiring emergency unplanned maintenance causing user disruption.</a:t>
            </a:r>
          </a:p>
          <a:p>
            <a:endParaRPr lang="en-US" b="1" dirty="0"/>
          </a:p>
          <a:p>
            <a:r>
              <a:rPr lang="en-US" b="1" dirty="0"/>
              <a:t>AZ-801 EXAM TIP:</a:t>
            </a:r>
            <a:r>
              <a:rPr lang="en-US" dirty="0"/>
              <a:t> System Insights PowerShell cmdlets are testable. Get-</a:t>
            </a:r>
            <a:r>
              <a:rPr lang="en-US" dirty="0" err="1"/>
              <a:t>InsightsCapability</a:t>
            </a:r>
            <a:r>
              <a:rPr lang="en-US" dirty="0"/>
              <a:t> lists available prediction models. Enable-InsightsCapability -Name "Volume capacity forecasting" activates predictions. Get-</a:t>
            </a:r>
            <a:r>
              <a:rPr lang="en-US" dirty="0" err="1"/>
              <a:t>InsightsCapabilityResult</a:t>
            </a:r>
            <a:r>
              <a:rPr lang="en-US" dirty="0"/>
              <a:t> -Name "Volume capacity forecasting" shows latest prediction including forecast date and confidence score. Set-</a:t>
            </a:r>
            <a:r>
              <a:rPr lang="en-US" dirty="0" err="1"/>
              <a:t>InsightsCapabilitySchedule</a:t>
            </a:r>
            <a:r>
              <a:rPr lang="en-US" dirty="0"/>
              <a:t> configures prediction frequency (default daily). Exam scenarios asking "how to predict when disk full" answer with System Insights volume capacity forecasting. Common mistake: thinking System Insights requires Azure connection - it runs entirely locally on Server 2019+ without cloud dependencies, though it can optionally integrate with Azure Monitor for centralized visibility. Also know System Insights requires sufficient historical data (several days minimum) to build accurate models - new servers won't have reliable predictions immediately.</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11</a:t>
            </a:fld>
            <a:endParaRPr lang="en-US"/>
          </a:p>
        </p:txBody>
      </p:sp>
    </p:spTree>
    <p:extLst>
      <p:ext uri="{BB962C8B-B14F-4D97-AF65-F5344CB8AC3E}">
        <p14:creationId xmlns:p14="http://schemas.microsoft.com/office/powerpoint/2010/main" val="2830583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Event Viewer remains the authoritative source for detailed diagnostic information and security auditing in Windows Server, providing the event-driven troubleshooting and compliance logging capabilities that both production environments and the AZ-801 exam require you to master.</a:t>
            </a:r>
          </a:p>
          <a:p>
            <a:endParaRPr lang="en-US" b="1" dirty="0"/>
          </a:p>
          <a:p>
            <a:r>
              <a:rPr lang="en-US" b="1" dirty="0"/>
              <a:t>• Event Viewer provides detailed OS and app event data:</a:t>
            </a:r>
            <a:r>
              <a:rPr lang="en-US" dirty="0"/>
              <a:t> Event Viewer (</a:t>
            </a:r>
            <a:r>
              <a:rPr lang="en-US" dirty="0" err="1"/>
              <a:t>eventvwr.msc</a:t>
            </a:r>
            <a:r>
              <a:rPr lang="en-US" dirty="0"/>
              <a:t>) displays events from multiple logs: Application (app-specific events), Security (audit success/failure), System (OS component events), plus role-specific logs like Active Directory, DNS, DHCP under Applications and Services Logs. Each event includes timestamp, source (which component logged it), Event ID (unique identifier for event type), level (Information, Warning, Error, Critical), and detailed message. For AZ-801, Event IDs are critical for troubleshooting - Event ID 4625 in Security log means failed logon, Event ID 1074 in System means clean shutdown, Event ID 4771 in Security means Kerberos pre-authentication failed. Memorizing common Event IDs separates exam success from failure.</a:t>
            </a:r>
          </a:p>
          <a:p>
            <a:endParaRPr lang="en-US" b="1" dirty="0"/>
          </a:p>
          <a:p>
            <a:r>
              <a:rPr lang="en-US" b="1" dirty="0"/>
              <a:t>• Custom views filter critical logs by source or keyword:</a:t>
            </a:r>
            <a:r>
              <a:rPr lang="en-US" dirty="0"/>
              <a:t> Default Event Viewer view shows all events across all logs making troubleshooting difficult. Custom Views create filtered perspectives: "All Errors Last 24 Hours" showing only Error level events from past day across all logs, "DNS Failures" showing DNS Server log errors only, "Failed Logons" showing Security Event ID 4625. To create: right-click Custom Views, Create Custom View, select log names, event levels, Event IDs, keywords, users, computers. For AZ-801, custom views save troubleshooting time - exam scenarios often describe needing to "quickly identify all failed service startups in the past week" which requires custom view, not manually scrolling through System log.</a:t>
            </a:r>
          </a:p>
          <a:p>
            <a:endParaRPr lang="en-US" b="1" dirty="0"/>
          </a:p>
          <a:p>
            <a:r>
              <a:rPr lang="en-US" b="1" dirty="0"/>
              <a:t>• Forwarding centralizes logs across servers:</a:t>
            </a:r>
            <a:r>
              <a:rPr lang="en-US" dirty="0"/>
              <a:t> Event Log Subscriptions (also called Event Forwarding) enables collector server to receive events from multiple source servers. Configure source servers with "</a:t>
            </a:r>
            <a:r>
              <a:rPr lang="en-US" dirty="0" err="1"/>
              <a:t>winrm</a:t>
            </a:r>
            <a:r>
              <a:rPr lang="en-US" dirty="0"/>
              <a:t> </a:t>
            </a:r>
            <a:r>
              <a:rPr lang="en-US" dirty="0" err="1"/>
              <a:t>quickconfig</a:t>
            </a:r>
            <a:r>
              <a:rPr lang="en-US" dirty="0"/>
              <a:t>" to enable </a:t>
            </a:r>
            <a:r>
              <a:rPr lang="en-US" dirty="0" err="1"/>
              <a:t>WinRM</a:t>
            </a:r>
            <a:r>
              <a:rPr lang="en-US" dirty="0"/>
              <a:t>, configure collector subscription specifying which events to collect and from which sources, source servers forward matching events to collector's Forwarded Events log. For AZ-801, understand forwarding uses </a:t>
            </a:r>
            <a:r>
              <a:rPr lang="en-US" dirty="0" err="1"/>
              <a:t>WinRM</a:t>
            </a:r>
            <a:r>
              <a:rPr lang="en-US" dirty="0"/>
              <a:t> over HTTP 5985 or HTTPS 5986, requires </a:t>
            </a:r>
            <a:r>
              <a:rPr lang="en-US" dirty="0" err="1"/>
              <a:t>WinRM</a:t>
            </a:r>
            <a:r>
              <a:rPr lang="en-US" dirty="0"/>
              <a:t> service running on sources and collector, and uses source-initiated or collector-initiated subscriptions. Exam tests centralized logging scenarios - "monitor security events from 30 domain controllers" requires event forwarding to central collector, not manually checking each DC.</a:t>
            </a:r>
          </a:p>
          <a:p>
            <a:endParaRPr lang="en-US" b="1" dirty="0"/>
          </a:p>
          <a:p>
            <a:r>
              <a:rPr lang="en-US" b="1" dirty="0"/>
              <a:t>• Essential for security auditing and incident response:</a:t>
            </a:r>
            <a:r>
              <a:rPr lang="en-US" dirty="0"/>
              <a:t> Security log captures audit events: logon/logoff (Event IDs 4624/4634), account management (4720 = user created), privilege use (4672 = admin rights used), object access (4663 = file accessed if auditing enabled), and policy changes (4719 = system audit policy modified). For AZ-801, security auditing is compliance requirement - HIPAA, PCI-DSS, SOX all mandate security event logging and retention. Exam presents scenarios requiring audit configuration: enable Object Access auditing via Group Policy &gt; Computer Configuration &gt; Policies &gt; Windows Settings &gt; Security Settings &gt; Local Policies &gt; Audit Policy, then enable SACL on specific files/folders to capture access events in Security log.</a:t>
            </a:r>
          </a:p>
          <a:p>
            <a:endParaRPr lang="en-US" b="1" dirty="0"/>
          </a:p>
          <a:p>
            <a:r>
              <a:rPr lang="en-US" b="1" dirty="0"/>
              <a:t>• Adventure Works uses event subscriptions for AD and DNS logs:</a:t>
            </a:r>
            <a:r>
              <a:rPr lang="en-US" dirty="0"/>
              <a:t> Adventure Works has 8 domain controllers across 3 sites. They configured central log collector server with subscriptions for: Security log Event IDs 4624, 4625, 4720, 4740 (logons, failed logons, user created, user locked out), System log Event IDs 1074, 6005, 6008 (shutdowns and crashes), DNS Server log Event IDs 4000-4999 (DNS errors), Active Directory log Event IDs 1644, 2886, 2887 (LDAP performance issues). All 8 DCs forward matching events to collector where security team runs custom views for failed logon patterns indicating brute force attacks and DNS teams monitor resolution failures. For AZ-801, this demonstrates enterprise event log architecture - central collection with filtered forwarding for specific high-value events rather than forwarding everything causing log overload.</a:t>
            </a:r>
          </a:p>
          <a:p>
            <a:endParaRPr lang="en-US" b="1"/>
          </a:p>
          <a:p>
            <a:r>
              <a:rPr lang="en-US" b="1"/>
              <a:t>AZ-801 </a:t>
            </a:r>
            <a:r>
              <a:rPr lang="en-US" b="1" dirty="0"/>
              <a:t>EXAM TIP:</a:t>
            </a:r>
            <a:r>
              <a:rPr lang="en-US" dirty="0"/>
              <a:t> Critical Event IDs for exam memorization. System log: 1074 = initiated shutdown, 6005 = Event Log service started (boot), 6008 = unexpected shutdown (crash), 7000 = service failed to start, 7023 = service terminated with error. Security log: 4624 = successful logon, 4625 = failed logon, 4648 = logon using explicit credentials, 4720 = user account created, 4740 = user account locked out, 4771 = Kerberos pre-auth failed, 4776 = NTLM authentication attempt. Application log: 1000 = application error, 1001 = Windows Error Reporting. DNS: 4015 = DNS query failure. DHCP: 1342 = DHCP database full, 1046 = DHCP server IP address conflict. Exam presents event log snippets and asks "what does this indicate" - knowing Event IDs identifies the issue immediately. Also know event forwarding requires </a:t>
            </a:r>
            <a:r>
              <a:rPr lang="en-US" dirty="0" err="1"/>
              <a:t>WinRM</a:t>
            </a:r>
            <a:endParaRPr lang="en-US" dirty="0"/>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13</a:t>
            </a:fld>
            <a:endParaRPr lang="en-US"/>
          </a:p>
        </p:txBody>
      </p:sp>
    </p:spTree>
    <p:extLst>
      <p:ext uri="{BB962C8B-B14F-4D97-AF65-F5344CB8AC3E}">
        <p14:creationId xmlns:p14="http://schemas.microsoft.com/office/powerpoint/2010/main" val="111461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Tue, 10/21/2025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2"/>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3"/>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22: Monitor Windows Server Performance</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290686" y="1246704"/>
            <a:ext cx="3516430" cy="2979037"/>
          </a:xfrm>
        </p:spPr>
        <p:txBody>
          <a:bodyPr>
            <a:noAutofit/>
          </a:bodyPr>
          <a:lstStyle/>
          <a:p>
            <a:pPr>
              <a:spcBef>
                <a:spcPts val="200"/>
              </a:spcBef>
              <a:spcAft>
                <a:spcPts val="400"/>
              </a:spcAft>
            </a:pPr>
            <a:r>
              <a:rPr lang="en-US" sz="1400" dirty="0"/>
              <a:t>22.1. Monitor Windows Server by using Performance Monitor </a:t>
            </a:r>
          </a:p>
          <a:p>
            <a:pPr>
              <a:spcBef>
                <a:spcPts val="200"/>
              </a:spcBef>
              <a:spcAft>
                <a:spcPts val="400"/>
              </a:spcAft>
            </a:pPr>
            <a:r>
              <a:rPr lang="en-US" sz="1400" dirty="0"/>
              <a:t>22.2. Create and configure Data Collector Sets </a:t>
            </a:r>
          </a:p>
          <a:p>
            <a:pPr>
              <a:spcBef>
                <a:spcPts val="200"/>
              </a:spcBef>
              <a:spcAft>
                <a:spcPts val="400"/>
              </a:spcAft>
            </a:pPr>
            <a:r>
              <a:rPr lang="en-US" sz="1400" dirty="0"/>
              <a:t>22.3. Monitor servers and configure alerts by using Windows Admin Center </a:t>
            </a:r>
          </a:p>
          <a:p>
            <a:pPr>
              <a:spcBef>
                <a:spcPts val="200"/>
              </a:spcBef>
              <a:spcAft>
                <a:spcPts val="400"/>
              </a:spcAft>
            </a:pPr>
            <a:r>
              <a:rPr lang="en-US" sz="1400" dirty="0"/>
              <a:t>22.4. Analyze Windows Server system data by using System Insights </a:t>
            </a:r>
          </a:p>
          <a:p>
            <a:pPr>
              <a:spcBef>
                <a:spcPts val="200"/>
              </a:spcBef>
              <a:spcAft>
                <a:spcPts val="400"/>
              </a:spcAft>
            </a:pPr>
            <a:r>
              <a:rPr lang="en-US" sz="1400" dirty="0"/>
              <a:t>22.5. Manage event logs </a:t>
            </a:r>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22.1 Monitor Windows Server by using Performance Monitor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Gain visibility with built-in monitoring tools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Performance monitoring ensures workloads run efficiently</a:t>
            </a:r>
          </a:p>
          <a:p>
            <a:r>
              <a:rPr lang="en-US" sz="1800" dirty="0"/>
              <a:t>Windows Server includes native tools: Performance Monitor, Data Collector Sets, System Insights, Event Viewer</a:t>
            </a:r>
          </a:p>
          <a:p>
            <a:r>
              <a:rPr lang="en-US" sz="1800" dirty="0"/>
              <a:t>Windows Admin Center provides centralized dashboards</a:t>
            </a:r>
          </a:p>
          <a:p>
            <a:r>
              <a:rPr lang="en-US" sz="1800" dirty="0"/>
              <a:t>Proactive monitoring prevents outages and capacity issues</a:t>
            </a:r>
          </a:p>
          <a:p>
            <a:r>
              <a:rPr lang="en-US" sz="1800" dirty="0"/>
              <a:t>Adventure Works uses built-in tools before escalating to Azure Monitor</a:t>
            </a:r>
          </a:p>
        </p:txBody>
      </p:sp>
    </p:spTree>
    <p:extLst>
      <p:ext uri="{BB962C8B-B14F-4D97-AF65-F5344CB8AC3E}">
        <p14:creationId xmlns:p14="http://schemas.microsoft.com/office/powerpoint/2010/main" val="523570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17308" cy="463628"/>
          </a:xfrm>
        </p:spPr>
        <p:txBody>
          <a:bodyPr/>
          <a:lstStyle/>
          <a:p>
            <a:r>
              <a:rPr lang="en-US"/>
              <a:t>Track system metrics with Performance Monitor</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Provides real-time and historical performance data</a:t>
            </a:r>
          </a:p>
          <a:p>
            <a:r>
              <a:rPr lang="en-US" sz="1800" dirty="0"/>
              <a:t>Custom counter sets focus on CPU, memory, disk, and network</a:t>
            </a:r>
          </a:p>
          <a:p>
            <a:r>
              <a:rPr lang="en-US" sz="1800" dirty="0"/>
              <a:t>Alerts notify when thresholds are exceeded</a:t>
            </a:r>
          </a:p>
          <a:p>
            <a:r>
              <a:rPr lang="en-US" sz="1800" dirty="0"/>
              <a:t>Baselines help detect performance regressions</a:t>
            </a:r>
          </a:p>
          <a:p>
            <a:r>
              <a:rPr lang="en-US" sz="1800" dirty="0"/>
              <a:t>Contoso uses Performance Monitor to validate SQL workload tuning</a:t>
            </a:r>
          </a:p>
        </p:txBody>
      </p:sp>
    </p:spTree>
    <p:extLst>
      <p:ext uri="{BB962C8B-B14F-4D97-AF65-F5344CB8AC3E}">
        <p14:creationId xmlns:p14="http://schemas.microsoft.com/office/powerpoint/2010/main" val="302905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22.2 Create and configure Data Collector Sets </a:t>
            </a:r>
          </a:p>
        </p:txBody>
      </p:sp>
    </p:spTree>
    <p:extLst>
      <p:ext uri="{BB962C8B-B14F-4D97-AF65-F5344CB8AC3E}">
        <p14:creationId xmlns:p14="http://schemas.microsoft.com/office/powerpoint/2010/main" val="182904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Automate performance data collection</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Data Collector Sets capture performance counters and traces</a:t>
            </a:r>
          </a:p>
          <a:p>
            <a:r>
              <a:rPr lang="en-US" sz="1800" dirty="0"/>
              <a:t>Built-in templates accelerate setup for diagnostics</a:t>
            </a:r>
          </a:p>
          <a:p>
            <a:r>
              <a:rPr lang="en-US" sz="1800" dirty="0"/>
              <a:t>Scheduled collection supports long-term analysis</a:t>
            </a:r>
          </a:p>
          <a:p>
            <a:r>
              <a:rPr lang="en-US" sz="1800" dirty="0"/>
              <a:t>Automated reports highlight bottlenecks</a:t>
            </a:r>
          </a:p>
          <a:p>
            <a:r>
              <a:rPr lang="en-US" sz="1800" dirty="0" err="1"/>
              <a:t>Fabrikam</a:t>
            </a:r>
            <a:r>
              <a:rPr lang="en-US" sz="1800" dirty="0"/>
              <a:t> configures Data Collector Sets for Hyper-V cluster monitoring</a:t>
            </a:r>
          </a:p>
        </p:txBody>
      </p:sp>
    </p:spTree>
    <p:extLst>
      <p:ext uri="{BB962C8B-B14F-4D97-AF65-F5344CB8AC3E}">
        <p14:creationId xmlns:p14="http://schemas.microsoft.com/office/powerpoint/2010/main" val="1039900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22.3 Monitor servers and configure alerts by using Windows Admin Center </a:t>
            </a:r>
          </a:p>
        </p:txBody>
      </p:sp>
    </p:spTree>
    <p:extLst>
      <p:ext uri="{BB962C8B-B14F-4D97-AF65-F5344CB8AC3E}">
        <p14:creationId xmlns:p14="http://schemas.microsoft.com/office/powerpoint/2010/main" val="94790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411618" cy="463628"/>
          </a:xfrm>
        </p:spPr>
        <p:txBody>
          <a:bodyPr/>
          <a:lstStyle/>
          <a:p>
            <a:r>
              <a:rPr lang="en-US"/>
              <a:t>Centralize monitoring with Windows Admin Center</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Unified web-based dashboard for server and cluster metrics</a:t>
            </a:r>
          </a:p>
          <a:p>
            <a:r>
              <a:rPr lang="en-US" sz="1800" dirty="0"/>
              <a:t>Real-time and historical views of performance data</a:t>
            </a:r>
          </a:p>
          <a:p>
            <a:r>
              <a:rPr lang="en-US" sz="1800" dirty="0"/>
              <a:t>Configure email alerts for proactive notification</a:t>
            </a:r>
          </a:p>
          <a:p>
            <a:r>
              <a:rPr lang="en-US" sz="1800" dirty="0"/>
              <a:t>Hybrid integration extends monitoring into Azure</a:t>
            </a:r>
          </a:p>
          <a:p>
            <a:r>
              <a:rPr lang="en-US" sz="1800" dirty="0"/>
              <a:t>Tailwind Traders monitors hybrid workloads via Windows Admin Center</a:t>
            </a:r>
          </a:p>
        </p:txBody>
      </p:sp>
    </p:spTree>
    <p:extLst>
      <p:ext uri="{BB962C8B-B14F-4D97-AF65-F5344CB8AC3E}">
        <p14:creationId xmlns:p14="http://schemas.microsoft.com/office/powerpoint/2010/main" val="294649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22.4 Analyze Windows Server system data by using System Insights </a:t>
            </a:r>
          </a:p>
        </p:txBody>
      </p:sp>
    </p:spTree>
    <p:extLst>
      <p:ext uri="{BB962C8B-B14F-4D97-AF65-F5344CB8AC3E}">
        <p14:creationId xmlns:p14="http://schemas.microsoft.com/office/powerpoint/2010/main" val="591404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7859168" cy="463628"/>
          </a:xfrm>
        </p:spPr>
        <p:txBody>
          <a:bodyPr/>
          <a:lstStyle/>
          <a:p>
            <a:r>
              <a:rPr lang="en-US"/>
              <a:t>Predict capacity needs with machine learning</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System Insights uses ML to forecast resource usage</a:t>
            </a:r>
          </a:p>
          <a:p>
            <a:r>
              <a:rPr lang="en-US" sz="1800" dirty="0"/>
              <a:t>Predicts CPU, memory, networking, and storage trends</a:t>
            </a:r>
          </a:p>
          <a:p>
            <a:r>
              <a:rPr lang="en-US" sz="1800" dirty="0"/>
              <a:t>Identifies anomalies that may indicate problems</a:t>
            </a:r>
          </a:p>
          <a:p>
            <a:r>
              <a:rPr lang="en-US" sz="1800" dirty="0"/>
              <a:t>Integrates with Windows Admin Center for visualization</a:t>
            </a:r>
          </a:p>
          <a:p>
            <a:r>
              <a:rPr lang="en-US" sz="1800" dirty="0" err="1"/>
              <a:t>Fabrikam</a:t>
            </a:r>
            <a:r>
              <a:rPr lang="en-US" sz="1800" dirty="0"/>
              <a:t> uses System Insights to plan capacity expansions</a:t>
            </a:r>
          </a:p>
        </p:txBody>
      </p:sp>
    </p:spTree>
    <p:extLst>
      <p:ext uri="{BB962C8B-B14F-4D97-AF65-F5344CB8AC3E}">
        <p14:creationId xmlns:p14="http://schemas.microsoft.com/office/powerpoint/2010/main" val="3952390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22.5 Manage event logs </a:t>
            </a:r>
          </a:p>
        </p:txBody>
      </p:sp>
    </p:spTree>
    <p:extLst>
      <p:ext uri="{BB962C8B-B14F-4D97-AF65-F5344CB8AC3E}">
        <p14:creationId xmlns:p14="http://schemas.microsoft.com/office/powerpoint/2010/main" val="667037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Troubleshoot and audit with Event Viewer</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Event Viewer provides detailed OS and app event data</a:t>
            </a:r>
          </a:p>
          <a:p>
            <a:r>
              <a:rPr lang="en-US" sz="1800" dirty="0"/>
              <a:t>Custom views filter critical logs by source or keyword</a:t>
            </a:r>
          </a:p>
          <a:p>
            <a:r>
              <a:rPr lang="en-US" sz="1800" dirty="0"/>
              <a:t>Forwarding centralizes logs across servers</a:t>
            </a:r>
          </a:p>
          <a:p>
            <a:r>
              <a:rPr lang="en-US" sz="1800" dirty="0"/>
              <a:t>Essential for security auditing and incident response</a:t>
            </a:r>
          </a:p>
          <a:p>
            <a:r>
              <a:rPr lang="en-US" sz="1800" dirty="0"/>
              <a:t>Adventure Works uses event subscriptions for AD and DNS logs</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Diagram title in sentence case</a:t>
            </a:r>
          </a:p>
        </p:txBody>
      </p:sp>
      <p:sp>
        <p:nvSpPr>
          <p:cNvPr id="8" name="Rectangle: Rounded Corners 7">
            <a:extLst>
              <a:ext uri="{FF2B5EF4-FFF2-40B4-BE49-F238E27FC236}">
                <a16:creationId xmlns:a16="http://schemas.microsoft.com/office/drawing/2014/main" id="{1155EB2F-7448-A2AA-7CA9-989CB37A3F86}"/>
              </a:ext>
            </a:extLst>
          </p:cNvPr>
          <p:cNvSpPr/>
          <p:nvPr/>
        </p:nvSpPr>
        <p:spPr>
          <a:xfrm>
            <a:off x="2673037" y="4599417"/>
            <a:ext cx="3797925" cy="46362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Segoe Pro Display" panose="020B0502040504020203" pitchFamily="34" charset="0"/>
                <a:ea typeface="JetBrains Mono" panose="02000009000000000000" pitchFamily="49" charset="0"/>
                <a:cs typeface="Poppins Light" panose="00000400000000000000" pitchFamily="2" charset="0"/>
              </a:rPr>
              <a:t>go.techtrainertim.com/blah</a:t>
            </a:r>
          </a:p>
        </p:txBody>
      </p:sp>
    </p:spTree>
    <p:extLst>
      <p:ext uri="{BB962C8B-B14F-4D97-AF65-F5344CB8AC3E}">
        <p14:creationId xmlns:p14="http://schemas.microsoft.com/office/powerpoint/2010/main" val="4080705565"/>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e60464b2502f4f4c6d575a702f4efcf7">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c75e329bb324eb7f1fd76e0ecf7fa1c1"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920C99BF-5DBB-4E5E-8232-1660DCDA7D83}">
  <ds:schemaRefs>
    <ds:schemaRef ds:uri="http://schemas.microsoft.com/sharepoint/v3/contenttype/forms"/>
  </ds:schemaRefs>
</ds:datastoreItem>
</file>

<file path=customXml/itemProps2.xml><?xml version="1.0" encoding="utf-8"?>
<ds:datastoreItem xmlns:ds="http://schemas.openxmlformats.org/officeDocument/2006/customXml" ds:itemID="{2674725E-D2DA-4F73-8B9F-5B45A40AD0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34452</TotalTime>
  <Words>4129</Words>
  <Application>Microsoft Office PowerPoint</Application>
  <PresentationFormat>On-screen Show (16:9)</PresentationFormat>
  <Paragraphs>138</Paragraphs>
  <Slides>14</Slides>
  <Notes>7</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Open Sans</vt:lpstr>
      <vt:lpstr>Segoe Pro Display</vt:lpstr>
      <vt:lpstr>Segoe UI</vt:lpstr>
      <vt:lpstr>Segoe UI Light</vt:lpstr>
      <vt:lpstr>Segoe UI Semilight</vt:lpstr>
      <vt:lpstr>Standard_LiveLessons_2017</vt:lpstr>
      <vt:lpstr>PowerPoint Presentation</vt:lpstr>
      <vt:lpstr>PowerPoint Presentation</vt:lpstr>
      <vt:lpstr>PowerPoint Presentation</vt:lpstr>
      <vt:lpstr>Gain visibility with built-in monitoring tools</vt:lpstr>
      <vt:lpstr>Track system metrics with Performance Monitor</vt:lpstr>
      <vt:lpstr>PowerPoint Presentation</vt:lpstr>
      <vt:lpstr>Automate performance data collection</vt:lpstr>
      <vt:lpstr>PowerPoint Presentation</vt:lpstr>
      <vt:lpstr>Centralize monitoring with Windows Admin Center</vt:lpstr>
      <vt:lpstr>PowerPoint Presentation</vt:lpstr>
      <vt:lpstr>Predict capacity needs with machine learning</vt:lpstr>
      <vt:lpstr>PowerPoint Presentation</vt:lpstr>
      <vt:lpstr>Troubleshoot and audit with Event Viewer</vt:lpstr>
      <vt:lpstr>Diagram title in sentence case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103</cp:revision>
  <dcterms:created xsi:type="dcterms:W3CDTF">2015-09-28T19:52:00Z</dcterms:created>
  <dcterms:modified xsi:type="dcterms:W3CDTF">2025-10-21T17:44:34Z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