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5"/>
  </p:notesMasterIdLst>
  <p:sldIdLst>
    <p:sldId id="303" r:id="rId5"/>
    <p:sldId id="292" r:id="rId6"/>
    <p:sldId id="293" r:id="rId7"/>
    <p:sldId id="347" r:id="rId8"/>
    <p:sldId id="349" r:id="rId9"/>
    <p:sldId id="343" r:id="rId10"/>
    <p:sldId id="348" r:id="rId11"/>
    <p:sldId id="346" r:id="rId12"/>
    <p:sldId id="331" r:id="rId13"/>
    <p:sldId id="342" r:id="rId1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F1B629-93A2-4BCC-99A0-B13B99C15B75}" v="4" dt="2025-09-26T17:47:52.8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79" autoAdjust="0"/>
    <p:restoredTop sz="66330" autoAdjust="0"/>
  </p:normalViewPr>
  <p:slideViewPr>
    <p:cSldViewPr snapToGrid="0" snapToObjects="1">
      <p:cViewPr varScale="1">
        <p:scale>
          <a:sx n="126" d="100"/>
          <a:sy n="126" d="100"/>
        </p:scale>
        <p:origin x="2628" y="300"/>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200" d="100"/>
        <a:sy n="20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xel Cain" userId="d0c9bf4b9e7c87bb" providerId="LiveId" clId="{1CE0FA44-3ADF-4706-8970-798A5395084E}"/>
    <pc:docChg chg="modSld">
      <pc:chgData name="Axel Cain" userId="d0c9bf4b9e7c87bb" providerId="LiveId" clId="{1CE0FA44-3ADF-4706-8970-798A5395084E}" dt="2025-04-16T08:19:19.641" v="18" actId="6549"/>
      <pc:docMkLst>
        <pc:docMk/>
      </pc:docMkLst>
      <pc:sldChg chg="modSp">
        <pc:chgData name="Axel Cain" userId="d0c9bf4b9e7c87bb" providerId="LiveId" clId="{1CE0FA44-3ADF-4706-8970-798A5395084E}" dt="2025-04-16T08:17:16.202" v="1" actId="113"/>
        <pc:sldMkLst>
          <pc:docMk/>
          <pc:sldMk cId="55801264" sldId="330"/>
        </pc:sldMkLst>
      </pc:sldChg>
      <pc:sldChg chg="modSp">
        <pc:chgData name="Axel Cain" userId="d0c9bf4b9e7c87bb" providerId="LiveId" clId="{1CE0FA44-3ADF-4706-8970-798A5395084E}" dt="2025-04-16T08:17:44.980" v="7" actId="113"/>
        <pc:sldMkLst>
          <pc:docMk/>
          <pc:sldMk cId="2913861116" sldId="332"/>
        </pc:sldMkLst>
      </pc:sldChg>
      <pc:sldChg chg="modSp">
        <pc:chgData name="Axel Cain" userId="d0c9bf4b9e7c87bb" providerId="LiveId" clId="{1CE0FA44-3ADF-4706-8970-798A5395084E}" dt="2025-04-16T08:18:28.460" v="8" actId="20577"/>
        <pc:sldMkLst>
          <pc:docMk/>
          <pc:sldMk cId="3654406668" sldId="335"/>
        </pc:sldMkLst>
      </pc:sldChg>
      <pc:sldChg chg="modSp modAnim">
        <pc:chgData name="Axel Cain" userId="d0c9bf4b9e7c87bb" providerId="LiveId" clId="{1CE0FA44-3ADF-4706-8970-798A5395084E}" dt="2025-04-16T08:19:06.760" v="17" actId="20577"/>
        <pc:sldMkLst>
          <pc:docMk/>
          <pc:sldMk cId="3976232242" sldId="339"/>
        </pc:sldMkLst>
      </pc:sldChg>
      <pc:sldChg chg="modSp">
        <pc:chgData name="Axel Cain" userId="d0c9bf4b9e7c87bb" providerId="LiveId" clId="{1CE0FA44-3ADF-4706-8970-798A5395084E}" dt="2025-04-16T08:19:19.641" v="18" actId="6549"/>
        <pc:sldMkLst>
          <pc:docMk/>
          <pc:sldMk cId="4040746147" sldId="340"/>
        </pc:sldMkLst>
      </pc:sldChg>
    </pc:docChg>
  </pc:docChgLst>
  <pc:docChgLst>
    <pc:chgData name="scsjcain84" userId="S::scsjcain84_gmail.com#ext#@pearsoneducationinc.onmicrosoft.com::4399dd98-ee8b-4212-9001-7919755a3260" providerId="AD" clId="Web-{5EC06FD0-219E-4A60-944A-60A3F207E9F0}"/>
    <pc:docChg chg="">
      <pc:chgData name="scsjcain84" userId="S::scsjcain84_gmail.com#ext#@pearsoneducationinc.onmicrosoft.com::4399dd98-ee8b-4212-9001-7919755a3260" providerId="AD" clId="Web-{5EC06FD0-219E-4A60-944A-60A3F207E9F0}" dt="2023-12-15T08:40:15.373" v="0"/>
      <pc:docMkLst>
        <pc:docMk/>
      </pc:docMkLst>
      <pc:sldChg chg="modCm">
        <pc:chgData name="scsjcain84" userId="S::scsjcain84_gmail.com#ext#@pearsoneducationinc.onmicrosoft.com::4399dd98-ee8b-4212-9001-7919755a3260" providerId="AD" clId="Web-{5EC06FD0-219E-4A60-944A-60A3F207E9F0}" dt="2023-12-15T08:40:15.373" v="0"/>
        <pc:sldMkLst>
          <pc:docMk/>
          <pc:sldMk cId="2507876813" sldId="304"/>
        </pc:sldMkLst>
        <pc:extLst>
          <p:ext xmlns:p="http://schemas.openxmlformats.org/presentationml/2006/main" uri="{D6D511B9-2390-475A-947B-AFAB55BFBCF1}">
            <pc226:cmChg xmlns:pc226="http://schemas.microsoft.com/office/powerpoint/2022/06/main/command" chg="mod">
              <pc226:chgData name="scsjcain84" userId="S::scsjcain84_gmail.com#ext#@pearsoneducationinc.onmicrosoft.com::4399dd98-ee8b-4212-9001-7919755a3260" providerId="AD" clId="Web-{5EC06FD0-219E-4A60-944A-60A3F207E9F0}" dt="2023-12-15T08:40:15.373" v="0"/>
              <pc2:cmMkLst xmlns:pc2="http://schemas.microsoft.com/office/powerpoint/2019/9/main/command">
                <pc:docMk/>
                <pc:sldMk cId="2507876813" sldId="304"/>
                <pc2:cmMk id="{F9DC116C-7B99-44B4-A066-B9294A445BBE}"/>
              </pc2:cmMkLst>
            </pc226:cmChg>
          </p:ext>
        </pc:extLst>
      </pc:sldChg>
    </pc:docChg>
  </pc:docChgLst>
  <pc:docChgLst>
    <pc:chgData name="Tim Warner" userId="1d9b2d89684621c1" providerId="LiveId" clId="{C51613CA-9081-4D80-8B21-3ED98F1A1FC0}"/>
    <pc:docChg chg="custSel delSld modSld">
      <pc:chgData name="Tim Warner" userId="1d9b2d89684621c1" providerId="LiveId" clId="{C51613CA-9081-4D80-8B21-3ED98F1A1FC0}" dt="2025-06-24T20:45:32.397" v="52" actId="1076"/>
      <pc:docMkLst>
        <pc:docMk/>
      </pc:docMkLst>
      <pc:sldChg chg="addSp modSp mod modClrScheme chgLayout">
        <pc:chgData name="Tim Warner" userId="1d9b2d89684621c1" providerId="LiveId" clId="{C51613CA-9081-4D80-8B21-3ED98F1A1FC0}" dt="2025-06-24T20:45:32.397" v="52" actId="1076"/>
        <pc:sldMkLst>
          <pc:docMk/>
          <pc:sldMk cId="2539485740" sldId="292"/>
        </pc:sldMkLst>
      </pc:sldChg>
      <pc:sldChg chg="modSp mod">
        <pc:chgData name="Tim Warner" userId="1d9b2d89684621c1" providerId="LiveId" clId="{C51613CA-9081-4D80-8B21-3ED98F1A1FC0}" dt="2025-06-24T20:36:24.916" v="42"/>
        <pc:sldMkLst>
          <pc:docMk/>
          <pc:sldMk cId="486668636" sldId="293"/>
        </pc:sldMkLst>
      </pc:sldChg>
      <pc:sldChg chg="modSp mod">
        <pc:chgData name="Tim Warner" userId="1d9b2d89684621c1" providerId="LiveId" clId="{C51613CA-9081-4D80-8B21-3ED98F1A1FC0}" dt="2025-06-24T20:36:32.145" v="43"/>
        <pc:sldMkLst>
          <pc:docMk/>
          <pc:sldMk cId="1829040019" sldId="343"/>
        </pc:sldMkLst>
      </pc:sldChg>
      <pc:sldChg chg="del">
        <pc:chgData name="Tim Warner" userId="1d9b2d89684621c1" providerId="LiveId" clId="{C51613CA-9081-4D80-8B21-3ED98F1A1FC0}" dt="2025-06-24T20:36:15.013" v="41" actId="2696"/>
        <pc:sldMkLst>
          <pc:docMk/>
          <pc:sldMk cId="1558763963" sldId="344"/>
        </pc:sldMkLst>
      </pc:sldChg>
      <pc:sldChg chg="del">
        <pc:chgData name="Tim Warner" userId="1d9b2d89684621c1" providerId="LiveId" clId="{C51613CA-9081-4D80-8B21-3ED98F1A1FC0}" dt="2025-06-24T20:36:15.013" v="41" actId="2696"/>
        <pc:sldMkLst>
          <pc:docMk/>
          <pc:sldMk cId="4156641597" sldId="345"/>
        </pc:sldMkLst>
      </pc:sldChg>
      <pc:sldChg chg="modSp mod">
        <pc:chgData name="Tim Warner" userId="1d9b2d89684621c1" providerId="LiveId" clId="{C51613CA-9081-4D80-8B21-3ED98F1A1FC0}" dt="2025-06-24T20:36:38.385" v="44"/>
        <pc:sldMkLst>
          <pc:docMk/>
          <pc:sldMk cId="947907938" sldId="346"/>
        </pc:sldMkLst>
      </pc:sldChg>
      <pc:sldChg chg="del">
        <pc:chgData name="Tim Warner" userId="1d9b2d89684621c1" providerId="LiveId" clId="{C51613CA-9081-4D80-8B21-3ED98F1A1FC0}" dt="2025-06-24T20:36:15.013" v="41" actId="2696"/>
        <pc:sldMkLst>
          <pc:docMk/>
          <pc:sldMk cId="3422763557" sldId="347"/>
        </pc:sldMkLst>
      </pc:sldChg>
    </pc:docChg>
  </pc:docChgLst>
  <pc:docChgLst>
    <pc:chgData name="Axel Cain" userId="d0c9bf4b9e7c87bb" providerId="LiveId" clId="{172E5107-2A9F-44C6-B6F0-396E08119876}"/>
    <pc:docChg chg="custSel delSld modSld">
      <pc:chgData name="Axel Cain" userId="d0c9bf4b9e7c87bb" providerId="LiveId" clId="{172E5107-2A9F-44C6-B6F0-396E08119876}" dt="2024-03-30T10:37:12.469" v="22" actId="20577"/>
      <pc:docMkLst>
        <pc:docMk/>
      </pc:docMkLst>
      <pc:sldChg chg="del">
        <pc:chgData name="Axel Cain" userId="d0c9bf4b9e7c87bb" providerId="LiveId" clId="{172E5107-2A9F-44C6-B6F0-396E08119876}" dt="2024-03-30T10:24:21.843" v="6" actId="2696"/>
        <pc:sldMkLst>
          <pc:docMk/>
          <pc:sldMk cId="2200105640" sldId="291"/>
        </pc:sldMkLst>
      </pc:sldChg>
      <pc:sldChg chg="modSp mod">
        <pc:chgData name="Axel Cain" userId="d0c9bf4b9e7c87bb" providerId="LiveId" clId="{172E5107-2A9F-44C6-B6F0-396E08119876}" dt="2024-03-30T10:37:12.469" v="22" actId="20577"/>
        <pc:sldMkLst>
          <pc:docMk/>
          <pc:sldMk cId="3662525184" sldId="303"/>
        </pc:sldMkLst>
      </pc:sldChg>
      <pc:sldChg chg="modSp">
        <pc:chgData name="Axel Cain" userId="d0c9bf4b9e7c87bb" providerId="LiveId" clId="{172E5107-2A9F-44C6-B6F0-396E08119876}" dt="2024-03-30T10:22:22.552" v="1" actId="20577"/>
        <pc:sldMkLst>
          <pc:docMk/>
          <pc:sldMk cId="2601488157" sldId="313"/>
        </pc:sldMkLst>
      </pc:sldChg>
      <pc:sldChg chg="modSp">
        <pc:chgData name="Axel Cain" userId="d0c9bf4b9e7c87bb" providerId="LiveId" clId="{172E5107-2A9F-44C6-B6F0-396E08119876}" dt="2024-03-30T10:23:26.234" v="5" actId="20577"/>
        <pc:sldMkLst>
          <pc:docMk/>
          <pc:sldMk cId="2319311322" sldId="324"/>
        </pc:sldMkLst>
      </pc:sldChg>
    </pc:docChg>
  </pc:docChgLst>
  <pc:docChgLst>
    <pc:chgData name="Tim Warner" userId="1d9b2d89684621c1" providerId="LiveId" clId="{D0B44B65-70BF-4519-8E4C-BDC5735B7FF3}"/>
    <pc:docChg chg="custSel addSld delSld modSld">
      <pc:chgData name="Tim Warner" userId="1d9b2d89684621c1" providerId="LiveId" clId="{D0B44B65-70BF-4519-8E4C-BDC5735B7FF3}" dt="2025-06-24T20:30:42.639" v="74"/>
      <pc:docMkLst>
        <pc:docMk/>
      </pc:docMkLst>
      <pc:sldChg chg="delSp modSp mod">
        <pc:chgData name="Tim Warner" userId="1d9b2d89684621c1" providerId="LiveId" clId="{D0B44B65-70BF-4519-8E4C-BDC5735B7FF3}" dt="2025-06-24T20:29:59.974" v="68" actId="1076"/>
        <pc:sldMkLst>
          <pc:docMk/>
          <pc:sldMk cId="2539485740" sldId="292"/>
        </pc:sldMkLst>
      </pc:sldChg>
      <pc:sldChg chg="modSp mod">
        <pc:chgData name="Tim Warner" userId="1d9b2d89684621c1" providerId="LiveId" clId="{D0B44B65-70BF-4519-8E4C-BDC5735B7FF3}" dt="2025-06-24T20:30:05.101" v="69"/>
        <pc:sldMkLst>
          <pc:docMk/>
          <pc:sldMk cId="486668636" sldId="293"/>
        </pc:sldMkLst>
      </pc:sldChg>
      <pc:sldChg chg="modSp mod">
        <pc:chgData name="Tim Warner" userId="1d9b2d89684621c1" providerId="LiveId" clId="{D0B44B65-70BF-4519-8E4C-BDC5735B7FF3}" dt="2025-06-24T20:16:51.778" v="1" actId="14100"/>
        <pc:sldMkLst>
          <pc:docMk/>
          <pc:sldMk cId="3662525184" sldId="303"/>
        </pc:sldMkLst>
      </pc:sldChg>
      <pc:sldChg chg="modSp add mod">
        <pc:chgData name="Tim Warner" userId="1d9b2d89684621c1" providerId="LiveId" clId="{D0B44B65-70BF-4519-8E4C-BDC5735B7FF3}" dt="2025-06-24T20:30:13.057" v="70"/>
        <pc:sldMkLst>
          <pc:docMk/>
          <pc:sldMk cId="1829040019" sldId="343"/>
        </pc:sldMkLst>
      </pc:sldChg>
      <pc:sldChg chg="del">
        <pc:chgData name="Tim Warner" userId="1d9b2d89684621c1" providerId="LiveId" clId="{D0B44B65-70BF-4519-8E4C-BDC5735B7FF3}" dt="2025-06-24T20:29:42.719" v="60" actId="47"/>
        <pc:sldMkLst>
          <pc:docMk/>
          <pc:sldMk cId="3522158024" sldId="343"/>
        </pc:sldMkLst>
      </pc:sldChg>
      <pc:sldChg chg="modSp add mod">
        <pc:chgData name="Tim Warner" userId="1d9b2d89684621c1" providerId="LiveId" clId="{D0B44B65-70BF-4519-8E4C-BDC5735B7FF3}" dt="2025-06-24T20:30:35.492" v="73"/>
        <pc:sldMkLst>
          <pc:docMk/>
          <pc:sldMk cId="1558763963" sldId="344"/>
        </pc:sldMkLst>
      </pc:sldChg>
      <pc:sldChg chg="del">
        <pc:chgData name="Tim Warner" userId="1d9b2d89684621c1" providerId="LiveId" clId="{D0B44B65-70BF-4519-8E4C-BDC5735B7FF3}" dt="2025-06-24T20:29:42.719" v="60" actId="47"/>
        <pc:sldMkLst>
          <pc:docMk/>
          <pc:sldMk cId="2930118785" sldId="344"/>
        </pc:sldMkLst>
      </pc:sldChg>
      <pc:sldChg chg="modSp add mod">
        <pc:chgData name="Tim Warner" userId="1d9b2d89684621c1" providerId="LiveId" clId="{D0B44B65-70BF-4519-8E4C-BDC5735B7FF3}" dt="2025-06-24T20:30:42.639" v="74"/>
        <pc:sldMkLst>
          <pc:docMk/>
          <pc:sldMk cId="4156641597" sldId="345"/>
        </pc:sldMkLst>
      </pc:sldChg>
      <pc:sldChg chg="modSp add mod">
        <pc:chgData name="Tim Warner" userId="1d9b2d89684621c1" providerId="LiveId" clId="{D0B44B65-70BF-4519-8E4C-BDC5735B7FF3}" dt="2025-06-24T20:30:20.473" v="71"/>
        <pc:sldMkLst>
          <pc:docMk/>
          <pc:sldMk cId="947907938" sldId="346"/>
        </pc:sldMkLst>
      </pc:sldChg>
      <pc:sldChg chg="modSp add mod">
        <pc:chgData name="Tim Warner" userId="1d9b2d89684621c1" providerId="LiveId" clId="{D0B44B65-70BF-4519-8E4C-BDC5735B7FF3}" dt="2025-06-24T20:30:27.393" v="72"/>
        <pc:sldMkLst>
          <pc:docMk/>
          <pc:sldMk cId="3422763557" sldId="347"/>
        </pc:sldMkLst>
      </pc:sldChg>
    </pc:docChg>
  </pc:docChgLst>
  <pc:docChgLst>
    <pc:chgData name="Tim Warner" userId="1d9b2d89684621c1" providerId="LiveId" clId="{CADB1D46-7252-45D7-9D19-151817DC0A18}"/>
    <pc:docChg chg="custSel addSld delSld modSld sldOrd">
      <pc:chgData name="Tim Warner" userId="1d9b2d89684621c1" providerId="LiveId" clId="{CADB1D46-7252-45D7-9D19-151817DC0A18}" dt="2025-06-21T15:14:02.879" v="325" actId="20577"/>
      <pc:docMkLst>
        <pc:docMk/>
      </pc:docMkLst>
      <pc:sldChg chg="addSp delSp modSp mod modNotesTx">
        <pc:chgData name="Tim Warner" userId="1d9b2d89684621c1" providerId="LiveId" clId="{CADB1D46-7252-45D7-9D19-151817DC0A18}" dt="2025-06-21T15:13:06.135" v="318" actId="20577"/>
        <pc:sldMkLst>
          <pc:docMk/>
          <pc:sldMk cId="2539485740" sldId="292"/>
        </pc:sldMkLst>
      </pc:sldChg>
      <pc:sldChg chg="modSp mod">
        <pc:chgData name="Tim Warner" userId="1d9b2d89684621c1" providerId="LiveId" clId="{CADB1D46-7252-45D7-9D19-151817DC0A18}" dt="2025-06-21T15:13:28.197" v="321"/>
        <pc:sldMkLst>
          <pc:docMk/>
          <pc:sldMk cId="486668636" sldId="293"/>
        </pc:sldMkLst>
      </pc:sldChg>
      <pc:sldChg chg="modSp mod">
        <pc:chgData name="Tim Warner" userId="1d9b2d89684621c1" providerId="LiveId" clId="{CADB1D46-7252-45D7-9D19-151817DC0A18}" dt="2025-06-21T15:04:00.366" v="54" actId="20577"/>
        <pc:sldMkLst>
          <pc:docMk/>
          <pc:sldMk cId="3662525184" sldId="303"/>
        </pc:sldMkLst>
      </pc:sldChg>
      <pc:sldChg chg="del">
        <pc:chgData name="Tim Warner" userId="1d9b2d89684621c1" providerId="LiveId" clId="{CADB1D46-7252-45D7-9D19-151817DC0A18}" dt="2025-06-21T15:06:24.665" v="60" actId="47"/>
        <pc:sldMkLst>
          <pc:docMk/>
          <pc:sldMk cId="1061264812" sldId="326"/>
        </pc:sldMkLst>
      </pc:sldChg>
      <pc:sldChg chg="del">
        <pc:chgData name="Tim Warner" userId="1d9b2d89684621c1" providerId="LiveId" clId="{CADB1D46-7252-45D7-9D19-151817DC0A18}" dt="2025-06-21T15:06:24.665" v="60" actId="47"/>
        <pc:sldMkLst>
          <pc:docMk/>
          <pc:sldMk cId="4082615972" sldId="328"/>
        </pc:sldMkLst>
      </pc:sldChg>
      <pc:sldChg chg="del">
        <pc:chgData name="Tim Warner" userId="1d9b2d89684621c1" providerId="LiveId" clId="{CADB1D46-7252-45D7-9D19-151817DC0A18}" dt="2025-06-21T15:06:24.665" v="60" actId="47"/>
        <pc:sldMkLst>
          <pc:docMk/>
          <pc:sldMk cId="55801264" sldId="330"/>
        </pc:sldMkLst>
      </pc:sldChg>
      <pc:sldChg chg="modSp mod ord modAnim">
        <pc:chgData name="Tim Warner" userId="1d9b2d89684621c1" providerId="LiveId" clId="{CADB1D46-7252-45D7-9D19-151817DC0A18}" dt="2025-06-21T15:07:02.591" v="147" actId="14100"/>
        <pc:sldMkLst>
          <pc:docMk/>
          <pc:sldMk cId="4092314469" sldId="331"/>
        </pc:sldMkLst>
      </pc:sldChg>
      <pc:sldChg chg="del">
        <pc:chgData name="Tim Warner" userId="1d9b2d89684621c1" providerId="LiveId" clId="{CADB1D46-7252-45D7-9D19-151817DC0A18}" dt="2025-06-21T15:06:24.665" v="60" actId="47"/>
        <pc:sldMkLst>
          <pc:docMk/>
          <pc:sldMk cId="2913861116" sldId="332"/>
        </pc:sldMkLst>
      </pc:sldChg>
      <pc:sldChg chg="del">
        <pc:chgData name="Tim Warner" userId="1d9b2d89684621c1" providerId="LiveId" clId="{CADB1D46-7252-45D7-9D19-151817DC0A18}" dt="2025-06-21T15:06:24.665" v="60" actId="47"/>
        <pc:sldMkLst>
          <pc:docMk/>
          <pc:sldMk cId="1635652136" sldId="333"/>
        </pc:sldMkLst>
      </pc:sldChg>
      <pc:sldChg chg="del">
        <pc:chgData name="Tim Warner" userId="1d9b2d89684621c1" providerId="LiveId" clId="{CADB1D46-7252-45D7-9D19-151817DC0A18}" dt="2025-06-21T15:06:24.665" v="60" actId="47"/>
        <pc:sldMkLst>
          <pc:docMk/>
          <pc:sldMk cId="3777493193" sldId="334"/>
        </pc:sldMkLst>
      </pc:sldChg>
      <pc:sldChg chg="del">
        <pc:chgData name="Tim Warner" userId="1d9b2d89684621c1" providerId="LiveId" clId="{CADB1D46-7252-45D7-9D19-151817DC0A18}" dt="2025-06-21T15:06:24.665" v="60" actId="47"/>
        <pc:sldMkLst>
          <pc:docMk/>
          <pc:sldMk cId="3654406668" sldId="335"/>
        </pc:sldMkLst>
      </pc:sldChg>
      <pc:sldChg chg="del">
        <pc:chgData name="Tim Warner" userId="1d9b2d89684621c1" providerId="LiveId" clId="{CADB1D46-7252-45D7-9D19-151817DC0A18}" dt="2025-06-21T15:06:24.665" v="60" actId="47"/>
        <pc:sldMkLst>
          <pc:docMk/>
          <pc:sldMk cId="1056272041" sldId="336"/>
        </pc:sldMkLst>
      </pc:sldChg>
      <pc:sldChg chg="del">
        <pc:chgData name="Tim Warner" userId="1d9b2d89684621c1" providerId="LiveId" clId="{CADB1D46-7252-45D7-9D19-151817DC0A18}" dt="2025-06-21T15:06:24.665" v="60" actId="47"/>
        <pc:sldMkLst>
          <pc:docMk/>
          <pc:sldMk cId="754597853" sldId="337"/>
        </pc:sldMkLst>
      </pc:sldChg>
      <pc:sldChg chg="del">
        <pc:chgData name="Tim Warner" userId="1d9b2d89684621c1" providerId="LiveId" clId="{CADB1D46-7252-45D7-9D19-151817DC0A18}" dt="2025-06-21T15:06:24.665" v="60" actId="47"/>
        <pc:sldMkLst>
          <pc:docMk/>
          <pc:sldMk cId="180794652" sldId="338"/>
        </pc:sldMkLst>
      </pc:sldChg>
      <pc:sldChg chg="del">
        <pc:chgData name="Tim Warner" userId="1d9b2d89684621c1" providerId="LiveId" clId="{CADB1D46-7252-45D7-9D19-151817DC0A18}" dt="2025-06-21T15:06:24.665" v="60" actId="47"/>
        <pc:sldMkLst>
          <pc:docMk/>
          <pc:sldMk cId="3976232242" sldId="339"/>
        </pc:sldMkLst>
      </pc:sldChg>
      <pc:sldChg chg="del">
        <pc:chgData name="Tim Warner" userId="1d9b2d89684621c1" providerId="LiveId" clId="{CADB1D46-7252-45D7-9D19-151817DC0A18}" dt="2025-06-21T15:06:24.665" v="60" actId="47"/>
        <pc:sldMkLst>
          <pc:docMk/>
          <pc:sldMk cId="4040746147" sldId="340"/>
        </pc:sldMkLst>
      </pc:sldChg>
      <pc:sldChg chg="del">
        <pc:chgData name="Tim Warner" userId="1d9b2d89684621c1" providerId="LiveId" clId="{CADB1D46-7252-45D7-9D19-151817DC0A18}" dt="2025-06-21T15:06:24.665" v="60" actId="47"/>
        <pc:sldMkLst>
          <pc:docMk/>
          <pc:sldMk cId="4170127553" sldId="341"/>
        </pc:sldMkLst>
      </pc:sldChg>
      <pc:sldChg chg="delSp modSp mod ord">
        <pc:chgData name="Tim Warner" userId="1d9b2d89684621c1" providerId="LiveId" clId="{CADB1D46-7252-45D7-9D19-151817DC0A18}" dt="2025-06-21T15:08:44.441" v="198" actId="1076"/>
        <pc:sldMkLst>
          <pc:docMk/>
          <pc:sldMk cId="4080705565" sldId="342"/>
        </pc:sldMkLst>
      </pc:sldChg>
      <pc:sldChg chg="modSp add mod">
        <pc:chgData name="Tim Warner" userId="1d9b2d89684621c1" providerId="LiveId" clId="{CADB1D46-7252-45D7-9D19-151817DC0A18}" dt="2025-06-21T15:14:02.879" v="325" actId="20577"/>
        <pc:sldMkLst>
          <pc:docMk/>
          <pc:sldMk cId="3522158024" sldId="343"/>
        </pc:sldMkLst>
      </pc:sldChg>
      <pc:sldChg chg="addSp delSp modSp add del mod">
        <pc:chgData name="Tim Warner" userId="1d9b2d89684621c1" providerId="LiveId" clId="{CADB1D46-7252-45D7-9D19-151817DC0A18}" dt="2025-06-21T15:12:04.409" v="215" actId="2696"/>
        <pc:sldMkLst>
          <pc:docMk/>
          <pc:sldMk cId="3523129307" sldId="343"/>
        </pc:sldMkLst>
      </pc:sldChg>
      <pc:sldChg chg="modSp add mod">
        <pc:chgData name="Tim Warner" userId="1d9b2d89684621c1" providerId="LiveId" clId="{CADB1D46-7252-45D7-9D19-151817DC0A18}" dt="2025-06-21T15:13:35.814" v="322"/>
        <pc:sldMkLst>
          <pc:docMk/>
          <pc:sldMk cId="2930118785" sldId="344"/>
        </pc:sldMkLst>
      </pc:sldChg>
    </pc:docChg>
  </pc:docChgLst>
  <pc:docChgLst>
    <pc:chgData name="Tim Warner" userId="1d9b2d89684621c1" providerId="LiveId" clId="{9EE537F5-4492-46A9-8A6E-F6D0D797EC45}"/>
    <pc:docChg chg="undo redo custSel addSld delSld modSld sldOrd">
      <pc:chgData name="Tim Warner" userId="1d9b2d89684621c1" providerId="LiveId" clId="{9EE537F5-4492-46A9-8A6E-F6D0D797EC45}" dt="2023-12-18T22:23:52.550" v="1866" actId="1076"/>
      <pc:docMkLst>
        <pc:docMk/>
      </pc:docMkLst>
      <pc:sldChg chg="del">
        <pc:chgData name="Tim Warner" userId="1d9b2d89684621c1" providerId="LiveId" clId="{9EE537F5-4492-46A9-8A6E-F6D0D797EC45}" dt="2023-12-07T13:21:45.177" v="15" actId="47"/>
        <pc:sldMkLst>
          <pc:docMk/>
          <pc:sldMk cId="1359141524" sldId="269"/>
        </pc:sldMkLst>
      </pc:sldChg>
      <pc:sldChg chg="del">
        <pc:chgData name="Tim Warner" userId="1d9b2d89684621c1" providerId="LiveId" clId="{9EE537F5-4492-46A9-8A6E-F6D0D797EC45}" dt="2023-12-07T13:21:45.177" v="15" actId="47"/>
        <pc:sldMkLst>
          <pc:docMk/>
          <pc:sldMk cId="1132663081" sldId="280"/>
        </pc:sldMkLst>
      </pc:sldChg>
      <pc:sldChg chg="del">
        <pc:chgData name="Tim Warner" userId="1d9b2d89684621c1" providerId="LiveId" clId="{9EE537F5-4492-46A9-8A6E-F6D0D797EC45}" dt="2023-12-07T13:21:45.177" v="15" actId="47"/>
        <pc:sldMkLst>
          <pc:docMk/>
          <pc:sldMk cId="3198364927" sldId="281"/>
        </pc:sldMkLst>
      </pc:sldChg>
      <pc:sldChg chg="del">
        <pc:chgData name="Tim Warner" userId="1d9b2d89684621c1" providerId="LiveId" clId="{9EE537F5-4492-46A9-8A6E-F6D0D797EC45}" dt="2023-12-07T13:26:14.928" v="85" actId="47"/>
        <pc:sldMkLst>
          <pc:docMk/>
          <pc:sldMk cId="3782181354" sldId="283"/>
        </pc:sldMkLst>
      </pc:sldChg>
      <pc:sldChg chg="del">
        <pc:chgData name="Tim Warner" userId="1d9b2d89684621c1" providerId="LiveId" clId="{9EE537F5-4492-46A9-8A6E-F6D0D797EC45}" dt="2023-12-07T13:21:58.595" v="16" actId="47"/>
        <pc:sldMkLst>
          <pc:docMk/>
          <pc:sldMk cId="2081080801" sldId="284"/>
        </pc:sldMkLst>
      </pc:sldChg>
      <pc:sldChg chg="del">
        <pc:chgData name="Tim Warner" userId="1d9b2d89684621c1" providerId="LiveId" clId="{9EE537F5-4492-46A9-8A6E-F6D0D797EC45}" dt="2023-12-07T13:21:58.595" v="16" actId="47"/>
        <pc:sldMkLst>
          <pc:docMk/>
          <pc:sldMk cId="2282038944" sldId="285"/>
        </pc:sldMkLst>
      </pc:sldChg>
      <pc:sldChg chg="modSp mod ord">
        <pc:chgData name="Tim Warner" userId="1d9b2d89684621c1" providerId="LiveId" clId="{9EE537F5-4492-46A9-8A6E-F6D0D797EC45}" dt="2023-12-11T15:13:43.547" v="1305" actId="20577"/>
        <pc:sldMkLst>
          <pc:docMk/>
          <pc:sldMk cId="921485155" sldId="286"/>
        </pc:sldMkLst>
      </pc:sldChg>
      <pc:sldChg chg="del">
        <pc:chgData name="Tim Warner" userId="1d9b2d89684621c1" providerId="LiveId" clId="{9EE537F5-4492-46A9-8A6E-F6D0D797EC45}" dt="2023-12-07T13:21:45.177" v="15" actId="47"/>
        <pc:sldMkLst>
          <pc:docMk/>
          <pc:sldMk cId="558020541" sldId="287"/>
        </pc:sldMkLst>
      </pc:sldChg>
      <pc:sldChg chg="del">
        <pc:chgData name="Tim Warner" userId="1d9b2d89684621c1" providerId="LiveId" clId="{9EE537F5-4492-46A9-8A6E-F6D0D797EC45}" dt="2023-12-07T13:21:45.177" v="15" actId="47"/>
        <pc:sldMkLst>
          <pc:docMk/>
          <pc:sldMk cId="3445464586" sldId="288"/>
        </pc:sldMkLst>
      </pc:sldChg>
      <pc:sldChg chg="del">
        <pc:chgData name="Tim Warner" userId="1d9b2d89684621c1" providerId="LiveId" clId="{9EE537F5-4492-46A9-8A6E-F6D0D797EC45}" dt="2023-12-07T13:21:45.177" v="15" actId="47"/>
        <pc:sldMkLst>
          <pc:docMk/>
          <pc:sldMk cId="2882273727" sldId="289"/>
        </pc:sldMkLst>
      </pc:sldChg>
      <pc:sldChg chg="del">
        <pc:chgData name="Tim Warner" userId="1d9b2d89684621c1" providerId="LiveId" clId="{9EE537F5-4492-46A9-8A6E-F6D0D797EC45}" dt="2023-12-07T13:21:45.177" v="15" actId="47"/>
        <pc:sldMkLst>
          <pc:docMk/>
          <pc:sldMk cId="811801111" sldId="290"/>
        </pc:sldMkLst>
      </pc:sldChg>
      <pc:sldChg chg="del">
        <pc:chgData name="Tim Warner" userId="1d9b2d89684621c1" providerId="LiveId" clId="{9EE537F5-4492-46A9-8A6E-F6D0D797EC45}" dt="2023-12-07T13:21:45.177" v="15" actId="47"/>
        <pc:sldMkLst>
          <pc:docMk/>
          <pc:sldMk cId="2200105640" sldId="291"/>
        </pc:sldMkLst>
      </pc:sldChg>
      <pc:sldChg chg="addSp delSp modSp add mod">
        <pc:chgData name="Tim Warner" userId="1d9b2d89684621c1" providerId="LiveId" clId="{9EE537F5-4492-46A9-8A6E-F6D0D797EC45}" dt="2023-12-07T13:25:58.818" v="84" actId="1076"/>
        <pc:sldMkLst>
          <pc:docMk/>
          <pc:sldMk cId="2539485740" sldId="292"/>
        </pc:sldMkLst>
      </pc:sldChg>
      <pc:sldChg chg="modSp add mod">
        <pc:chgData name="Tim Warner" userId="1d9b2d89684621c1" providerId="LiveId" clId="{9EE537F5-4492-46A9-8A6E-F6D0D797EC45}" dt="2023-12-07T13:23:54.908" v="63" actId="1076"/>
        <pc:sldMkLst>
          <pc:docMk/>
          <pc:sldMk cId="486668636" sldId="293"/>
        </pc:sldMkLst>
      </pc:sldChg>
      <pc:sldChg chg="modSp add mod">
        <pc:chgData name="Tim Warner" userId="1d9b2d89684621c1" providerId="LiveId" clId="{9EE537F5-4492-46A9-8A6E-F6D0D797EC45}" dt="2023-12-07T13:27:44.664" v="168" actId="20577"/>
        <pc:sldMkLst>
          <pc:docMk/>
          <pc:sldMk cId="4076051784" sldId="294"/>
        </pc:sldMkLst>
      </pc:sldChg>
      <pc:sldChg chg="addSp delSp modSp add mod">
        <pc:chgData name="Tim Warner" userId="1d9b2d89684621c1" providerId="LiveId" clId="{9EE537F5-4492-46A9-8A6E-F6D0D797EC45}" dt="2023-12-18T22:20:45.573" v="1760" actId="478"/>
        <pc:sldMkLst>
          <pc:docMk/>
          <pc:sldMk cId="3012217069" sldId="295"/>
        </pc:sldMkLst>
      </pc:sldChg>
      <pc:sldChg chg="modSp add mod">
        <pc:chgData name="Tim Warner" userId="1d9b2d89684621c1" providerId="LiveId" clId="{9EE537F5-4492-46A9-8A6E-F6D0D797EC45}" dt="2023-12-07T13:28:03.071" v="189" actId="20577"/>
        <pc:sldMkLst>
          <pc:docMk/>
          <pc:sldMk cId="3233535526" sldId="296"/>
        </pc:sldMkLst>
      </pc:sldChg>
      <pc:sldChg chg="addSp delSp modSp add mod">
        <pc:chgData name="Tim Warner" userId="1d9b2d89684621c1" providerId="LiveId" clId="{9EE537F5-4492-46A9-8A6E-F6D0D797EC45}" dt="2023-12-18T22:21:16.795" v="1766" actId="21"/>
        <pc:sldMkLst>
          <pc:docMk/>
          <pc:sldMk cId="432470322" sldId="297"/>
        </pc:sldMkLst>
      </pc:sldChg>
      <pc:sldChg chg="modSp add mod">
        <pc:chgData name="Tim Warner" userId="1d9b2d89684621c1" providerId="LiveId" clId="{9EE537F5-4492-46A9-8A6E-F6D0D797EC45}" dt="2023-12-07T13:28:16.186" v="208" actId="20577"/>
        <pc:sldMkLst>
          <pc:docMk/>
          <pc:sldMk cId="377717918" sldId="298"/>
        </pc:sldMkLst>
      </pc:sldChg>
      <pc:sldChg chg="addSp delSp modSp add mod">
        <pc:chgData name="Tim Warner" userId="1d9b2d89684621c1" providerId="LiveId" clId="{9EE537F5-4492-46A9-8A6E-F6D0D797EC45}" dt="2023-12-18T22:22:27.623" v="1855" actId="478"/>
        <pc:sldMkLst>
          <pc:docMk/>
          <pc:sldMk cId="1440321308" sldId="299"/>
        </pc:sldMkLst>
      </pc:sldChg>
      <pc:sldChg chg="modSp add mod">
        <pc:chgData name="Tim Warner" userId="1d9b2d89684621c1" providerId="LiveId" clId="{9EE537F5-4492-46A9-8A6E-F6D0D797EC45}" dt="2023-12-07T13:28:32.755" v="210" actId="1076"/>
        <pc:sldMkLst>
          <pc:docMk/>
          <pc:sldMk cId="490186796" sldId="300"/>
        </pc:sldMkLst>
      </pc:sldChg>
      <pc:sldChg chg="addSp delSp modSp add mod">
        <pc:chgData name="Tim Warner" userId="1d9b2d89684621c1" providerId="LiveId" clId="{9EE537F5-4492-46A9-8A6E-F6D0D797EC45}" dt="2023-12-18T22:23:25.095" v="1862" actId="113"/>
        <pc:sldMkLst>
          <pc:docMk/>
          <pc:sldMk cId="2614713382" sldId="301"/>
        </pc:sldMkLst>
      </pc:sldChg>
      <pc:sldChg chg="addSp delSp modSp new mod modClrScheme chgLayout">
        <pc:chgData name="Tim Warner" userId="1d9b2d89684621c1" providerId="LiveId" clId="{9EE537F5-4492-46A9-8A6E-F6D0D797EC45}" dt="2023-12-11T15:16:57.417" v="1611" actId="20577"/>
        <pc:sldMkLst>
          <pc:docMk/>
          <pc:sldMk cId="378133628" sldId="302"/>
        </pc:sldMkLst>
      </pc:sldChg>
      <pc:sldChg chg="addSp delSp modSp new mod chgLayout">
        <pc:chgData name="Tim Warner" userId="1d9b2d89684621c1" providerId="LiveId" clId="{9EE537F5-4492-46A9-8A6E-F6D0D797EC45}" dt="2023-12-07T13:31:06.281" v="338" actId="1076"/>
        <pc:sldMkLst>
          <pc:docMk/>
          <pc:sldMk cId="3662525184" sldId="303"/>
        </pc:sldMkLst>
      </pc:sldChg>
      <pc:sldChg chg="modSp add mod modCm">
        <pc:chgData name="Tim Warner" userId="1d9b2d89684621c1" providerId="LiveId" clId="{9EE537F5-4492-46A9-8A6E-F6D0D797EC45}" dt="2023-12-13T19:36:36.209" v="1697" actId="20577"/>
        <pc:sldMkLst>
          <pc:docMk/>
          <pc:sldMk cId="2507876813" sldId="304"/>
        </pc:sldMkLst>
        <pc:extLst>
          <p:ext xmlns:p="http://schemas.openxmlformats.org/presentationml/2006/main" uri="{D6D511B9-2390-475A-947B-AFAB55BFBCF1}">
            <pc226:cmChg xmlns:pc226="http://schemas.microsoft.com/office/powerpoint/2022/06/main/command" chg="">
              <pc226:chgData name="Tim Warner" userId="1d9b2d89684621c1" providerId="LiveId" clId="{9EE537F5-4492-46A9-8A6E-F6D0D797EC45}" dt="2023-12-13T19:35:32.612" v="1627"/>
              <pc2:cmMkLst xmlns:pc2="http://schemas.microsoft.com/office/powerpoint/2019/9/main/command">
                <pc:docMk/>
                <pc:sldMk cId="2507876813" sldId="304"/>
                <pc2:cmMk id="{F9DC116C-7B99-44B4-A066-B9294A445BBE}"/>
              </pc2:cmMkLst>
              <pc226:cmRplyChg chg="add">
                <pc226:chgData name="Tim Warner" userId="1d9b2d89684621c1" providerId="LiveId" clId="{9EE537F5-4492-46A9-8A6E-F6D0D797EC45}" dt="2023-12-13T19:35:32.612" v="1627"/>
                <pc2:cmRplyMkLst xmlns:pc2="http://schemas.microsoft.com/office/powerpoint/2019/9/main/command">
                  <pc:docMk/>
                  <pc:sldMk cId="2507876813" sldId="304"/>
                  <pc2:cmMk id="{F9DC116C-7B99-44B4-A066-B9294A445BBE}"/>
                  <pc2:cmRplyMk id="{9754AD91-19EA-46C3-B507-59D99BC37D7D}"/>
                </pc2:cmRplyMkLst>
              </pc226:cmRplyChg>
            </pc226:cmChg>
          </p:ext>
        </pc:extLst>
      </pc:sldChg>
      <pc:sldChg chg="modSp add mod">
        <pc:chgData name="Tim Warner" userId="1d9b2d89684621c1" providerId="LiveId" clId="{9EE537F5-4492-46A9-8A6E-F6D0D797EC45}" dt="2023-12-11T14:47:29.823" v="444"/>
        <pc:sldMkLst>
          <pc:docMk/>
          <pc:sldMk cId="890312440" sldId="305"/>
        </pc:sldMkLst>
      </pc:sldChg>
      <pc:sldChg chg="addSp delSp modSp new mod">
        <pc:chgData name="Tim Warner" userId="1d9b2d89684621c1" providerId="LiveId" clId="{9EE537F5-4492-46A9-8A6E-F6D0D797EC45}" dt="2023-12-18T22:16:04.766" v="1731" actId="478"/>
        <pc:sldMkLst>
          <pc:docMk/>
          <pc:sldMk cId="1865509328" sldId="306"/>
        </pc:sldMkLst>
      </pc:sldChg>
      <pc:sldChg chg="modSp add mod">
        <pc:chgData name="Tim Warner" userId="1d9b2d89684621c1" providerId="LiveId" clId="{9EE537F5-4492-46A9-8A6E-F6D0D797EC45}" dt="2023-12-11T14:53:27.583" v="766" actId="20577"/>
        <pc:sldMkLst>
          <pc:docMk/>
          <pc:sldMk cId="1134760516" sldId="307"/>
        </pc:sldMkLst>
      </pc:sldChg>
      <pc:sldChg chg="delSp modSp add mod">
        <pc:chgData name="Tim Warner" userId="1d9b2d89684621c1" providerId="LiveId" clId="{9EE537F5-4492-46A9-8A6E-F6D0D797EC45}" dt="2023-12-18T22:16:01.822" v="1730" actId="20577"/>
        <pc:sldMkLst>
          <pc:docMk/>
          <pc:sldMk cId="2977991168" sldId="308"/>
        </pc:sldMkLst>
      </pc:sldChg>
      <pc:sldChg chg="delSp modSp add mod">
        <pc:chgData name="Tim Warner" userId="1d9b2d89684621c1" providerId="LiveId" clId="{9EE537F5-4492-46A9-8A6E-F6D0D797EC45}" dt="2023-12-18T22:20:35.543" v="1759" actId="20577"/>
        <pc:sldMkLst>
          <pc:docMk/>
          <pc:sldMk cId="656300170" sldId="309"/>
        </pc:sldMkLst>
      </pc:sldChg>
      <pc:sldChg chg="addSp delSp modSp add mod">
        <pc:chgData name="Tim Warner" userId="1d9b2d89684621c1" providerId="LiveId" clId="{9EE537F5-4492-46A9-8A6E-F6D0D797EC45}" dt="2023-12-18T22:21:38.707" v="1793" actId="478"/>
        <pc:sldMkLst>
          <pc:docMk/>
          <pc:sldMk cId="3223982532" sldId="310"/>
        </pc:sldMkLst>
      </pc:sldChg>
      <pc:sldChg chg="addSp delSp modSp add mod">
        <pc:chgData name="Tim Warner" userId="1d9b2d89684621c1" providerId="LiveId" clId="{9EE537F5-4492-46A9-8A6E-F6D0D797EC45}" dt="2023-12-18T22:22:24.694" v="1854" actId="478"/>
        <pc:sldMkLst>
          <pc:docMk/>
          <pc:sldMk cId="157688393" sldId="311"/>
        </pc:sldMkLst>
      </pc:sldChg>
      <pc:sldChg chg="modSp add mod">
        <pc:chgData name="Tim Warner" userId="1d9b2d89684621c1" providerId="LiveId" clId="{9EE537F5-4492-46A9-8A6E-F6D0D797EC45}" dt="2023-12-18T22:23:52.550" v="1866" actId="1076"/>
        <pc:sldMkLst>
          <pc:docMk/>
          <pc:sldMk cId="314385709" sldId="312"/>
        </pc:sldMkLst>
      </pc:sldChg>
      <pc:sldChg chg="add del">
        <pc:chgData name="Tim Warner" userId="1d9b2d89684621c1" providerId="LiveId" clId="{9EE537F5-4492-46A9-8A6E-F6D0D797EC45}" dt="2023-12-07T13:21:45.177" v="15" actId="47"/>
        <pc:sldMkLst>
          <pc:docMk/>
          <pc:sldMk cId="3301194106" sldId="779"/>
        </pc:sldMkLst>
      </pc:sldChg>
    </pc:docChg>
  </pc:docChgLst>
  <pc:docChgLst>
    <pc:chgData name="Tim Warner" userId="1d9b2d89684621c1" providerId="LiveId" clId="{9C1AC220-CD93-46E4-823F-E96AD2EFE762}"/>
    <pc:docChg chg="custSel modSld">
      <pc:chgData name="Tim Warner" userId="1d9b2d89684621c1" providerId="LiveId" clId="{9C1AC220-CD93-46E4-823F-E96AD2EFE762}" dt="2025-09-26T17:20:33.674" v="135" actId="20577"/>
      <pc:docMkLst>
        <pc:docMk/>
      </pc:docMkLst>
      <pc:sldChg chg="modNotesTx">
        <pc:chgData name="Tim Warner" userId="1d9b2d89684621c1" providerId="LiveId" clId="{9C1AC220-CD93-46E4-823F-E96AD2EFE762}" dt="2025-09-19T18:46:52.827" v="43" actId="20577"/>
        <pc:sldMkLst>
          <pc:docMk/>
          <pc:sldMk cId="4092314469" sldId="331"/>
        </pc:sldMkLst>
      </pc:sldChg>
      <pc:sldChg chg="addSp delSp modSp mod modShow modNotesTx">
        <pc:chgData name="Tim Warner" userId="1d9b2d89684621c1" providerId="LiveId" clId="{9C1AC220-CD93-46E4-823F-E96AD2EFE762}" dt="2025-09-20T21:22:05.301" v="126" actId="1036"/>
        <pc:sldMkLst>
          <pc:docMk/>
          <pc:sldMk cId="4080705565" sldId="342"/>
        </pc:sldMkLst>
        <pc:spChg chg="mod">
          <ac:chgData name="Tim Warner" userId="1d9b2d89684621c1" providerId="LiveId" clId="{9C1AC220-CD93-46E4-823F-E96AD2EFE762}" dt="2025-09-20T21:21:16.509" v="76" actId="20577"/>
          <ac:spMkLst>
            <pc:docMk/>
            <pc:sldMk cId="4080705565" sldId="342"/>
            <ac:spMk id="2" creationId="{BDF9E237-BA0D-A6D7-ABE0-D61274209EBE}"/>
          </ac:spMkLst>
        </pc:spChg>
        <pc:picChg chg="add mod">
          <ac:chgData name="Tim Warner" userId="1d9b2d89684621c1" providerId="LiveId" clId="{9C1AC220-CD93-46E4-823F-E96AD2EFE762}" dt="2025-09-20T21:22:05.301" v="126" actId="1036"/>
          <ac:picMkLst>
            <pc:docMk/>
            <pc:sldMk cId="4080705565" sldId="342"/>
            <ac:picMk id="4" creationId="{F7E3FD46-1186-AB72-CC3E-0C12191C7403}"/>
          </ac:picMkLst>
        </pc:picChg>
      </pc:sldChg>
      <pc:sldChg chg="modNotesTx">
        <pc:chgData name="Tim Warner" userId="1d9b2d89684621c1" providerId="LiveId" clId="{9C1AC220-CD93-46E4-823F-E96AD2EFE762}" dt="2025-09-19T18:44:57.042" v="23" actId="20577"/>
        <pc:sldMkLst>
          <pc:docMk/>
          <pc:sldMk cId="3898186856" sldId="347"/>
        </pc:sldMkLst>
      </pc:sldChg>
      <pc:sldChg chg="modNotesTx">
        <pc:chgData name="Tim Warner" userId="1d9b2d89684621c1" providerId="LiveId" clId="{9C1AC220-CD93-46E4-823F-E96AD2EFE762}" dt="2025-09-26T17:20:33.674" v="135" actId="20577"/>
        <pc:sldMkLst>
          <pc:docMk/>
          <pc:sldMk cId="2365185227" sldId="348"/>
        </pc:sldMkLst>
      </pc:sldChg>
      <pc:sldChg chg="modNotesTx">
        <pc:chgData name="Tim Warner" userId="1d9b2d89684621c1" providerId="LiveId" clId="{9C1AC220-CD93-46E4-823F-E96AD2EFE762}" dt="2025-09-19T18:42:59.163" v="4" actId="20577"/>
        <pc:sldMkLst>
          <pc:docMk/>
          <pc:sldMk cId="563383810" sldId="349"/>
        </pc:sldMkLst>
      </pc:sldChg>
    </pc:docChg>
  </pc:docChgLst>
  <pc:docChgLst>
    <pc:chgData name="scsjcain84" userId="S::scsjcain84_gmail.com#ext#@pearsoneducationinc.onmicrosoft.com::4399dd98-ee8b-4212-9001-7919755a3260" providerId="AD" clId="Web-{BA81FB52-7D97-407B-A053-23D8E211ED4C}"/>
    <pc:docChg chg="mod modSld">
      <pc:chgData name="scsjcain84" userId="S::scsjcain84_gmail.com#ext#@pearsoneducationinc.onmicrosoft.com::4399dd98-ee8b-4212-9001-7919755a3260" providerId="AD" clId="Web-{BA81FB52-7D97-407B-A053-23D8E211ED4C}" dt="2023-12-13T17:51:58.220" v="8" actId="20577"/>
      <pc:docMkLst>
        <pc:docMk/>
      </pc:docMkLst>
      <pc:sldChg chg="modSp">
        <pc:chgData name="scsjcain84" userId="S::scsjcain84_gmail.com#ext#@pearsoneducationinc.onmicrosoft.com::4399dd98-ee8b-4212-9001-7919755a3260" providerId="AD" clId="Web-{BA81FB52-7D97-407B-A053-23D8E211ED4C}" dt="2023-12-13T17:47:28.078" v="2" actId="20577"/>
        <pc:sldMkLst>
          <pc:docMk/>
          <pc:sldMk cId="921485155" sldId="286"/>
        </pc:sldMkLst>
      </pc:sldChg>
      <pc:sldChg chg="modSp">
        <pc:chgData name="scsjcain84" userId="S::scsjcain84_gmail.com#ext#@pearsoneducationinc.onmicrosoft.com::4399dd98-ee8b-4212-9001-7919755a3260" providerId="AD" clId="Web-{BA81FB52-7D97-407B-A053-23D8E211ED4C}" dt="2023-12-13T17:51:58.220" v="8" actId="20577"/>
        <pc:sldMkLst>
          <pc:docMk/>
          <pc:sldMk cId="2614713382" sldId="301"/>
        </pc:sldMkLst>
      </pc:sldChg>
      <pc:sldChg chg="addCm">
        <pc:chgData name="scsjcain84" userId="S::scsjcain84_gmail.com#ext#@pearsoneducationinc.onmicrosoft.com::4399dd98-ee8b-4212-9001-7919755a3260" providerId="AD" clId="Web-{BA81FB52-7D97-407B-A053-23D8E211ED4C}" dt="2023-12-13T17:48:13.065" v="4"/>
        <pc:sldMkLst>
          <pc:docMk/>
          <pc:sldMk cId="2507876813" sldId="304"/>
        </pc:sldMkLst>
        <pc:extLst>
          <p:ext xmlns:p="http://schemas.openxmlformats.org/presentationml/2006/main" uri="{D6D511B9-2390-475A-947B-AFAB55BFBCF1}">
            <pc226:cmChg xmlns:pc226="http://schemas.microsoft.com/office/powerpoint/2022/06/main/command" chg="add">
              <pc226:chgData name="scsjcain84" userId="S::scsjcain84_gmail.com#ext#@pearsoneducationinc.onmicrosoft.com::4399dd98-ee8b-4212-9001-7919755a3260" providerId="AD" clId="Web-{BA81FB52-7D97-407B-A053-23D8E211ED4C}" dt="2023-12-13T17:48:13.065" v="4"/>
              <pc2:cmMkLst xmlns:pc2="http://schemas.microsoft.com/office/powerpoint/2019/9/main/command">
                <pc:docMk/>
                <pc:sldMk cId="2507876813" sldId="304"/>
                <pc2:cmMk id="{F9DC116C-7B99-44B4-A066-B9294A445BBE}"/>
              </pc2:cmMkLst>
            </pc226:cmChg>
          </p:ext>
        </pc:extLst>
      </pc:sldChg>
    </pc:docChg>
  </pc:docChgLst>
  <pc:docChgLst>
    <pc:chgData name="Tim Warner" userId="1d9b2d89684621c1" providerId="LiveId" clId="{049A3222-CDBA-4E39-B7BD-CAD1354B2092}"/>
    <pc:docChg chg="undo custSel addSld delSld modSld modMainMaster modShowInfo">
      <pc:chgData name="Tim Warner" userId="1d9b2d89684621c1" providerId="LiveId" clId="{049A3222-CDBA-4E39-B7BD-CAD1354B2092}" dt="2024-04-01T16:58:06.208" v="1673" actId="2744"/>
      <pc:docMkLst>
        <pc:docMk/>
      </pc:docMkLst>
      <pc:sldChg chg="modSp mod modAnim">
        <pc:chgData name="Tim Warner" userId="1d9b2d89684621c1" providerId="LiveId" clId="{049A3222-CDBA-4E39-B7BD-CAD1354B2092}" dt="2024-04-01T01:59:28.253" v="1331" actId="20577"/>
        <pc:sldMkLst>
          <pc:docMk/>
          <pc:sldMk cId="921485155" sldId="286"/>
        </pc:sldMkLst>
      </pc:sldChg>
      <pc:sldChg chg="add del">
        <pc:chgData name="Tim Warner" userId="1d9b2d89684621c1" providerId="LiveId" clId="{049A3222-CDBA-4E39-B7BD-CAD1354B2092}" dt="2024-03-28T18:18:39.917" v="1002" actId="2696"/>
        <pc:sldMkLst>
          <pc:docMk/>
          <pc:sldMk cId="2200105640" sldId="291"/>
        </pc:sldMkLst>
      </pc:sldChg>
      <pc:sldChg chg="modSp add del mod modClrScheme modShow chgLayout modNotesTx">
        <pc:chgData name="Tim Warner" userId="1d9b2d89684621c1" providerId="LiveId" clId="{049A3222-CDBA-4E39-B7BD-CAD1354B2092}" dt="2024-03-31T13:12:28.091" v="1195" actId="20577"/>
        <pc:sldMkLst>
          <pc:docMk/>
          <pc:sldMk cId="378133628" sldId="302"/>
        </pc:sldMkLst>
      </pc:sldChg>
      <pc:sldChg chg="modSp">
        <pc:chgData name="Tim Warner" userId="1d9b2d89684621c1" providerId="LiveId" clId="{049A3222-CDBA-4E39-B7BD-CAD1354B2092}" dt="2024-03-28T18:03:16.114" v="922"/>
        <pc:sldMkLst>
          <pc:docMk/>
          <pc:sldMk cId="3662525184" sldId="303"/>
        </pc:sldMkLst>
      </pc:sldChg>
      <pc:sldChg chg="addSp modSp add del mod modAnim">
        <pc:chgData name="Tim Warner" userId="1d9b2d89684621c1" providerId="LiveId" clId="{049A3222-CDBA-4E39-B7BD-CAD1354B2092}" dt="2024-04-01T16:56:05.057" v="1667" actId="167"/>
        <pc:sldMkLst>
          <pc:docMk/>
          <pc:sldMk cId="157688393" sldId="311"/>
        </pc:sldMkLst>
      </pc:sldChg>
      <pc:sldChg chg="modSp mod modClrScheme modAnim chgLayout">
        <pc:chgData name="Tim Warner" userId="1d9b2d89684621c1" providerId="LiveId" clId="{049A3222-CDBA-4E39-B7BD-CAD1354B2092}" dt="2024-04-01T16:50:04.195" v="1474" actId="20577"/>
        <pc:sldMkLst>
          <pc:docMk/>
          <pc:sldMk cId="2601488157" sldId="313"/>
        </pc:sldMkLst>
      </pc:sldChg>
      <pc:sldChg chg="modSp mod modAnim">
        <pc:chgData name="Tim Warner" userId="1d9b2d89684621c1" providerId="LiveId" clId="{049A3222-CDBA-4E39-B7BD-CAD1354B2092}" dt="2024-04-01T02:02:01.807" v="1386" actId="20577"/>
        <pc:sldMkLst>
          <pc:docMk/>
          <pc:sldMk cId="1087036720" sldId="315"/>
        </pc:sldMkLst>
      </pc:sldChg>
      <pc:sldChg chg="modSp mod modAnim modNotesTx">
        <pc:chgData name="Tim Warner" userId="1d9b2d89684621c1" providerId="LiveId" clId="{049A3222-CDBA-4E39-B7BD-CAD1354B2092}" dt="2024-04-01T02:02:09.973" v="1388" actId="20577"/>
        <pc:sldMkLst>
          <pc:docMk/>
          <pc:sldMk cId="2612742259" sldId="317"/>
        </pc:sldMkLst>
      </pc:sldChg>
      <pc:sldChg chg="modSp mod modAnim">
        <pc:chgData name="Tim Warner" userId="1d9b2d89684621c1" providerId="LiveId" clId="{049A3222-CDBA-4E39-B7BD-CAD1354B2092}" dt="2024-03-28T18:13:00.081" v="1000" actId="20577"/>
        <pc:sldMkLst>
          <pc:docMk/>
          <pc:sldMk cId="2882261712" sldId="319"/>
        </pc:sldMkLst>
      </pc:sldChg>
      <pc:sldChg chg="modSp add mod modAnim">
        <pc:chgData name="Tim Warner" userId="1d9b2d89684621c1" providerId="LiveId" clId="{049A3222-CDBA-4E39-B7BD-CAD1354B2092}" dt="2024-04-01T16:52:39.850" v="1628" actId="20577"/>
        <pc:sldMkLst>
          <pc:docMk/>
          <pc:sldMk cId="3235755691" sldId="320"/>
        </pc:sldMkLst>
      </pc:sldChg>
      <pc:sldChg chg="modSp add mod modAnim">
        <pc:chgData name="Tim Warner" userId="1d9b2d89684621c1" providerId="LiveId" clId="{049A3222-CDBA-4E39-B7BD-CAD1354B2092}" dt="2024-04-01T16:50:38.044" v="1544" actId="20577"/>
        <pc:sldMkLst>
          <pc:docMk/>
          <pc:sldMk cId="59359989" sldId="321"/>
        </pc:sldMkLst>
      </pc:sldChg>
      <pc:sldChg chg="modSp add mod modAnim">
        <pc:chgData name="Tim Warner" userId="1d9b2d89684621c1" providerId="LiveId" clId="{049A3222-CDBA-4E39-B7BD-CAD1354B2092}" dt="2024-03-28T18:11:23.231" v="974" actId="15"/>
        <pc:sldMkLst>
          <pc:docMk/>
          <pc:sldMk cId="3302658962" sldId="322"/>
        </pc:sldMkLst>
      </pc:sldChg>
      <pc:sldChg chg="modSp add mod modAnim">
        <pc:chgData name="Tim Warner" userId="1d9b2d89684621c1" providerId="LiveId" clId="{049A3222-CDBA-4E39-B7BD-CAD1354B2092}" dt="2024-04-01T02:01:56.068" v="1384" actId="20577"/>
        <pc:sldMkLst>
          <pc:docMk/>
          <pc:sldMk cId="2760655617" sldId="323"/>
        </pc:sldMkLst>
      </pc:sldChg>
      <pc:sldChg chg="modSp add mod modAnim">
        <pc:chgData name="Tim Warner" userId="1d9b2d89684621c1" providerId="LiveId" clId="{049A3222-CDBA-4E39-B7BD-CAD1354B2092}" dt="2024-04-01T02:03:33.576" v="1389" actId="20578"/>
        <pc:sldMkLst>
          <pc:docMk/>
          <pc:sldMk cId="2319311322" sldId="324"/>
        </pc:sldMkLst>
      </pc:sldChg>
      <pc:sldChg chg="modSp add mod modAnim modNotesTx">
        <pc:chgData name="Tim Warner" userId="1d9b2d89684621c1" providerId="LiveId" clId="{049A3222-CDBA-4E39-B7BD-CAD1354B2092}" dt="2024-03-28T18:03:16.114" v="922"/>
        <pc:sldMkLst>
          <pc:docMk/>
          <pc:sldMk cId="333546607" sldId="325"/>
        </pc:sldMkLst>
      </pc:sldChg>
      <pc:sldChg chg="modSp add mod modAnim modNotesTx">
        <pc:chgData name="Tim Warner" userId="1d9b2d89684621c1" providerId="LiveId" clId="{049A3222-CDBA-4E39-B7BD-CAD1354B2092}" dt="2024-04-01T16:51:49.193" v="1591" actId="20577"/>
        <pc:sldMkLst>
          <pc:docMk/>
          <pc:sldMk cId="1466913053" sldId="326"/>
        </pc:sldMkLst>
      </pc:sldChg>
      <pc:sldChg chg="modSp add mod modAnim">
        <pc:chgData name="Tim Warner" userId="1d9b2d89684621c1" providerId="LiveId" clId="{049A3222-CDBA-4E39-B7BD-CAD1354B2092}" dt="2024-03-28T18:11:42.829" v="983" actId="113"/>
        <pc:sldMkLst>
          <pc:docMk/>
          <pc:sldMk cId="569040605" sldId="327"/>
        </pc:sldMkLst>
      </pc:sldChg>
      <pc:sldChg chg="modSp add mod modAnim">
        <pc:chgData name="Tim Warner" userId="1d9b2d89684621c1" providerId="LiveId" clId="{049A3222-CDBA-4E39-B7BD-CAD1354B2092}" dt="2024-03-28T18:12:35.586" v="991" actId="20577"/>
        <pc:sldMkLst>
          <pc:docMk/>
          <pc:sldMk cId="2754074232" sldId="328"/>
        </pc:sldMkLst>
      </pc:sldChg>
      <pc:sldChg chg="modSp add mod modAnim">
        <pc:chgData name="Tim Warner" userId="1d9b2d89684621c1" providerId="LiveId" clId="{049A3222-CDBA-4E39-B7BD-CAD1354B2092}" dt="2024-03-28T18:03:16.114" v="922"/>
        <pc:sldMkLst>
          <pc:docMk/>
          <pc:sldMk cId="2815800109" sldId="329"/>
        </pc:sldMkLst>
      </pc:sldChg>
      <pc:sldChg chg="addSp modSp add del mod modAnim">
        <pc:chgData name="Tim Warner" userId="1d9b2d89684621c1" providerId="LiveId" clId="{049A3222-CDBA-4E39-B7BD-CAD1354B2092}" dt="2024-04-01T16:56:44.008" v="1670" actId="20577"/>
        <pc:sldMkLst>
          <pc:docMk/>
          <pc:sldMk cId="2051929106" sldId="330"/>
        </pc:sldMkLst>
      </pc:sldChg>
      <pc:sldChg chg="modSp add mod modAnim">
        <pc:chgData name="Tim Warner" userId="1d9b2d89684621c1" providerId="LiveId" clId="{049A3222-CDBA-4E39-B7BD-CAD1354B2092}" dt="2024-04-01T16:48:55.531" v="1420" actId="20577"/>
        <pc:sldMkLst>
          <pc:docMk/>
          <pc:sldMk cId="3372268560" sldId="331"/>
        </pc:sldMkLst>
      </pc:sldChg>
      <pc:sldMasterChg chg="addSp modSldLayout">
        <pc:chgData name="Tim Warner" userId="1d9b2d89684621c1" providerId="LiveId" clId="{049A3222-CDBA-4E39-B7BD-CAD1354B2092}" dt="2024-03-28T18:01:37.789" v="919"/>
        <pc:sldMasterMkLst>
          <pc:docMk/>
          <pc:sldMasterMk cId="3561493546" sldId="2147483666"/>
        </pc:sldMasterMkLst>
        <pc:sldLayoutChg chg="addSp">
          <pc:chgData name="Tim Warner" userId="1d9b2d89684621c1" providerId="LiveId" clId="{049A3222-CDBA-4E39-B7BD-CAD1354B2092}" dt="2024-03-28T18:01:37.789" v="919"/>
          <pc:sldLayoutMkLst>
            <pc:docMk/>
            <pc:sldMasterMk cId="3561493546" sldId="2147483666"/>
            <pc:sldLayoutMk cId="1025742477" sldId="2147483667"/>
          </pc:sldLayoutMkLst>
        </pc:sldLayoutChg>
        <pc:sldLayoutChg chg="addSp">
          <pc:chgData name="Tim Warner" userId="1d9b2d89684621c1" providerId="LiveId" clId="{049A3222-CDBA-4E39-B7BD-CAD1354B2092}" dt="2024-03-28T18:01:37.789" v="919"/>
          <pc:sldLayoutMkLst>
            <pc:docMk/>
            <pc:sldMasterMk cId="3561493546" sldId="2147483666"/>
            <pc:sldLayoutMk cId="276551598" sldId="2147483668"/>
          </pc:sldLayoutMkLst>
        </pc:sldLayoutChg>
        <pc:sldLayoutChg chg="addSp">
          <pc:chgData name="Tim Warner" userId="1d9b2d89684621c1" providerId="LiveId" clId="{049A3222-CDBA-4E39-B7BD-CAD1354B2092}" dt="2024-03-28T18:01:37.789" v="919"/>
          <pc:sldLayoutMkLst>
            <pc:docMk/>
            <pc:sldMasterMk cId="3561493546" sldId="2147483666"/>
            <pc:sldLayoutMk cId="1684873760" sldId="2147483669"/>
          </pc:sldLayoutMkLst>
        </pc:sldLayoutChg>
        <pc:sldLayoutChg chg="addSp">
          <pc:chgData name="Tim Warner" userId="1d9b2d89684621c1" providerId="LiveId" clId="{049A3222-CDBA-4E39-B7BD-CAD1354B2092}" dt="2024-03-28T18:01:37.789" v="919"/>
          <pc:sldLayoutMkLst>
            <pc:docMk/>
            <pc:sldMasterMk cId="3561493546" sldId="2147483666"/>
            <pc:sldLayoutMk cId="3153504984" sldId="2147483670"/>
          </pc:sldLayoutMkLst>
        </pc:sldLayoutChg>
        <pc:sldLayoutChg chg="addSp">
          <pc:chgData name="Tim Warner" userId="1d9b2d89684621c1" providerId="LiveId" clId="{049A3222-CDBA-4E39-B7BD-CAD1354B2092}" dt="2024-03-28T18:01:37.789" v="919"/>
          <pc:sldLayoutMkLst>
            <pc:docMk/>
            <pc:sldMasterMk cId="3561493546" sldId="2147483666"/>
            <pc:sldLayoutMk cId="1151734571" sldId="2147483671"/>
          </pc:sldLayoutMkLst>
        </pc:sldLayoutChg>
        <pc:sldLayoutChg chg="addSp">
          <pc:chgData name="Tim Warner" userId="1d9b2d89684621c1" providerId="LiveId" clId="{049A3222-CDBA-4E39-B7BD-CAD1354B2092}" dt="2024-03-28T18:01:37.789" v="919"/>
          <pc:sldLayoutMkLst>
            <pc:docMk/>
            <pc:sldMasterMk cId="3561493546" sldId="2147483666"/>
            <pc:sldLayoutMk cId="276703820" sldId="2147483672"/>
          </pc:sldLayoutMkLst>
        </pc:sldLayoutChg>
        <pc:sldLayoutChg chg="addSp">
          <pc:chgData name="Tim Warner" userId="1d9b2d89684621c1" providerId="LiveId" clId="{049A3222-CDBA-4E39-B7BD-CAD1354B2092}" dt="2024-03-28T18:01:37.789" v="919"/>
          <pc:sldLayoutMkLst>
            <pc:docMk/>
            <pc:sldMasterMk cId="3561493546" sldId="2147483666"/>
            <pc:sldLayoutMk cId="1425080240" sldId="2147483673"/>
          </pc:sldLayoutMkLst>
        </pc:sldLayoutChg>
        <pc:sldLayoutChg chg="addSp">
          <pc:chgData name="Tim Warner" userId="1d9b2d89684621c1" providerId="LiveId" clId="{049A3222-CDBA-4E39-B7BD-CAD1354B2092}" dt="2024-03-28T18:01:37.789" v="919"/>
          <pc:sldLayoutMkLst>
            <pc:docMk/>
            <pc:sldMasterMk cId="3561493546" sldId="2147483666"/>
            <pc:sldLayoutMk cId="2395301852" sldId="2147483674"/>
          </pc:sldLayoutMkLst>
        </pc:sldLayoutChg>
        <pc:sldLayoutChg chg="addSp">
          <pc:chgData name="Tim Warner" userId="1d9b2d89684621c1" providerId="LiveId" clId="{049A3222-CDBA-4E39-B7BD-CAD1354B2092}" dt="2024-03-28T18:01:37.789" v="919"/>
          <pc:sldLayoutMkLst>
            <pc:docMk/>
            <pc:sldMasterMk cId="3561493546" sldId="2147483666"/>
            <pc:sldLayoutMk cId="146116765" sldId="2147483675"/>
          </pc:sldLayoutMkLst>
        </pc:sldLayoutChg>
      </pc:sldMasterChg>
      <pc:sldMasterChg chg="addSp modSldLayout">
        <pc:chgData name="Tim Warner" userId="1d9b2d89684621c1" providerId="LiveId" clId="{049A3222-CDBA-4E39-B7BD-CAD1354B2092}" dt="2024-03-28T18:02:01.089" v="920"/>
        <pc:sldMasterMkLst>
          <pc:docMk/>
          <pc:sldMasterMk cId="1213487532" sldId="2147483676"/>
        </pc:sldMasterMkLst>
        <pc:sldLayoutChg chg="addSp">
          <pc:chgData name="Tim Warner" userId="1d9b2d89684621c1" providerId="LiveId" clId="{049A3222-CDBA-4E39-B7BD-CAD1354B2092}" dt="2024-03-28T18:02:01.089" v="920"/>
          <pc:sldLayoutMkLst>
            <pc:docMk/>
            <pc:sldMasterMk cId="1213487532" sldId="2147483676"/>
            <pc:sldLayoutMk cId="201298863" sldId="2147483677"/>
          </pc:sldLayoutMkLst>
        </pc:sldLayoutChg>
        <pc:sldLayoutChg chg="addSp">
          <pc:chgData name="Tim Warner" userId="1d9b2d89684621c1" providerId="LiveId" clId="{049A3222-CDBA-4E39-B7BD-CAD1354B2092}" dt="2024-03-28T18:02:01.089" v="920"/>
          <pc:sldLayoutMkLst>
            <pc:docMk/>
            <pc:sldMasterMk cId="1213487532" sldId="2147483676"/>
            <pc:sldLayoutMk cId="835686182" sldId="2147483678"/>
          </pc:sldLayoutMkLst>
        </pc:sldLayoutChg>
        <pc:sldLayoutChg chg="addSp">
          <pc:chgData name="Tim Warner" userId="1d9b2d89684621c1" providerId="LiveId" clId="{049A3222-CDBA-4E39-B7BD-CAD1354B2092}" dt="2024-03-28T18:02:01.089" v="920"/>
          <pc:sldLayoutMkLst>
            <pc:docMk/>
            <pc:sldMasterMk cId="1213487532" sldId="2147483676"/>
            <pc:sldLayoutMk cId="974189448" sldId="2147483679"/>
          </pc:sldLayoutMkLst>
        </pc:sldLayoutChg>
        <pc:sldLayoutChg chg="addSp">
          <pc:chgData name="Tim Warner" userId="1d9b2d89684621c1" providerId="LiveId" clId="{049A3222-CDBA-4E39-B7BD-CAD1354B2092}" dt="2024-03-28T18:02:01.089" v="920"/>
          <pc:sldLayoutMkLst>
            <pc:docMk/>
            <pc:sldMasterMk cId="1213487532" sldId="2147483676"/>
            <pc:sldLayoutMk cId="3002776102" sldId="2147483680"/>
          </pc:sldLayoutMkLst>
        </pc:sldLayoutChg>
        <pc:sldLayoutChg chg="addSp">
          <pc:chgData name="Tim Warner" userId="1d9b2d89684621c1" providerId="LiveId" clId="{049A3222-CDBA-4E39-B7BD-CAD1354B2092}" dt="2024-03-28T18:02:01.089" v="920"/>
          <pc:sldLayoutMkLst>
            <pc:docMk/>
            <pc:sldMasterMk cId="1213487532" sldId="2147483676"/>
            <pc:sldLayoutMk cId="3123423124" sldId="2147483681"/>
          </pc:sldLayoutMkLst>
        </pc:sldLayoutChg>
        <pc:sldLayoutChg chg="addSp">
          <pc:chgData name="Tim Warner" userId="1d9b2d89684621c1" providerId="LiveId" clId="{049A3222-CDBA-4E39-B7BD-CAD1354B2092}" dt="2024-03-28T18:02:01.089" v="920"/>
          <pc:sldLayoutMkLst>
            <pc:docMk/>
            <pc:sldMasterMk cId="1213487532" sldId="2147483676"/>
            <pc:sldLayoutMk cId="1563496081" sldId="2147483682"/>
          </pc:sldLayoutMkLst>
        </pc:sldLayoutChg>
        <pc:sldLayoutChg chg="addSp">
          <pc:chgData name="Tim Warner" userId="1d9b2d89684621c1" providerId="LiveId" clId="{049A3222-CDBA-4E39-B7BD-CAD1354B2092}" dt="2024-03-28T18:02:01.089" v="920"/>
          <pc:sldLayoutMkLst>
            <pc:docMk/>
            <pc:sldMasterMk cId="1213487532" sldId="2147483676"/>
            <pc:sldLayoutMk cId="1234905106" sldId="2147483683"/>
          </pc:sldLayoutMkLst>
        </pc:sldLayoutChg>
        <pc:sldLayoutChg chg="addSp">
          <pc:chgData name="Tim Warner" userId="1d9b2d89684621c1" providerId="LiveId" clId="{049A3222-CDBA-4E39-B7BD-CAD1354B2092}" dt="2024-03-28T18:02:01.089" v="920"/>
          <pc:sldLayoutMkLst>
            <pc:docMk/>
            <pc:sldMasterMk cId="1213487532" sldId="2147483676"/>
            <pc:sldLayoutMk cId="3533376440" sldId="2147483684"/>
          </pc:sldLayoutMkLst>
        </pc:sldLayoutChg>
        <pc:sldLayoutChg chg="addSp">
          <pc:chgData name="Tim Warner" userId="1d9b2d89684621c1" providerId="LiveId" clId="{049A3222-CDBA-4E39-B7BD-CAD1354B2092}" dt="2024-03-28T18:02:01.089" v="920"/>
          <pc:sldLayoutMkLst>
            <pc:docMk/>
            <pc:sldMasterMk cId="1213487532" sldId="2147483676"/>
            <pc:sldLayoutMk cId="2581220670" sldId="2147483685"/>
          </pc:sldLayoutMkLst>
        </pc:sldLayoutChg>
      </pc:sldMasterChg>
      <pc:sldMasterChg chg="addSp modSldLayout">
        <pc:chgData name="Tim Warner" userId="1d9b2d89684621c1" providerId="LiveId" clId="{049A3222-CDBA-4E39-B7BD-CAD1354B2092}" dt="2024-03-28T18:02:52.272" v="921"/>
        <pc:sldMasterMkLst>
          <pc:docMk/>
          <pc:sldMasterMk cId="1891518489" sldId="2147483686"/>
        </pc:sldMasterMkLst>
        <pc:sldLayoutChg chg="addSp">
          <pc:chgData name="Tim Warner" userId="1d9b2d89684621c1" providerId="LiveId" clId="{049A3222-CDBA-4E39-B7BD-CAD1354B2092}" dt="2024-03-28T18:02:52.272" v="921"/>
          <pc:sldLayoutMkLst>
            <pc:docMk/>
            <pc:sldMasterMk cId="1891518489" sldId="2147483686"/>
            <pc:sldLayoutMk cId="1853577793" sldId="2147483687"/>
          </pc:sldLayoutMkLst>
        </pc:sldLayoutChg>
        <pc:sldLayoutChg chg="addSp">
          <pc:chgData name="Tim Warner" userId="1d9b2d89684621c1" providerId="LiveId" clId="{049A3222-CDBA-4E39-B7BD-CAD1354B2092}" dt="2024-03-28T18:02:52.272" v="921"/>
          <pc:sldLayoutMkLst>
            <pc:docMk/>
            <pc:sldMasterMk cId="1891518489" sldId="2147483686"/>
            <pc:sldLayoutMk cId="487866842" sldId="2147483688"/>
          </pc:sldLayoutMkLst>
        </pc:sldLayoutChg>
        <pc:sldLayoutChg chg="addSp">
          <pc:chgData name="Tim Warner" userId="1d9b2d89684621c1" providerId="LiveId" clId="{049A3222-CDBA-4E39-B7BD-CAD1354B2092}" dt="2024-03-28T18:02:52.272" v="921"/>
          <pc:sldLayoutMkLst>
            <pc:docMk/>
            <pc:sldMasterMk cId="1891518489" sldId="2147483686"/>
            <pc:sldLayoutMk cId="435833829" sldId="2147483689"/>
          </pc:sldLayoutMkLst>
        </pc:sldLayoutChg>
        <pc:sldLayoutChg chg="addSp">
          <pc:chgData name="Tim Warner" userId="1d9b2d89684621c1" providerId="LiveId" clId="{049A3222-CDBA-4E39-B7BD-CAD1354B2092}" dt="2024-03-28T18:02:52.272" v="921"/>
          <pc:sldLayoutMkLst>
            <pc:docMk/>
            <pc:sldMasterMk cId="1891518489" sldId="2147483686"/>
            <pc:sldLayoutMk cId="2721234625" sldId="2147483690"/>
          </pc:sldLayoutMkLst>
        </pc:sldLayoutChg>
        <pc:sldLayoutChg chg="addSp">
          <pc:chgData name="Tim Warner" userId="1d9b2d89684621c1" providerId="LiveId" clId="{049A3222-CDBA-4E39-B7BD-CAD1354B2092}" dt="2024-03-28T18:02:52.272" v="921"/>
          <pc:sldLayoutMkLst>
            <pc:docMk/>
            <pc:sldMasterMk cId="1891518489" sldId="2147483686"/>
            <pc:sldLayoutMk cId="271201559" sldId="2147483691"/>
          </pc:sldLayoutMkLst>
        </pc:sldLayoutChg>
        <pc:sldLayoutChg chg="addSp">
          <pc:chgData name="Tim Warner" userId="1d9b2d89684621c1" providerId="LiveId" clId="{049A3222-CDBA-4E39-B7BD-CAD1354B2092}" dt="2024-03-28T18:02:52.272" v="921"/>
          <pc:sldLayoutMkLst>
            <pc:docMk/>
            <pc:sldMasterMk cId="1891518489" sldId="2147483686"/>
            <pc:sldLayoutMk cId="3099102027" sldId="2147483692"/>
          </pc:sldLayoutMkLst>
        </pc:sldLayoutChg>
        <pc:sldLayoutChg chg="addSp">
          <pc:chgData name="Tim Warner" userId="1d9b2d89684621c1" providerId="LiveId" clId="{049A3222-CDBA-4E39-B7BD-CAD1354B2092}" dt="2024-03-28T18:02:52.272" v="921"/>
          <pc:sldLayoutMkLst>
            <pc:docMk/>
            <pc:sldMasterMk cId="1891518489" sldId="2147483686"/>
            <pc:sldLayoutMk cId="3922228819" sldId="2147483693"/>
          </pc:sldLayoutMkLst>
        </pc:sldLayoutChg>
        <pc:sldLayoutChg chg="addSp">
          <pc:chgData name="Tim Warner" userId="1d9b2d89684621c1" providerId="LiveId" clId="{049A3222-CDBA-4E39-B7BD-CAD1354B2092}" dt="2024-03-28T18:02:52.272" v="921"/>
          <pc:sldLayoutMkLst>
            <pc:docMk/>
            <pc:sldMasterMk cId="1891518489" sldId="2147483686"/>
            <pc:sldLayoutMk cId="4172994892" sldId="2147483694"/>
          </pc:sldLayoutMkLst>
        </pc:sldLayoutChg>
        <pc:sldLayoutChg chg="addSp">
          <pc:chgData name="Tim Warner" userId="1d9b2d89684621c1" providerId="LiveId" clId="{049A3222-CDBA-4E39-B7BD-CAD1354B2092}" dt="2024-03-28T18:02:52.272" v="921"/>
          <pc:sldLayoutMkLst>
            <pc:docMk/>
            <pc:sldMasterMk cId="1891518489" sldId="2147483686"/>
            <pc:sldLayoutMk cId="1880789326" sldId="2147483695"/>
          </pc:sldLayoutMkLst>
        </pc:sldLayoutChg>
      </pc:sldMasterChg>
      <pc:sldMasterChg chg="addSp modSldLayout">
        <pc:chgData name="Tim Warner" userId="1d9b2d89684621c1" providerId="LiveId" clId="{049A3222-CDBA-4E39-B7BD-CAD1354B2092}" dt="2024-03-28T18:03:16.114" v="922"/>
        <pc:sldMasterMkLst>
          <pc:docMk/>
          <pc:sldMasterMk cId="2798786579" sldId="2147483696"/>
        </pc:sldMasterMkLst>
        <pc:sldLayoutChg chg="addSp">
          <pc:chgData name="Tim Warner" userId="1d9b2d89684621c1" providerId="LiveId" clId="{049A3222-CDBA-4E39-B7BD-CAD1354B2092}" dt="2024-03-28T18:03:16.114" v="922"/>
          <pc:sldLayoutMkLst>
            <pc:docMk/>
            <pc:sldMasterMk cId="2798786579" sldId="2147483696"/>
            <pc:sldLayoutMk cId="264481297" sldId="2147483697"/>
          </pc:sldLayoutMkLst>
        </pc:sldLayoutChg>
        <pc:sldLayoutChg chg="addSp">
          <pc:chgData name="Tim Warner" userId="1d9b2d89684621c1" providerId="LiveId" clId="{049A3222-CDBA-4E39-B7BD-CAD1354B2092}" dt="2024-03-28T18:03:16.114" v="922"/>
          <pc:sldLayoutMkLst>
            <pc:docMk/>
            <pc:sldMasterMk cId="2798786579" sldId="2147483696"/>
            <pc:sldLayoutMk cId="2385385372" sldId="2147483698"/>
          </pc:sldLayoutMkLst>
        </pc:sldLayoutChg>
        <pc:sldLayoutChg chg="addSp">
          <pc:chgData name="Tim Warner" userId="1d9b2d89684621c1" providerId="LiveId" clId="{049A3222-CDBA-4E39-B7BD-CAD1354B2092}" dt="2024-03-28T18:03:16.114" v="922"/>
          <pc:sldLayoutMkLst>
            <pc:docMk/>
            <pc:sldMasterMk cId="2798786579" sldId="2147483696"/>
            <pc:sldLayoutMk cId="948486234" sldId="2147483699"/>
          </pc:sldLayoutMkLst>
        </pc:sldLayoutChg>
        <pc:sldLayoutChg chg="addSp">
          <pc:chgData name="Tim Warner" userId="1d9b2d89684621c1" providerId="LiveId" clId="{049A3222-CDBA-4E39-B7BD-CAD1354B2092}" dt="2024-03-28T18:03:16.114" v="922"/>
          <pc:sldLayoutMkLst>
            <pc:docMk/>
            <pc:sldMasterMk cId="2798786579" sldId="2147483696"/>
            <pc:sldLayoutMk cId="3044878592" sldId="2147483700"/>
          </pc:sldLayoutMkLst>
        </pc:sldLayoutChg>
        <pc:sldLayoutChg chg="addSp">
          <pc:chgData name="Tim Warner" userId="1d9b2d89684621c1" providerId="LiveId" clId="{049A3222-CDBA-4E39-B7BD-CAD1354B2092}" dt="2024-03-28T18:03:16.114" v="922"/>
          <pc:sldLayoutMkLst>
            <pc:docMk/>
            <pc:sldMasterMk cId="2798786579" sldId="2147483696"/>
            <pc:sldLayoutMk cId="3463076090" sldId="2147483701"/>
          </pc:sldLayoutMkLst>
        </pc:sldLayoutChg>
        <pc:sldLayoutChg chg="addSp">
          <pc:chgData name="Tim Warner" userId="1d9b2d89684621c1" providerId="LiveId" clId="{049A3222-CDBA-4E39-B7BD-CAD1354B2092}" dt="2024-03-28T18:03:16.114" v="922"/>
          <pc:sldLayoutMkLst>
            <pc:docMk/>
            <pc:sldMasterMk cId="2798786579" sldId="2147483696"/>
            <pc:sldLayoutMk cId="604207005" sldId="2147483702"/>
          </pc:sldLayoutMkLst>
        </pc:sldLayoutChg>
        <pc:sldLayoutChg chg="addSp">
          <pc:chgData name="Tim Warner" userId="1d9b2d89684621c1" providerId="LiveId" clId="{049A3222-CDBA-4E39-B7BD-CAD1354B2092}" dt="2024-03-28T18:03:16.114" v="922"/>
          <pc:sldLayoutMkLst>
            <pc:docMk/>
            <pc:sldMasterMk cId="2798786579" sldId="2147483696"/>
            <pc:sldLayoutMk cId="1728566151" sldId="2147483703"/>
          </pc:sldLayoutMkLst>
        </pc:sldLayoutChg>
        <pc:sldLayoutChg chg="addSp">
          <pc:chgData name="Tim Warner" userId="1d9b2d89684621c1" providerId="LiveId" clId="{049A3222-CDBA-4E39-B7BD-CAD1354B2092}" dt="2024-03-28T18:03:16.114" v="922"/>
          <pc:sldLayoutMkLst>
            <pc:docMk/>
            <pc:sldMasterMk cId="2798786579" sldId="2147483696"/>
            <pc:sldLayoutMk cId="3579316738" sldId="2147483704"/>
          </pc:sldLayoutMkLst>
        </pc:sldLayoutChg>
        <pc:sldLayoutChg chg="addSp">
          <pc:chgData name="Tim Warner" userId="1d9b2d89684621c1" providerId="LiveId" clId="{049A3222-CDBA-4E39-B7BD-CAD1354B2092}" dt="2024-03-28T18:03:16.114" v="922"/>
          <pc:sldLayoutMkLst>
            <pc:docMk/>
            <pc:sldMasterMk cId="2798786579" sldId="2147483696"/>
            <pc:sldLayoutMk cId="1820708096" sldId="2147483705"/>
          </pc:sldLayoutMkLst>
        </pc:sldLayoutChg>
      </pc:sldMasterChg>
    </pc:docChg>
  </pc:docChgLst>
  <pc:docChgLst>
    <pc:chgData name="Tim Warner" userId="1d9b2d89684621c1" providerId="LiveId" clId="{53524EDE-485A-47DD-9453-A419D6719EBE}"/>
    <pc:docChg chg="addSld delSld modSld">
      <pc:chgData name="Tim Warner" userId="1d9b2d89684621c1" providerId="LiveId" clId="{53524EDE-485A-47DD-9453-A419D6719EBE}" dt="2024-04-10T22:18:06.398" v="115" actId="20577"/>
      <pc:docMkLst>
        <pc:docMk/>
      </pc:docMkLst>
      <pc:sldChg chg="modSp mod modAnim">
        <pc:chgData name="Tim Warner" userId="1d9b2d89684621c1" providerId="LiveId" clId="{53524EDE-485A-47DD-9453-A419D6719EBE}" dt="2024-04-10T18:02:34.574" v="7" actId="20577"/>
        <pc:sldMkLst>
          <pc:docMk/>
          <pc:sldMk cId="921485155" sldId="286"/>
        </pc:sldMkLst>
      </pc:sldChg>
      <pc:sldChg chg="modSp mod">
        <pc:chgData name="Tim Warner" userId="1d9b2d89684621c1" providerId="LiveId" clId="{53524EDE-485A-47DD-9453-A419D6719EBE}" dt="2024-04-10T21:58:37.087" v="104" actId="20577"/>
        <pc:sldMkLst>
          <pc:docMk/>
          <pc:sldMk cId="378133628" sldId="302"/>
        </pc:sldMkLst>
      </pc:sldChg>
      <pc:sldChg chg="del">
        <pc:chgData name="Tim Warner" userId="1d9b2d89684621c1" providerId="LiveId" clId="{53524EDE-485A-47DD-9453-A419D6719EBE}" dt="2024-04-10T18:23:53.330" v="94" actId="2696"/>
        <pc:sldMkLst>
          <pc:docMk/>
          <pc:sldMk cId="157688393" sldId="311"/>
        </pc:sldMkLst>
      </pc:sldChg>
      <pc:sldChg chg="modSp mod modAnim">
        <pc:chgData name="Tim Warner" userId="1d9b2d89684621c1" providerId="LiveId" clId="{53524EDE-485A-47DD-9453-A419D6719EBE}" dt="2024-04-10T18:03:09.531" v="13" actId="20577"/>
        <pc:sldMkLst>
          <pc:docMk/>
          <pc:sldMk cId="2714711897" sldId="313"/>
        </pc:sldMkLst>
      </pc:sldChg>
      <pc:sldChg chg="modSp mod modAnim">
        <pc:chgData name="Tim Warner" userId="1d9b2d89684621c1" providerId="LiveId" clId="{53524EDE-485A-47DD-9453-A419D6719EBE}" dt="2024-04-10T22:18:01.139" v="114" actId="20577"/>
        <pc:sldMkLst>
          <pc:docMk/>
          <pc:sldMk cId="3757843041" sldId="315"/>
        </pc:sldMkLst>
      </pc:sldChg>
      <pc:sldChg chg="modSp mod modAnim">
        <pc:chgData name="Tim Warner" userId="1d9b2d89684621c1" providerId="LiveId" clId="{53524EDE-485A-47DD-9453-A419D6719EBE}" dt="2024-04-10T22:18:06.398" v="115" actId="20577"/>
        <pc:sldMkLst>
          <pc:docMk/>
          <pc:sldMk cId="3196191762" sldId="317"/>
        </pc:sldMkLst>
      </pc:sldChg>
      <pc:sldChg chg="modSp mod modAnim">
        <pc:chgData name="Tim Warner" userId="1d9b2d89684621c1" providerId="LiveId" clId="{53524EDE-485A-47DD-9453-A419D6719EBE}" dt="2024-04-10T22:17:25.589" v="110" actId="20577"/>
        <pc:sldMkLst>
          <pc:docMk/>
          <pc:sldMk cId="1902191890" sldId="319"/>
        </pc:sldMkLst>
      </pc:sldChg>
      <pc:sldChg chg="modSp mod modAnim">
        <pc:chgData name="Tim Warner" userId="1d9b2d89684621c1" providerId="LiveId" clId="{53524EDE-485A-47DD-9453-A419D6719EBE}" dt="2024-04-10T22:16:41.357" v="106" actId="20577"/>
        <pc:sldMkLst>
          <pc:docMk/>
          <pc:sldMk cId="2142833354" sldId="321"/>
        </pc:sldMkLst>
      </pc:sldChg>
      <pc:sldChg chg="modSp add mod modAnim">
        <pc:chgData name="Tim Warner" userId="1d9b2d89684621c1" providerId="LiveId" clId="{53524EDE-485A-47DD-9453-A419D6719EBE}" dt="2024-04-10T18:23:45.959" v="93" actId="14100"/>
        <pc:sldMkLst>
          <pc:docMk/>
          <pc:sldMk cId="1576907163" sldId="322"/>
        </pc:sldMkLst>
      </pc:sldChg>
    </pc:docChg>
  </pc:docChgLst>
  <pc:docChgLst>
    <pc:chgData name="Tim Warner" userId="1d9b2d89684621c1" providerId="LiveId" clId="{D3B804F1-31BB-4684-80BA-7BDCF2BE2A5E}"/>
    <pc:docChg chg="modSld">
      <pc:chgData name="Tim Warner" userId="1d9b2d89684621c1" providerId="LiveId" clId="{D3B804F1-31BB-4684-80BA-7BDCF2BE2A5E}" dt="2025-06-24T20:46:52.963" v="42"/>
      <pc:docMkLst>
        <pc:docMk/>
      </pc:docMkLst>
      <pc:sldChg chg="modSp mod">
        <pc:chgData name="Tim Warner" userId="1d9b2d89684621c1" providerId="LiveId" clId="{D3B804F1-31BB-4684-80BA-7BDCF2BE2A5E}" dt="2025-06-24T20:46:30.047" v="39" actId="14100"/>
        <pc:sldMkLst>
          <pc:docMk/>
          <pc:sldMk cId="2539485740" sldId="292"/>
        </pc:sldMkLst>
      </pc:sldChg>
      <pc:sldChg chg="modSp mod">
        <pc:chgData name="Tim Warner" userId="1d9b2d89684621c1" providerId="LiveId" clId="{D3B804F1-31BB-4684-80BA-7BDCF2BE2A5E}" dt="2025-06-24T20:46:38.978" v="40"/>
        <pc:sldMkLst>
          <pc:docMk/>
          <pc:sldMk cId="486668636" sldId="293"/>
        </pc:sldMkLst>
      </pc:sldChg>
      <pc:sldChg chg="modSp mod">
        <pc:chgData name="Tim Warner" userId="1d9b2d89684621c1" providerId="LiveId" clId="{D3B804F1-31BB-4684-80BA-7BDCF2BE2A5E}" dt="2025-06-24T20:46:46.059" v="41"/>
        <pc:sldMkLst>
          <pc:docMk/>
          <pc:sldMk cId="1829040019" sldId="343"/>
        </pc:sldMkLst>
      </pc:sldChg>
      <pc:sldChg chg="modSp mod">
        <pc:chgData name="Tim Warner" userId="1d9b2d89684621c1" providerId="LiveId" clId="{D3B804F1-31BB-4684-80BA-7BDCF2BE2A5E}" dt="2025-06-24T20:46:52.963" v="42"/>
        <pc:sldMkLst>
          <pc:docMk/>
          <pc:sldMk cId="947907938" sldId="346"/>
        </pc:sldMkLst>
      </pc:sldChg>
    </pc:docChg>
  </pc:docChgLst>
  <pc:docChgLst>
    <pc:chgData name="Tim Warner" userId="1d9b2d89684621c1" providerId="LiveId" clId="{9F25277A-D62E-493C-965F-F9210D176F37}"/>
    <pc:docChg chg="addSld modSld">
      <pc:chgData name="Tim Warner" userId="1d9b2d89684621c1" providerId="LiveId" clId="{9F25277A-D62E-493C-965F-F9210D176F37}" dt="2025-08-22T15:20:05.661" v="68" actId="404"/>
      <pc:docMkLst>
        <pc:docMk/>
      </pc:docMkLst>
      <pc:sldChg chg="modSp mod">
        <pc:chgData name="Tim Warner" userId="1d9b2d89684621c1" providerId="LiveId" clId="{9F25277A-D62E-493C-965F-F9210D176F37}" dt="2025-08-21T16:38:51.996" v="0" actId="20577"/>
        <pc:sldMkLst>
          <pc:docMk/>
          <pc:sldMk cId="486668636" sldId="293"/>
        </pc:sldMkLst>
      </pc:sldChg>
      <pc:sldChg chg="modSp mod modAnim">
        <pc:chgData name="Tim Warner" userId="1d9b2d89684621c1" providerId="LiveId" clId="{9F25277A-D62E-493C-965F-F9210D176F37}" dt="2025-08-22T15:20:05.661" v="68" actId="404"/>
        <pc:sldMkLst>
          <pc:docMk/>
          <pc:sldMk cId="4092314469" sldId="331"/>
        </pc:sldMkLst>
      </pc:sldChg>
      <pc:sldChg chg="modSp mod">
        <pc:chgData name="Tim Warner" userId="1d9b2d89684621c1" providerId="LiveId" clId="{9F25277A-D62E-493C-965F-F9210D176F37}" dt="2025-08-21T16:38:54.732" v="1" actId="20577"/>
        <pc:sldMkLst>
          <pc:docMk/>
          <pc:sldMk cId="1829040019" sldId="343"/>
        </pc:sldMkLst>
      </pc:sldChg>
      <pc:sldChg chg="modSp mod">
        <pc:chgData name="Tim Warner" userId="1d9b2d89684621c1" providerId="LiveId" clId="{9F25277A-D62E-493C-965F-F9210D176F37}" dt="2025-08-21T16:38:58.115" v="2" actId="20577"/>
        <pc:sldMkLst>
          <pc:docMk/>
          <pc:sldMk cId="947907938" sldId="346"/>
        </pc:sldMkLst>
      </pc:sldChg>
      <pc:sldChg chg="modSp add mod modAnim">
        <pc:chgData name="Tim Warner" userId="1d9b2d89684621c1" providerId="LiveId" clId="{9F25277A-D62E-493C-965F-F9210D176F37}" dt="2025-08-22T14:59:40.071" v="13" actId="20577"/>
        <pc:sldMkLst>
          <pc:docMk/>
          <pc:sldMk cId="3898186856" sldId="347"/>
        </pc:sldMkLst>
      </pc:sldChg>
      <pc:sldChg chg="modSp add mod modAnim">
        <pc:chgData name="Tim Warner" userId="1d9b2d89684621c1" providerId="LiveId" clId="{9F25277A-D62E-493C-965F-F9210D176F37}" dt="2025-08-22T15:19:24.441" v="60" actId="20577"/>
        <pc:sldMkLst>
          <pc:docMk/>
          <pc:sldMk cId="2365185227" sldId="348"/>
        </pc:sldMkLst>
      </pc:sldChg>
      <pc:sldChg chg="modSp add mod modAnim">
        <pc:chgData name="Tim Warner" userId="1d9b2d89684621c1" providerId="LiveId" clId="{9F25277A-D62E-493C-965F-F9210D176F37}" dt="2025-08-22T15:00:14.520" v="21" actId="20577"/>
        <pc:sldMkLst>
          <pc:docMk/>
          <pc:sldMk cId="563383810" sldId="349"/>
        </pc:sldMkLst>
      </pc:sldChg>
    </pc:docChg>
  </pc:docChgLst>
  <pc:docChgLst>
    <pc:chgData name="scsjcain84" userId="S::scsjcain84_gmail.com#ext#@pearsoneducationinc.onmicrosoft.com::4399dd98-ee8b-4212-9001-7919755a3260" providerId="AD" clId="Web-{F16884C8-1A1E-49C0-B607-6AB8715DCC96}"/>
    <pc:docChg chg="modSld">
      <pc:chgData name="scsjcain84" userId="S::scsjcain84_gmail.com#ext#@pearsoneducationinc.onmicrosoft.com::4399dd98-ee8b-4212-9001-7919755a3260" providerId="AD" clId="Web-{F16884C8-1A1E-49C0-B607-6AB8715DCC96}" dt="2025-08-23T00:36:45.724" v="0"/>
      <pc:docMkLst>
        <pc:docMk/>
      </pc:docMkLst>
      <pc:sldChg chg="mod modShow">
        <pc:chgData name="scsjcain84" userId="S::scsjcain84_gmail.com#ext#@pearsoneducationinc.onmicrosoft.com::4399dd98-ee8b-4212-9001-7919755a3260" providerId="AD" clId="Web-{F16884C8-1A1E-49C0-B607-6AB8715DCC96}" dt="2025-08-23T00:36:45.724" v="0"/>
        <pc:sldMkLst>
          <pc:docMk/>
          <pc:sldMk cId="4080705565" sldId="34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Fri, 9/26/2025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the big picture: domain controllers are prime targets. If attackers compromise one, they can control your whole Active Directory forest. Here are the tools and approaches we’ll focus on to raise the bar.</a:t>
            </a:r>
          </a:p>
          <a:p>
            <a:endParaRPr lang="en-US" dirty="0"/>
          </a:p>
          <a:p>
            <a:r>
              <a:rPr lang="en-US" b="1" dirty="0"/>
              <a:t>Domain controllers are prime attack targets.</a:t>
            </a:r>
            <a:r>
              <a:rPr lang="en-US" dirty="0"/>
              <a:t> Every attacker knows the DC (domain controller) is where the crown jewels are stored. If you can dump credentials or modify group memberships there, you own the environment.</a:t>
            </a:r>
          </a:p>
          <a:p>
            <a:endParaRPr lang="en-US" b="1" dirty="0"/>
          </a:p>
          <a:p>
            <a:r>
              <a:rPr lang="en-US" b="1" dirty="0"/>
              <a:t>Protected Users group enforces stricter authentication.</a:t>
            </a:r>
            <a:r>
              <a:rPr lang="en-US" dirty="0"/>
              <a:t> Microsoft built this group to make sure privileged accounts don’t use weak, legacy protocols. Membership here cuts off NTLM (NT LAN Manager) and older encryption types, forcing Kerberos-only authentication.</a:t>
            </a:r>
          </a:p>
          <a:p>
            <a:endParaRPr lang="en-US" b="1" dirty="0"/>
          </a:p>
          <a:p>
            <a:r>
              <a:rPr lang="en-US" b="1" dirty="0"/>
              <a:t>Read-Only Domain Controllers reduce branch office risk.</a:t>
            </a:r>
            <a:r>
              <a:rPr lang="en-US" dirty="0"/>
              <a:t> In places where physical security is weak, like branch offices, an RODC (Read-Only Domain Controller) is safer. It hosts a read-only AD database, and only caches passwords for accounts you explicitly allow.</a:t>
            </a:r>
          </a:p>
          <a:p>
            <a:endParaRPr lang="en-US" b="1" dirty="0"/>
          </a:p>
          <a:p>
            <a:r>
              <a:rPr lang="en-US" b="1" dirty="0"/>
              <a:t>Hardening techniques defend against credential theft.</a:t>
            </a:r>
            <a:r>
              <a:rPr lang="en-US" dirty="0"/>
              <a:t> Features like Restricted Admin mode and LSASS (Local Security Authority Subsystem Service) protection reduce the chance of tools like </a:t>
            </a:r>
            <a:r>
              <a:rPr lang="en-US" dirty="0" err="1"/>
              <a:t>Mimikatz</a:t>
            </a:r>
            <a:r>
              <a:rPr lang="en-US" dirty="0"/>
              <a:t> succeeding.</a:t>
            </a:r>
          </a:p>
          <a:p>
            <a:endParaRPr lang="en-US" b="1" dirty="0"/>
          </a:p>
          <a:p>
            <a:r>
              <a:rPr lang="en-US" b="1" dirty="0"/>
              <a:t>Tailwind Traders raises the bar for privileged account protection.</a:t>
            </a:r>
            <a:r>
              <a:rPr lang="en-US" dirty="0"/>
              <a:t> In our fictional company example, Tailwind Traders has combined Protected Users and RODCs with DC hardening, making their privileged accounts much tougher targets.</a:t>
            </a:r>
          </a:p>
          <a:p>
            <a:endParaRPr lang="en-US" dirty="0"/>
          </a:p>
          <a:p>
            <a:r>
              <a:rPr lang="en-US" dirty="0"/>
              <a:t>💡 </a:t>
            </a:r>
            <a:r>
              <a:rPr lang="en-US" b="1" dirty="0"/>
              <a:t>Exam Tip:</a:t>
            </a:r>
            <a:r>
              <a:rPr lang="en-US" dirty="0"/>
              <a:t> On AZ-801, watch for scenarios about remote branch offices or cached credentials. The safe answer will often be: deploy an RODC and limit which passwords are allowed to replicate.</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4</a:t>
            </a:fld>
            <a:endParaRPr lang="en-US"/>
          </a:p>
        </p:txBody>
      </p:sp>
    </p:spTree>
    <p:extLst>
      <p:ext uri="{BB962C8B-B14F-4D97-AF65-F5344CB8AC3E}">
        <p14:creationId xmlns:p14="http://schemas.microsoft.com/office/powerpoint/2010/main" val="1350632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Protected Users</a:t>
            </a:r>
            <a:r>
              <a:rPr lang="en-US" dirty="0"/>
              <a:t> group is Microsoft’s way of enforcing stricter rules for high-value accounts.</a:t>
            </a:r>
          </a:p>
          <a:p>
            <a:endParaRPr lang="en-US" dirty="0"/>
          </a:p>
          <a:p>
            <a:r>
              <a:rPr lang="en-US" dirty="0"/>
              <a:t>First, it requires Kerberos-only authentication. That means older protocols like NTLM (NT LAN Manager), DES (Data Encryption Standard), and RC4 aren’t allowed. These are legacy and often exploited.</a:t>
            </a:r>
          </a:p>
          <a:p>
            <a:endParaRPr lang="en-US" dirty="0"/>
          </a:p>
          <a:p>
            <a:r>
              <a:rPr lang="en-US" dirty="0"/>
              <a:t>Second, credentials can’t be cached locally or delegated to other services. That’s a huge win against pass-the-hash and pass-the-ticket attacks.</a:t>
            </a:r>
          </a:p>
          <a:p>
            <a:endParaRPr lang="en-US" dirty="0"/>
          </a:p>
          <a:p>
            <a:r>
              <a:rPr lang="en-US" dirty="0"/>
              <a:t>To use it, your domain must be running at least Windows Server 2012 R2 functional level.</a:t>
            </a:r>
          </a:p>
          <a:p>
            <a:endParaRPr lang="en-US" dirty="0"/>
          </a:p>
          <a:p>
            <a:r>
              <a:rPr lang="en-US" dirty="0"/>
              <a:t>A practical example: Adventure Works moved their domain admins into Protected Users. The result? Shorter ticket lifetimes and less risk if an admin account is stolen.</a:t>
            </a:r>
          </a:p>
          <a:p>
            <a:endParaRPr lang="en-US" dirty="0"/>
          </a:p>
          <a:p>
            <a:r>
              <a:rPr lang="en-US" dirty="0"/>
              <a:t>💡 </a:t>
            </a:r>
            <a:r>
              <a:rPr lang="en-US" b="1" dirty="0"/>
              <a:t>Exam Tip:</a:t>
            </a:r>
            <a:r>
              <a:rPr lang="en-US" dirty="0"/>
              <a:t> If you see an exam scenario about stopping cached credentials or legacy auth methods, the Protected Users group is the answer.</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5</a:t>
            </a:fld>
            <a:endParaRPr lang="en-US"/>
          </a:p>
        </p:txBody>
      </p:sp>
    </p:spTree>
    <p:extLst>
      <p:ext uri="{BB962C8B-B14F-4D97-AF65-F5344CB8AC3E}">
        <p14:creationId xmlns:p14="http://schemas.microsoft.com/office/powerpoint/2010/main" val="2221161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Slide: Deploy domain controllers with limited attack surface</a:t>
            </a:r>
          </a:p>
          <a:p>
            <a:endParaRPr lang="en-US" dirty="0"/>
          </a:p>
          <a:p>
            <a:r>
              <a:rPr lang="en-US" dirty="0"/>
              <a:t>Framing: Branch offices are tricky: they often don’t have the same physical security as headquarters. That’s exactly where </a:t>
            </a:r>
            <a:r>
              <a:rPr lang="en-US" b="1" dirty="0"/>
              <a:t>Read-Only Domain Controllers (RODCs)</a:t>
            </a:r>
            <a:r>
              <a:rPr lang="en-US" dirty="0"/>
              <a:t> shine. This slide covers how they reduce risk without sacrificing functionality.</a:t>
            </a:r>
          </a:p>
          <a:p>
            <a:endParaRPr lang="en-US" b="1" dirty="0"/>
          </a:p>
          <a:p>
            <a:r>
              <a:rPr lang="en-US" b="1" dirty="0"/>
              <a:t>Read-Only Domain Controllers (RODCs) host a read-only copy of Active Directory.</a:t>
            </a:r>
            <a:r>
              <a:rPr lang="en-US" dirty="0"/>
              <a:t> Think of it as a “look but don’t touch” domain controller. Even if an attacker compromises the server, they can’t change group memberships, create accounts, or modify the AD database.</a:t>
            </a:r>
          </a:p>
          <a:p>
            <a:endParaRPr lang="en-US" b="1" dirty="0"/>
          </a:p>
          <a:p>
            <a:r>
              <a:rPr lang="en-US" b="1" dirty="0"/>
              <a:t>Password Replication Policy (PRP) controls cached credentials.</a:t>
            </a:r>
            <a:r>
              <a:rPr lang="en-US" dirty="0"/>
              <a:t> With PRP, you decide which accounts can have their credentials cached locally. By default, sensitive accounts like Domain Admins are denied. That way, if someone steals the RODC, they can’t log on as an admin.</a:t>
            </a:r>
          </a:p>
          <a:p>
            <a:endParaRPr lang="en-US" b="1" dirty="0"/>
          </a:p>
          <a:p>
            <a:r>
              <a:rPr lang="en-US" b="1" dirty="0"/>
              <a:t>Unidirectional replication blocks unauthorized directory changes.</a:t>
            </a:r>
            <a:r>
              <a:rPr lang="en-US" dirty="0"/>
              <a:t> Replication only flows one way — from a writable domain controller down to the RODC. No changes ever replicate back up. This one-way design prevents poisoned data from spreading through the forest.</a:t>
            </a:r>
          </a:p>
          <a:p>
            <a:endParaRPr lang="en-US" b="1" dirty="0"/>
          </a:p>
          <a:p>
            <a:r>
              <a:rPr lang="en-US" b="1" dirty="0"/>
              <a:t>Ideal for Contoso’s branch offices with limited physical security.</a:t>
            </a:r>
            <a:r>
              <a:rPr lang="en-US" dirty="0"/>
              <a:t> In our scenario, Contoso can safely deploy domain services to a small office in a strip mall — where you might worry about break-ins — without risking the entire corporate forest.</a:t>
            </a:r>
          </a:p>
          <a:p>
            <a:endParaRPr lang="en-US" b="1" dirty="0"/>
          </a:p>
          <a:p>
            <a:r>
              <a:rPr lang="en-US" b="1" dirty="0"/>
              <a:t>Supports read-only DNS and SYSVOL for local resiliency.</a:t>
            </a:r>
            <a:r>
              <a:rPr lang="en-US" dirty="0"/>
              <a:t> The RODC also delivers read-only DNS services and SYSVOL replication. That means branch users can still resolve names and access logon scripts or Group Policy, even if the WAN link is flaky.</a:t>
            </a:r>
          </a:p>
          <a:p>
            <a:endParaRPr lang="en-US" dirty="0"/>
          </a:p>
          <a:p>
            <a:r>
              <a:rPr lang="en-US" dirty="0"/>
              <a:t>💡 </a:t>
            </a:r>
            <a:r>
              <a:rPr lang="en-US" b="1" dirty="0"/>
              <a:t>Exam Tip:</a:t>
            </a:r>
            <a:r>
              <a:rPr lang="en-US" dirty="0"/>
              <a:t> On AZ-801, if the scenario mentions “stolen server hardware in a branch office,” the right solution is a </a:t>
            </a:r>
            <a:r>
              <a:rPr lang="en-US" b="1" dirty="0"/>
              <a:t>Read-Only Domain Controller</a:t>
            </a:r>
            <a:r>
              <a:rPr lang="en-US" dirty="0"/>
              <a:t>. Microsoft loves to test that specific branch-office risk scenario.</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7</a:t>
            </a:fld>
            <a:endParaRPr lang="en-US"/>
          </a:p>
        </p:txBody>
      </p:sp>
    </p:spTree>
    <p:extLst>
      <p:ext uri="{BB962C8B-B14F-4D97-AF65-F5344CB8AC3E}">
        <p14:creationId xmlns:p14="http://schemas.microsoft.com/office/powerpoint/2010/main" val="348578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Reduce attack surface with domain controller hardening</a:t>
            </a:r>
          </a:p>
          <a:p>
            <a:endParaRPr lang="en-US" dirty="0"/>
          </a:p>
          <a:p>
            <a:r>
              <a:rPr lang="en-US" dirty="0"/>
              <a:t>Even with Protected Users and Read-Only Domain Controllers in place, domain controllers themselves remain high-value targets. Hardening them directly is non-negotiable. This slide highlights key techniques that limit credential theft and keep attackers from moving laterally.</a:t>
            </a:r>
          </a:p>
          <a:p>
            <a:endParaRPr lang="en-US" b="1" dirty="0"/>
          </a:p>
          <a:p>
            <a:r>
              <a:rPr lang="en-US" b="1" dirty="0"/>
              <a:t>Restricted Admin mode prevents credential exposure via RDP.</a:t>
            </a:r>
            <a:r>
              <a:rPr lang="en-US" dirty="0"/>
              <a:t> When you remote into a DC using Remote Desktop Protocol, your credentials normally get stored in memory. Restricted Admin mode stops this by authenticating with the machine account instead of your user account — so nothing reusable is left behind.</a:t>
            </a:r>
          </a:p>
          <a:p>
            <a:endParaRPr lang="en-US" b="1" dirty="0"/>
          </a:p>
          <a:p>
            <a:r>
              <a:rPr lang="en-US" b="1" dirty="0"/>
              <a:t>Protected Process Light (PPL) protects LSASS from memory attacks.</a:t>
            </a:r>
            <a:r>
              <a:rPr lang="en-US" dirty="0"/>
              <a:t> LSASS (Local Security Authority Subsystem Service) is where Windows stores cached credentials. Tools like </a:t>
            </a:r>
            <a:r>
              <a:rPr lang="en-US" dirty="0" err="1"/>
              <a:t>Mimikatz</a:t>
            </a:r>
            <a:r>
              <a:rPr lang="en-US" dirty="0"/>
              <a:t> target it directly. Running LSASS as a protected process means only trusted, signed code can access it, shutting down many common credential-dumping attacks.</a:t>
            </a:r>
          </a:p>
          <a:p>
            <a:endParaRPr lang="en-US" b="1" dirty="0"/>
          </a:p>
          <a:p>
            <a:r>
              <a:rPr lang="en-US" b="1" dirty="0"/>
              <a:t>LSA protection blocks unauthorized code injection.</a:t>
            </a:r>
            <a:r>
              <a:rPr lang="en-US" dirty="0"/>
              <a:t> The Local Security Authority (LSA) is another frequent attack vector. Enabling LSA protection tells Windows to reject unsigned code and drivers, dramatically reducing the risk of attackers injecting malicious modules.</a:t>
            </a:r>
          </a:p>
          <a:p>
            <a:endParaRPr lang="en-US" b="1" dirty="0"/>
          </a:p>
          <a:p>
            <a:r>
              <a:rPr lang="en-US" b="1" dirty="0"/>
              <a:t>Attack Surface Reduction (ASR) rules mitigate common exploits.</a:t>
            </a:r>
            <a:r>
              <a:rPr lang="en-US" dirty="0"/>
              <a:t> These rules, part of Microsoft Defender, apply behavior-based controls. For example, they can stop Office apps from spawning child processes, or block script execution paths attackers commonly use.</a:t>
            </a:r>
          </a:p>
          <a:p>
            <a:endParaRPr lang="en-US" b="1" dirty="0"/>
          </a:p>
          <a:p>
            <a:r>
              <a:rPr lang="en-US" b="1" dirty="0" err="1"/>
              <a:t>Fabrikam</a:t>
            </a:r>
            <a:r>
              <a:rPr lang="en-US" b="1" dirty="0"/>
              <a:t> continuously audits DCs for drift from baseline security.</a:t>
            </a:r>
            <a:r>
              <a:rPr lang="en-US" dirty="0"/>
              <a:t> In our fictional company example, </a:t>
            </a:r>
            <a:r>
              <a:rPr lang="en-US" dirty="0" err="1"/>
              <a:t>Fabrikam</a:t>
            </a:r>
            <a:r>
              <a:rPr lang="en-US" dirty="0"/>
              <a:t> enforces a standard security baseline for DCs. Regular audits ensure that if someone disables a protection setting or installs unauthorized software, it’s caught quickly and remediated.</a:t>
            </a:r>
          </a:p>
          <a:p>
            <a:endParaRPr lang="en-US" dirty="0"/>
          </a:p>
          <a:p>
            <a:r>
              <a:rPr lang="en-US" dirty="0"/>
              <a:t>💡 </a:t>
            </a:r>
            <a:r>
              <a:rPr lang="en-US" b="1" dirty="0"/>
              <a:t>Exam Tip:</a:t>
            </a:r>
            <a:r>
              <a:rPr lang="en-US" dirty="0"/>
              <a:t> Expect AZ-801 to test which hardening feature stops </a:t>
            </a:r>
            <a:r>
              <a:rPr lang="en-US" b="1" dirty="0"/>
              <a:t>pass-the-hash or LSASS credential dumping</a:t>
            </a:r>
            <a:r>
              <a:rPr lang="en-US" dirty="0"/>
              <a:t>. The safe bets are </a:t>
            </a:r>
            <a:r>
              <a:rPr lang="en-US" b="1" dirty="0"/>
              <a:t>Protected Process Light</a:t>
            </a:r>
            <a:r>
              <a:rPr lang="en-US" dirty="0"/>
              <a:t> and </a:t>
            </a:r>
            <a:r>
              <a:rPr lang="en-US" b="1" dirty="0"/>
              <a:t>LSA protection.</a:t>
            </a:r>
            <a:endParaRPr lang="en-US" dirty="0"/>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9</a:t>
            </a:fld>
            <a:endParaRPr lang="en-US"/>
          </a:p>
        </p:txBody>
      </p:sp>
    </p:spTree>
    <p:extLst>
      <p:ext uri="{BB962C8B-B14F-4D97-AF65-F5344CB8AC3E}">
        <p14:creationId xmlns:p14="http://schemas.microsoft.com/office/powerpoint/2010/main" val="2531810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Claude AI</a:t>
            </a:r>
          </a:p>
        </p:txBody>
      </p:sp>
      <p:sp>
        <p:nvSpPr>
          <p:cNvPr id="4" name="Slide Number Placeholder 3"/>
          <p:cNvSpPr>
            <a:spLocks noGrp="1"/>
          </p:cNvSpPr>
          <p:nvPr>
            <p:ph type="sldNum" sz="quarter" idx="5"/>
          </p:nvPr>
        </p:nvSpPr>
        <p:spPr/>
        <p:txBody>
          <a:bodyPr/>
          <a:lstStyle/>
          <a:p>
            <a:fld id="{163C8BCB-A8D7-074E-AD53-2B9312150B6F}" type="slidenum">
              <a:rPr lang="en-US" smtClean="0"/>
              <a:t>10</a:t>
            </a:fld>
            <a:endParaRPr lang="en-US"/>
          </a:p>
        </p:txBody>
      </p:sp>
    </p:spTree>
    <p:extLst>
      <p:ext uri="{BB962C8B-B14F-4D97-AF65-F5344CB8AC3E}">
        <p14:creationId xmlns:p14="http://schemas.microsoft.com/office/powerpoint/2010/main" val="8082572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Fri, 9/26/2025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3: Manage Protected Users and RODCs</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316354" y="1246704"/>
            <a:ext cx="3490762" cy="2979037"/>
          </a:xfrm>
        </p:spPr>
        <p:txBody>
          <a:bodyPr>
            <a:normAutofit/>
          </a:bodyPr>
          <a:lstStyle/>
          <a:p>
            <a:pPr>
              <a:spcBef>
                <a:spcPts val="200"/>
              </a:spcBef>
              <a:spcAft>
                <a:spcPts val="400"/>
              </a:spcAft>
            </a:pPr>
            <a:r>
              <a:rPr lang="en-US" dirty="0"/>
              <a:t>3.1. Manage protected users </a:t>
            </a:r>
          </a:p>
          <a:p>
            <a:pPr>
              <a:spcBef>
                <a:spcPts val="200"/>
              </a:spcBef>
              <a:spcAft>
                <a:spcPts val="400"/>
              </a:spcAft>
            </a:pPr>
            <a:r>
              <a:rPr lang="en-US" dirty="0"/>
              <a:t>3.2. Manage account security on a Read-Only Domain controller (RODC) </a:t>
            </a:r>
          </a:p>
          <a:p>
            <a:pPr>
              <a:spcBef>
                <a:spcPts val="200"/>
              </a:spcBef>
              <a:spcAft>
                <a:spcPts val="400"/>
              </a:spcAft>
            </a:pPr>
            <a:r>
              <a:rPr lang="en-US" dirty="0"/>
              <a:t>3.3. Harden domain controllers </a:t>
            </a:r>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3.1 Manage protected users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24198" cy="463628"/>
          </a:xfrm>
        </p:spPr>
        <p:txBody>
          <a:bodyPr/>
          <a:lstStyle/>
          <a:p>
            <a:r>
              <a:rPr lang="en-US" sz="2400" dirty="0"/>
              <a:t>Enhance domain security with advanced protection features</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Domain controllers are prime attack targets</a:t>
            </a:r>
          </a:p>
          <a:p>
            <a:r>
              <a:rPr lang="en-US" sz="1800" dirty="0"/>
              <a:t>Protected Users group enforces stricter authentication</a:t>
            </a:r>
          </a:p>
          <a:p>
            <a:r>
              <a:rPr lang="en-US" sz="1800" dirty="0"/>
              <a:t>Read-Only Domain Controllers (RODCs) reduce branch office risk</a:t>
            </a:r>
          </a:p>
          <a:p>
            <a:r>
              <a:rPr lang="en-US" sz="1800" dirty="0"/>
              <a:t>Hardening techniques defend against credential theft</a:t>
            </a:r>
          </a:p>
          <a:p>
            <a:r>
              <a:rPr lang="en-US" sz="1800" dirty="0"/>
              <a:t>Tailwind Traders raises the bar for privileged account protection</a:t>
            </a:r>
          </a:p>
        </p:txBody>
      </p:sp>
    </p:spTree>
    <p:extLst>
      <p:ext uri="{BB962C8B-B14F-4D97-AF65-F5344CB8AC3E}">
        <p14:creationId xmlns:p14="http://schemas.microsoft.com/office/powerpoint/2010/main" val="3898186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19425" cy="463628"/>
          </a:xfrm>
        </p:spPr>
        <p:txBody>
          <a:bodyPr/>
          <a:lstStyle/>
          <a:p>
            <a:r>
              <a:rPr lang="en-US" sz="2400" dirty="0"/>
              <a:t>Enforce enhanced authentication for privileged accounts</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Protected Users group requires Kerberos-only authentication</a:t>
            </a:r>
          </a:p>
          <a:p>
            <a:r>
              <a:rPr lang="en-US" sz="1800" dirty="0"/>
              <a:t>Blocks NTLM, DES, and RC4 for group members</a:t>
            </a:r>
          </a:p>
          <a:p>
            <a:r>
              <a:rPr lang="en-US" sz="1800" dirty="0"/>
              <a:t>Prevents credential delegation and local caching</a:t>
            </a:r>
          </a:p>
          <a:p>
            <a:r>
              <a:rPr lang="en-US" sz="1800" dirty="0"/>
              <a:t>Requires Windows Server 2012 R2 domain functional level or higher</a:t>
            </a:r>
          </a:p>
          <a:p>
            <a:r>
              <a:rPr lang="en-US" sz="1800" dirty="0"/>
              <a:t>Adventure Works adds domain admins to Protected Users to cut token lifetimes</a:t>
            </a:r>
          </a:p>
        </p:txBody>
      </p:sp>
    </p:spTree>
    <p:extLst>
      <p:ext uri="{BB962C8B-B14F-4D97-AF65-F5344CB8AC3E}">
        <p14:creationId xmlns:p14="http://schemas.microsoft.com/office/powerpoint/2010/main" val="56338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3.2 Manage account security on a Read-Only Domain controller (RODC)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31946" cy="463628"/>
          </a:xfrm>
        </p:spPr>
        <p:txBody>
          <a:bodyPr/>
          <a:lstStyle/>
          <a:p>
            <a:r>
              <a:rPr lang="en-US" sz="2400" dirty="0"/>
              <a:t>Deploy domain controllers with limited attack surface</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Read-Only Domain Controllers (RODCs) host a read-only copy of Active Directory</a:t>
            </a:r>
          </a:p>
          <a:p>
            <a:r>
              <a:rPr lang="en-US" sz="1800" dirty="0"/>
              <a:t>Password Replication Policy (PRP) controls cached credentials</a:t>
            </a:r>
          </a:p>
          <a:p>
            <a:r>
              <a:rPr lang="en-US" sz="1800" dirty="0"/>
              <a:t>Unidirectional replication blocks unauthorized directory changes</a:t>
            </a:r>
          </a:p>
          <a:p>
            <a:r>
              <a:rPr lang="en-US" sz="1800" dirty="0"/>
              <a:t>Ideal for Contoso’s branch offices with limited physical security</a:t>
            </a:r>
          </a:p>
          <a:p>
            <a:r>
              <a:rPr lang="en-US" sz="1800" dirty="0"/>
              <a:t>Supports read-only DNS and SYSVOL for local resiliency</a:t>
            </a:r>
          </a:p>
        </p:txBody>
      </p:sp>
    </p:spTree>
    <p:extLst>
      <p:ext uri="{BB962C8B-B14F-4D97-AF65-F5344CB8AC3E}">
        <p14:creationId xmlns:p14="http://schemas.microsoft.com/office/powerpoint/2010/main" val="2365185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3.3 </a:t>
            </a:r>
            <a:r>
              <a:rPr lang="en-US" sz="3600" dirty="0">
                <a:solidFill>
                  <a:srgbClr val="0978D8"/>
                </a:solidFill>
              </a:rPr>
              <a:t>Harden domain controllers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418035" cy="463628"/>
          </a:xfrm>
        </p:spPr>
        <p:txBody>
          <a:bodyPr/>
          <a:lstStyle/>
          <a:p>
            <a:r>
              <a:rPr lang="en-US" sz="2400" dirty="0"/>
              <a:t>Reduce attack surface with domain controller hardening</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Restricted Admin mode prevents credential exposure via RDP</a:t>
            </a:r>
          </a:p>
          <a:p>
            <a:r>
              <a:rPr lang="en-US" sz="1800" dirty="0"/>
              <a:t>Protected Process Light (PPL) protects LSASS from memory attacks</a:t>
            </a:r>
          </a:p>
          <a:p>
            <a:r>
              <a:rPr lang="en-US" sz="1800" dirty="0"/>
              <a:t>LSA protection blocks unauthorized code injection</a:t>
            </a:r>
          </a:p>
          <a:p>
            <a:r>
              <a:rPr lang="en-US" sz="1800" dirty="0"/>
              <a:t>Attack Surface Reduction rules mitigate common exploits</a:t>
            </a:r>
          </a:p>
          <a:p>
            <a:r>
              <a:rPr lang="en-US" sz="1800" dirty="0" err="1"/>
              <a:t>Fabrikam</a:t>
            </a:r>
            <a:r>
              <a:rPr lang="en-US" sz="1800" dirty="0"/>
              <a:t> continuously audits DCs for drift from baseline security</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RODC branch office architecture</a:t>
            </a:r>
          </a:p>
        </p:txBody>
      </p:sp>
      <p:pic>
        <p:nvPicPr>
          <p:cNvPr id="4" name="Picture 3">
            <a:extLst>
              <a:ext uri="{FF2B5EF4-FFF2-40B4-BE49-F238E27FC236}">
                <a16:creationId xmlns:a16="http://schemas.microsoft.com/office/drawing/2014/main" id="{F7E3FD46-1186-AB72-CC3E-0C12191C7403}"/>
              </a:ext>
            </a:extLst>
          </p:cNvPr>
          <p:cNvPicPr>
            <a:picLocks noChangeAspect="1"/>
          </p:cNvPicPr>
          <p:nvPr/>
        </p:nvPicPr>
        <p:blipFill>
          <a:blip r:embed="rId3"/>
          <a:stretch>
            <a:fillRect/>
          </a:stretch>
        </p:blipFill>
        <p:spPr>
          <a:xfrm>
            <a:off x="1048561" y="831504"/>
            <a:ext cx="7046878" cy="4089899"/>
          </a:xfrm>
          <a:prstGeom prst="rect">
            <a:avLst/>
          </a:prstGeom>
        </p:spPr>
      </p:pic>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e60464b2502f4f4c6d575a702f4efcf7">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c75e329bb324eb7f1fd76e0ecf7fa1c1"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DA34957-C050-47F1-8A65-FAF3F3BFEA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customXml/itemProps3.xml><?xml version="1.0" encoding="utf-8"?>
<ds:datastoreItem xmlns:ds="http://schemas.openxmlformats.org/officeDocument/2006/customXml" ds:itemID="{920C99BF-5DBB-4E5E-8232-1660DCDA7D83}">
  <ds:schemaRefs>
    <ds:schemaRef ds:uri="http://schemas.microsoft.com/sharepoint/v3/contenttype/forms"/>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34464</TotalTime>
  <Words>1353</Words>
  <Application>Microsoft Office PowerPoint</Application>
  <PresentationFormat>On-screen Show (16:9)</PresentationFormat>
  <Paragraphs>98</Paragraphs>
  <Slides>10</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Open Sans</vt:lpstr>
      <vt:lpstr>Segoe UI</vt:lpstr>
      <vt:lpstr>Segoe UI Light</vt:lpstr>
      <vt:lpstr>Segoe UI Semilight</vt:lpstr>
      <vt:lpstr>Standard_LiveLessons_2017</vt:lpstr>
      <vt:lpstr>PowerPoint Presentation</vt:lpstr>
      <vt:lpstr>PowerPoint Presentation</vt:lpstr>
      <vt:lpstr>PowerPoint Presentation</vt:lpstr>
      <vt:lpstr>Enhance domain security with advanced protection features</vt:lpstr>
      <vt:lpstr>Enforce enhanced authentication for privileged accounts</vt:lpstr>
      <vt:lpstr>PowerPoint Presentation</vt:lpstr>
      <vt:lpstr>Deploy domain controllers with limited attack surface</vt:lpstr>
      <vt:lpstr>PowerPoint Presentation</vt:lpstr>
      <vt:lpstr>Reduce attack surface with domain controller hardening</vt:lpstr>
      <vt:lpstr>RODC branch office architecture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103</cp:revision>
  <dcterms:created xsi:type="dcterms:W3CDTF">2015-09-28T19:52:00Z</dcterms:created>
  <dcterms:modified xsi:type="dcterms:W3CDTF">2025-09-26T17:48:03Z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