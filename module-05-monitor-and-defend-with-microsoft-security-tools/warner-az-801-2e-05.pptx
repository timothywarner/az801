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9"/>
  </p:notesMasterIdLst>
  <p:sldIdLst>
    <p:sldId id="303" r:id="rId5"/>
    <p:sldId id="292" r:id="rId6"/>
    <p:sldId id="293" r:id="rId7"/>
    <p:sldId id="350" r:id="rId8"/>
    <p:sldId id="343" r:id="rId9"/>
    <p:sldId id="351" r:id="rId10"/>
    <p:sldId id="346" r:id="rId11"/>
    <p:sldId id="352" r:id="rId12"/>
    <p:sldId id="347" r:id="rId13"/>
    <p:sldId id="353" r:id="rId14"/>
    <p:sldId id="348" r:id="rId15"/>
    <p:sldId id="354" r:id="rId16"/>
    <p:sldId id="349" r:id="rId17"/>
    <p:sldId id="331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CB2919-E75C-EAE0-A7E3-E8766035CAC2}" name="Tim Warner" initials="TW" userId="1d9b2d89684621c1" providerId="Windows Live"/>
  <p188:author id="{955C4A35-E9B6-3146-066A-4404D53655C8}" name="scsjcain84" initials="sc" userId="S::scsjcain84_gmail.com#ext#@pearsoneducationinc.onmicrosoft.com::4399dd98-ee8b-4212-9001-7919755a326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elson, Sean" initials="DS" lastIdx="8" clrIdx="0">
    <p:extLst>
      <p:ext uri="{19B8F6BF-5375-455C-9EA6-DF929625EA0E}">
        <p15:presenceInfo xmlns:p15="http://schemas.microsoft.com/office/powerpoint/2012/main" userId="S::sean.donelson@pearson.com::3e21d0a5-01a9-4113-9b92-c184675e92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EFAFDE-9FC9-4128-A6FC-EC0BE106CD70}" v="12" dt="2025-09-22T17:30:45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27" autoAdjust="0"/>
    <p:restoredTop sz="82584" autoAdjust="0"/>
  </p:normalViewPr>
  <p:slideViewPr>
    <p:cSldViewPr snapToGrid="0" snapToObjects="1">
      <p:cViewPr varScale="1">
        <p:scale>
          <a:sx n="102" d="100"/>
          <a:sy n="102" d="100"/>
        </p:scale>
        <p:origin x="88" y="3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7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150" d="100"/>
          <a:sy n="150" d="100"/>
        </p:scale>
        <p:origin x="5840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Warner" userId="1d9b2d89684621c1" providerId="LiveId" clId="{049A3222-CDBA-4E39-B7BD-CAD1354B2092}"/>
    <pc:docChg chg="undo custSel addSld delSld modSld modMainMaster modShowInfo">
      <pc:chgData name="Tim Warner" userId="1d9b2d89684621c1" providerId="LiveId" clId="{049A3222-CDBA-4E39-B7BD-CAD1354B2092}" dt="2024-04-01T16:58:06.208" v="1673" actId="2744"/>
      <pc:docMkLst>
        <pc:docMk/>
      </pc:docMkLst>
      <pc:sldChg chg="modSp mod modAnim">
        <pc:chgData name="Tim Warner" userId="1d9b2d89684621c1" providerId="LiveId" clId="{049A3222-CDBA-4E39-B7BD-CAD1354B2092}" dt="2024-04-01T01:59:28.253" v="1331" actId="20577"/>
        <pc:sldMkLst>
          <pc:docMk/>
          <pc:sldMk cId="921485155" sldId="286"/>
        </pc:sldMkLst>
      </pc:sldChg>
      <pc:sldChg chg="add del">
        <pc:chgData name="Tim Warner" userId="1d9b2d89684621c1" providerId="LiveId" clId="{049A3222-CDBA-4E39-B7BD-CAD1354B2092}" dt="2024-03-28T18:18:39.917" v="1002" actId="2696"/>
        <pc:sldMkLst>
          <pc:docMk/>
          <pc:sldMk cId="2200105640" sldId="291"/>
        </pc:sldMkLst>
      </pc:sldChg>
      <pc:sldChg chg="modSp add del mod modClrScheme modShow chgLayout modNotesTx">
        <pc:chgData name="Tim Warner" userId="1d9b2d89684621c1" providerId="LiveId" clId="{049A3222-CDBA-4E39-B7BD-CAD1354B2092}" dt="2024-03-31T13:12:28.091" v="1195" actId="20577"/>
        <pc:sldMkLst>
          <pc:docMk/>
          <pc:sldMk cId="378133628" sldId="302"/>
        </pc:sldMkLst>
      </pc:sldChg>
      <pc:sldChg chg="modSp">
        <pc:chgData name="Tim Warner" userId="1d9b2d89684621c1" providerId="LiveId" clId="{049A3222-CDBA-4E39-B7BD-CAD1354B2092}" dt="2024-03-28T18:03:16.114" v="922"/>
        <pc:sldMkLst>
          <pc:docMk/>
          <pc:sldMk cId="3662525184" sldId="303"/>
        </pc:sldMkLst>
      </pc:sldChg>
      <pc:sldChg chg="addSp modSp add del mod modAnim">
        <pc:chgData name="Tim Warner" userId="1d9b2d89684621c1" providerId="LiveId" clId="{049A3222-CDBA-4E39-B7BD-CAD1354B2092}" dt="2024-04-01T16:56:05.057" v="1667" actId="167"/>
        <pc:sldMkLst>
          <pc:docMk/>
          <pc:sldMk cId="157688393" sldId="311"/>
        </pc:sldMkLst>
      </pc:sldChg>
      <pc:sldChg chg="modSp mod modClrScheme modAnim chgLayout">
        <pc:chgData name="Tim Warner" userId="1d9b2d89684621c1" providerId="LiveId" clId="{049A3222-CDBA-4E39-B7BD-CAD1354B2092}" dt="2024-04-01T16:50:04.195" v="1474" actId="20577"/>
        <pc:sldMkLst>
          <pc:docMk/>
          <pc:sldMk cId="2601488157" sldId="313"/>
        </pc:sldMkLst>
      </pc:sldChg>
      <pc:sldChg chg="modSp mod modAnim">
        <pc:chgData name="Tim Warner" userId="1d9b2d89684621c1" providerId="LiveId" clId="{049A3222-CDBA-4E39-B7BD-CAD1354B2092}" dt="2024-04-01T02:02:01.807" v="1386" actId="20577"/>
        <pc:sldMkLst>
          <pc:docMk/>
          <pc:sldMk cId="1087036720" sldId="315"/>
        </pc:sldMkLst>
      </pc:sldChg>
      <pc:sldChg chg="modSp mod modAnim modNotesTx">
        <pc:chgData name="Tim Warner" userId="1d9b2d89684621c1" providerId="LiveId" clId="{049A3222-CDBA-4E39-B7BD-CAD1354B2092}" dt="2024-04-01T02:02:09.973" v="1388" actId="20577"/>
        <pc:sldMkLst>
          <pc:docMk/>
          <pc:sldMk cId="2612742259" sldId="317"/>
        </pc:sldMkLst>
      </pc:sldChg>
      <pc:sldChg chg="modSp mod modAnim">
        <pc:chgData name="Tim Warner" userId="1d9b2d89684621c1" providerId="LiveId" clId="{049A3222-CDBA-4E39-B7BD-CAD1354B2092}" dt="2024-03-28T18:13:00.081" v="1000" actId="20577"/>
        <pc:sldMkLst>
          <pc:docMk/>
          <pc:sldMk cId="2882261712" sldId="319"/>
        </pc:sldMkLst>
      </pc:sldChg>
      <pc:sldChg chg="modSp add mod modAnim">
        <pc:chgData name="Tim Warner" userId="1d9b2d89684621c1" providerId="LiveId" clId="{049A3222-CDBA-4E39-B7BD-CAD1354B2092}" dt="2024-04-01T16:52:39.850" v="1628" actId="20577"/>
        <pc:sldMkLst>
          <pc:docMk/>
          <pc:sldMk cId="3235755691" sldId="320"/>
        </pc:sldMkLst>
      </pc:sldChg>
      <pc:sldChg chg="modSp add mod modAnim">
        <pc:chgData name="Tim Warner" userId="1d9b2d89684621c1" providerId="LiveId" clId="{049A3222-CDBA-4E39-B7BD-CAD1354B2092}" dt="2024-04-01T16:50:38.044" v="1544" actId="20577"/>
        <pc:sldMkLst>
          <pc:docMk/>
          <pc:sldMk cId="59359989" sldId="321"/>
        </pc:sldMkLst>
      </pc:sldChg>
      <pc:sldChg chg="modSp add mod modAnim">
        <pc:chgData name="Tim Warner" userId="1d9b2d89684621c1" providerId="LiveId" clId="{049A3222-CDBA-4E39-B7BD-CAD1354B2092}" dt="2024-03-28T18:11:23.231" v="974" actId="15"/>
        <pc:sldMkLst>
          <pc:docMk/>
          <pc:sldMk cId="3302658962" sldId="322"/>
        </pc:sldMkLst>
      </pc:sldChg>
      <pc:sldChg chg="modSp add mod modAnim">
        <pc:chgData name="Tim Warner" userId="1d9b2d89684621c1" providerId="LiveId" clId="{049A3222-CDBA-4E39-B7BD-CAD1354B2092}" dt="2024-04-01T02:01:56.068" v="1384" actId="20577"/>
        <pc:sldMkLst>
          <pc:docMk/>
          <pc:sldMk cId="2760655617" sldId="323"/>
        </pc:sldMkLst>
      </pc:sldChg>
      <pc:sldChg chg="modSp add mod modAnim">
        <pc:chgData name="Tim Warner" userId="1d9b2d89684621c1" providerId="LiveId" clId="{049A3222-CDBA-4E39-B7BD-CAD1354B2092}" dt="2024-04-01T02:03:33.576" v="1389" actId="20578"/>
        <pc:sldMkLst>
          <pc:docMk/>
          <pc:sldMk cId="2319311322" sldId="324"/>
        </pc:sldMkLst>
      </pc:sldChg>
      <pc:sldChg chg="modSp add mod modAnim modNotesTx">
        <pc:chgData name="Tim Warner" userId="1d9b2d89684621c1" providerId="LiveId" clId="{049A3222-CDBA-4E39-B7BD-CAD1354B2092}" dt="2024-03-28T18:03:16.114" v="922"/>
        <pc:sldMkLst>
          <pc:docMk/>
          <pc:sldMk cId="333546607" sldId="325"/>
        </pc:sldMkLst>
      </pc:sldChg>
      <pc:sldChg chg="modSp add mod modAnim modNotesTx">
        <pc:chgData name="Tim Warner" userId="1d9b2d89684621c1" providerId="LiveId" clId="{049A3222-CDBA-4E39-B7BD-CAD1354B2092}" dt="2024-04-01T16:51:49.193" v="1591" actId="20577"/>
        <pc:sldMkLst>
          <pc:docMk/>
          <pc:sldMk cId="1466913053" sldId="326"/>
        </pc:sldMkLst>
      </pc:sldChg>
      <pc:sldChg chg="modSp add mod modAnim">
        <pc:chgData name="Tim Warner" userId="1d9b2d89684621c1" providerId="LiveId" clId="{049A3222-CDBA-4E39-B7BD-CAD1354B2092}" dt="2024-03-28T18:11:42.829" v="983" actId="113"/>
        <pc:sldMkLst>
          <pc:docMk/>
          <pc:sldMk cId="569040605" sldId="327"/>
        </pc:sldMkLst>
      </pc:sldChg>
      <pc:sldChg chg="modSp add mod modAnim">
        <pc:chgData name="Tim Warner" userId="1d9b2d89684621c1" providerId="LiveId" clId="{049A3222-CDBA-4E39-B7BD-CAD1354B2092}" dt="2024-03-28T18:12:35.586" v="991" actId="20577"/>
        <pc:sldMkLst>
          <pc:docMk/>
          <pc:sldMk cId="2754074232" sldId="328"/>
        </pc:sldMkLst>
      </pc:sldChg>
      <pc:sldChg chg="modSp add mod modAnim">
        <pc:chgData name="Tim Warner" userId="1d9b2d89684621c1" providerId="LiveId" clId="{049A3222-CDBA-4E39-B7BD-CAD1354B2092}" dt="2024-03-28T18:03:16.114" v="922"/>
        <pc:sldMkLst>
          <pc:docMk/>
          <pc:sldMk cId="2815800109" sldId="329"/>
        </pc:sldMkLst>
      </pc:sldChg>
      <pc:sldChg chg="addSp modSp add del mod modAnim">
        <pc:chgData name="Tim Warner" userId="1d9b2d89684621c1" providerId="LiveId" clId="{049A3222-CDBA-4E39-B7BD-CAD1354B2092}" dt="2024-04-01T16:56:44.008" v="1670" actId="20577"/>
        <pc:sldMkLst>
          <pc:docMk/>
          <pc:sldMk cId="2051929106" sldId="330"/>
        </pc:sldMkLst>
      </pc:sldChg>
      <pc:sldChg chg="modSp add mod modAnim">
        <pc:chgData name="Tim Warner" userId="1d9b2d89684621c1" providerId="LiveId" clId="{049A3222-CDBA-4E39-B7BD-CAD1354B2092}" dt="2024-04-01T16:48:55.531" v="1420" actId="20577"/>
        <pc:sldMkLst>
          <pc:docMk/>
          <pc:sldMk cId="3372268560" sldId="331"/>
        </pc:sldMkLst>
      </pc:sldChg>
      <pc:sldMasterChg chg="addSp modSldLayout">
        <pc:chgData name="Tim Warner" userId="1d9b2d89684621c1" providerId="LiveId" clId="{049A3222-CDBA-4E39-B7BD-CAD1354B2092}" dt="2024-03-28T18:01:37.789" v="919"/>
        <pc:sldMasterMkLst>
          <pc:docMk/>
          <pc:sldMasterMk cId="3561493546" sldId="2147483666"/>
        </pc:sldMasterMkLst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025742477" sldId="2147483667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76551598" sldId="2147483668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684873760" sldId="2147483669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3153504984" sldId="2147483670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151734571" sldId="2147483671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76703820" sldId="2147483672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425080240" sldId="2147483673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395301852" sldId="2147483674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46116765" sldId="214748367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2:01.089" v="920"/>
        <pc:sldMasterMkLst>
          <pc:docMk/>
          <pc:sldMasterMk cId="1213487532" sldId="2147483676"/>
        </pc:sldMasterMkLst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201298863" sldId="2147483677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835686182" sldId="2147483678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974189448" sldId="2147483679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002776102" sldId="2147483680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123423124" sldId="2147483681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1563496081" sldId="2147483682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1234905106" sldId="2147483683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533376440" sldId="2147483684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2581220670" sldId="214748368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2:52.272" v="921"/>
        <pc:sldMasterMkLst>
          <pc:docMk/>
          <pc:sldMasterMk cId="1891518489" sldId="2147483686"/>
        </pc:sldMasterMkLst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1853577793" sldId="2147483687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87866842" sldId="2147483688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35833829" sldId="2147483689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2721234625" sldId="2147483690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271201559" sldId="2147483691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3099102027" sldId="2147483692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3922228819" sldId="2147483693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172994892" sldId="2147483694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1880789326" sldId="214748369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3:16.114" v="922"/>
        <pc:sldMasterMkLst>
          <pc:docMk/>
          <pc:sldMasterMk cId="2798786579" sldId="2147483696"/>
        </pc:sldMasterMkLst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264481297" sldId="2147483697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2385385372" sldId="2147483698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948486234" sldId="2147483699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044878592" sldId="2147483700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463076090" sldId="2147483701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604207005" sldId="2147483702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1728566151" sldId="2147483703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579316738" sldId="2147483704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1820708096" sldId="2147483705"/>
          </pc:sldLayoutMkLst>
        </pc:sldLayoutChg>
      </pc:sldMasterChg>
    </pc:docChg>
  </pc:docChgLst>
  <pc:docChgLst>
    <pc:chgData name="Tim Warner" userId="1d9b2d89684621c1" providerId="LiveId" clId="{9EE537F5-4492-46A9-8A6E-F6D0D797EC45}"/>
    <pc:docChg chg="undo redo custSel addSld delSld modSld sldOrd">
      <pc:chgData name="Tim Warner" userId="1d9b2d89684621c1" providerId="LiveId" clId="{9EE537F5-4492-46A9-8A6E-F6D0D797EC45}" dt="2023-12-18T22:23:52.550" v="1866" actId="1076"/>
      <pc:docMkLst>
        <pc:docMk/>
      </pc:docMkLst>
      <pc:sldChg chg="del">
        <pc:chgData name="Tim Warner" userId="1d9b2d89684621c1" providerId="LiveId" clId="{9EE537F5-4492-46A9-8A6E-F6D0D797EC45}" dt="2023-12-07T13:21:45.177" v="15" actId="47"/>
        <pc:sldMkLst>
          <pc:docMk/>
          <pc:sldMk cId="1359141524" sldId="269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1132663081" sldId="280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3198364927" sldId="281"/>
        </pc:sldMkLst>
      </pc:sldChg>
      <pc:sldChg chg="del">
        <pc:chgData name="Tim Warner" userId="1d9b2d89684621c1" providerId="LiveId" clId="{9EE537F5-4492-46A9-8A6E-F6D0D797EC45}" dt="2023-12-07T13:26:14.928" v="85" actId="47"/>
        <pc:sldMkLst>
          <pc:docMk/>
          <pc:sldMk cId="3782181354" sldId="283"/>
        </pc:sldMkLst>
      </pc:sldChg>
      <pc:sldChg chg="del">
        <pc:chgData name="Tim Warner" userId="1d9b2d89684621c1" providerId="LiveId" clId="{9EE537F5-4492-46A9-8A6E-F6D0D797EC45}" dt="2023-12-07T13:21:58.595" v="16" actId="47"/>
        <pc:sldMkLst>
          <pc:docMk/>
          <pc:sldMk cId="2081080801" sldId="284"/>
        </pc:sldMkLst>
      </pc:sldChg>
      <pc:sldChg chg="del">
        <pc:chgData name="Tim Warner" userId="1d9b2d89684621c1" providerId="LiveId" clId="{9EE537F5-4492-46A9-8A6E-F6D0D797EC45}" dt="2023-12-07T13:21:58.595" v="16" actId="47"/>
        <pc:sldMkLst>
          <pc:docMk/>
          <pc:sldMk cId="2282038944" sldId="285"/>
        </pc:sldMkLst>
      </pc:sldChg>
      <pc:sldChg chg="modSp mod ord">
        <pc:chgData name="Tim Warner" userId="1d9b2d89684621c1" providerId="LiveId" clId="{9EE537F5-4492-46A9-8A6E-F6D0D797EC45}" dt="2023-12-11T15:13:43.547" v="1305" actId="20577"/>
        <pc:sldMkLst>
          <pc:docMk/>
          <pc:sldMk cId="921485155" sldId="286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558020541" sldId="287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3445464586" sldId="288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2882273727" sldId="289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811801111" sldId="290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2200105640" sldId="291"/>
        </pc:sldMkLst>
      </pc:sldChg>
      <pc:sldChg chg="addSp delSp modSp add mod">
        <pc:chgData name="Tim Warner" userId="1d9b2d89684621c1" providerId="LiveId" clId="{9EE537F5-4492-46A9-8A6E-F6D0D797EC45}" dt="2023-12-07T13:25:58.818" v="84" actId="1076"/>
        <pc:sldMkLst>
          <pc:docMk/>
          <pc:sldMk cId="2539485740" sldId="292"/>
        </pc:sldMkLst>
      </pc:sldChg>
      <pc:sldChg chg="modSp add mod">
        <pc:chgData name="Tim Warner" userId="1d9b2d89684621c1" providerId="LiveId" clId="{9EE537F5-4492-46A9-8A6E-F6D0D797EC45}" dt="2023-12-07T13:23:54.908" v="63" actId="1076"/>
        <pc:sldMkLst>
          <pc:docMk/>
          <pc:sldMk cId="486668636" sldId="293"/>
        </pc:sldMkLst>
      </pc:sldChg>
      <pc:sldChg chg="modSp add mod">
        <pc:chgData name="Tim Warner" userId="1d9b2d89684621c1" providerId="LiveId" clId="{9EE537F5-4492-46A9-8A6E-F6D0D797EC45}" dt="2023-12-07T13:27:44.664" v="168" actId="20577"/>
        <pc:sldMkLst>
          <pc:docMk/>
          <pc:sldMk cId="4076051784" sldId="294"/>
        </pc:sldMkLst>
      </pc:sldChg>
      <pc:sldChg chg="addSp delSp modSp add mod">
        <pc:chgData name="Tim Warner" userId="1d9b2d89684621c1" providerId="LiveId" clId="{9EE537F5-4492-46A9-8A6E-F6D0D797EC45}" dt="2023-12-18T22:20:45.573" v="1760" actId="478"/>
        <pc:sldMkLst>
          <pc:docMk/>
          <pc:sldMk cId="3012217069" sldId="295"/>
        </pc:sldMkLst>
      </pc:sldChg>
      <pc:sldChg chg="modSp add mod">
        <pc:chgData name="Tim Warner" userId="1d9b2d89684621c1" providerId="LiveId" clId="{9EE537F5-4492-46A9-8A6E-F6D0D797EC45}" dt="2023-12-07T13:28:03.071" v="189" actId="20577"/>
        <pc:sldMkLst>
          <pc:docMk/>
          <pc:sldMk cId="3233535526" sldId="296"/>
        </pc:sldMkLst>
      </pc:sldChg>
      <pc:sldChg chg="addSp delSp modSp add mod">
        <pc:chgData name="Tim Warner" userId="1d9b2d89684621c1" providerId="LiveId" clId="{9EE537F5-4492-46A9-8A6E-F6D0D797EC45}" dt="2023-12-18T22:21:16.795" v="1766" actId="21"/>
        <pc:sldMkLst>
          <pc:docMk/>
          <pc:sldMk cId="432470322" sldId="297"/>
        </pc:sldMkLst>
      </pc:sldChg>
      <pc:sldChg chg="modSp add mod">
        <pc:chgData name="Tim Warner" userId="1d9b2d89684621c1" providerId="LiveId" clId="{9EE537F5-4492-46A9-8A6E-F6D0D797EC45}" dt="2023-12-07T13:28:16.186" v="208" actId="20577"/>
        <pc:sldMkLst>
          <pc:docMk/>
          <pc:sldMk cId="377717918" sldId="298"/>
        </pc:sldMkLst>
      </pc:sldChg>
      <pc:sldChg chg="addSp delSp modSp add mod">
        <pc:chgData name="Tim Warner" userId="1d9b2d89684621c1" providerId="LiveId" clId="{9EE537F5-4492-46A9-8A6E-F6D0D797EC45}" dt="2023-12-18T22:22:27.623" v="1855" actId="478"/>
        <pc:sldMkLst>
          <pc:docMk/>
          <pc:sldMk cId="1440321308" sldId="299"/>
        </pc:sldMkLst>
      </pc:sldChg>
      <pc:sldChg chg="modSp add mod">
        <pc:chgData name="Tim Warner" userId="1d9b2d89684621c1" providerId="LiveId" clId="{9EE537F5-4492-46A9-8A6E-F6D0D797EC45}" dt="2023-12-07T13:28:32.755" v="210" actId="1076"/>
        <pc:sldMkLst>
          <pc:docMk/>
          <pc:sldMk cId="490186796" sldId="300"/>
        </pc:sldMkLst>
      </pc:sldChg>
      <pc:sldChg chg="addSp delSp modSp add mod">
        <pc:chgData name="Tim Warner" userId="1d9b2d89684621c1" providerId="LiveId" clId="{9EE537F5-4492-46A9-8A6E-F6D0D797EC45}" dt="2023-12-18T22:23:25.095" v="1862" actId="113"/>
        <pc:sldMkLst>
          <pc:docMk/>
          <pc:sldMk cId="2614713382" sldId="301"/>
        </pc:sldMkLst>
      </pc:sldChg>
      <pc:sldChg chg="addSp delSp modSp new mod modClrScheme chgLayout">
        <pc:chgData name="Tim Warner" userId="1d9b2d89684621c1" providerId="LiveId" clId="{9EE537F5-4492-46A9-8A6E-F6D0D797EC45}" dt="2023-12-11T15:16:57.417" v="1611" actId="20577"/>
        <pc:sldMkLst>
          <pc:docMk/>
          <pc:sldMk cId="378133628" sldId="302"/>
        </pc:sldMkLst>
      </pc:sldChg>
      <pc:sldChg chg="addSp delSp modSp new mod chgLayout">
        <pc:chgData name="Tim Warner" userId="1d9b2d89684621c1" providerId="LiveId" clId="{9EE537F5-4492-46A9-8A6E-F6D0D797EC45}" dt="2023-12-07T13:31:06.281" v="338" actId="1076"/>
        <pc:sldMkLst>
          <pc:docMk/>
          <pc:sldMk cId="3662525184" sldId="303"/>
        </pc:sldMkLst>
      </pc:sldChg>
      <pc:sldChg chg="modSp add mod modCm">
        <pc:chgData name="Tim Warner" userId="1d9b2d89684621c1" providerId="LiveId" clId="{9EE537F5-4492-46A9-8A6E-F6D0D797EC45}" dt="2023-12-13T19:36:36.209" v="1697" actId="20577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Tim Warner" userId="1d9b2d89684621c1" providerId="LiveId" clId="{9EE537F5-4492-46A9-8A6E-F6D0D797EC45}" dt="2023-12-13T19:35:32.612" v="1627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  <pc226:cmRplyChg chg="add">
                <pc226:chgData name="Tim Warner" userId="1d9b2d89684621c1" providerId="LiveId" clId="{9EE537F5-4492-46A9-8A6E-F6D0D797EC45}" dt="2023-12-13T19:35:32.612" v="1627"/>
                <pc2:cmRplyMkLst xmlns:pc2="http://schemas.microsoft.com/office/powerpoint/2019/9/main/command">
                  <pc:docMk/>
                  <pc:sldMk cId="2507876813" sldId="304"/>
                  <pc2:cmMk id="{F9DC116C-7B99-44B4-A066-B9294A445BBE}"/>
                  <pc2:cmRplyMk id="{9754AD91-19EA-46C3-B507-59D99BC37D7D}"/>
                </pc2:cmRplyMkLst>
              </pc226:cmRplyChg>
            </pc226:cmChg>
          </p:ext>
        </pc:extLst>
      </pc:sldChg>
      <pc:sldChg chg="modSp add mod">
        <pc:chgData name="Tim Warner" userId="1d9b2d89684621c1" providerId="LiveId" clId="{9EE537F5-4492-46A9-8A6E-F6D0D797EC45}" dt="2023-12-11T14:47:29.823" v="444"/>
        <pc:sldMkLst>
          <pc:docMk/>
          <pc:sldMk cId="890312440" sldId="305"/>
        </pc:sldMkLst>
      </pc:sldChg>
      <pc:sldChg chg="addSp delSp modSp new mod">
        <pc:chgData name="Tim Warner" userId="1d9b2d89684621c1" providerId="LiveId" clId="{9EE537F5-4492-46A9-8A6E-F6D0D797EC45}" dt="2023-12-18T22:16:04.766" v="1731" actId="478"/>
        <pc:sldMkLst>
          <pc:docMk/>
          <pc:sldMk cId="1865509328" sldId="306"/>
        </pc:sldMkLst>
      </pc:sldChg>
      <pc:sldChg chg="modSp add mod">
        <pc:chgData name="Tim Warner" userId="1d9b2d89684621c1" providerId="LiveId" clId="{9EE537F5-4492-46A9-8A6E-F6D0D797EC45}" dt="2023-12-11T14:53:27.583" v="766" actId="20577"/>
        <pc:sldMkLst>
          <pc:docMk/>
          <pc:sldMk cId="1134760516" sldId="307"/>
        </pc:sldMkLst>
      </pc:sldChg>
      <pc:sldChg chg="delSp modSp add mod">
        <pc:chgData name="Tim Warner" userId="1d9b2d89684621c1" providerId="LiveId" clId="{9EE537F5-4492-46A9-8A6E-F6D0D797EC45}" dt="2023-12-18T22:16:01.822" v="1730" actId="20577"/>
        <pc:sldMkLst>
          <pc:docMk/>
          <pc:sldMk cId="2977991168" sldId="308"/>
        </pc:sldMkLst>
      </pc:sldChg>
      <pc:sldChg chg="delSp modSp add mod">
        <pc:chgData name="Tim Warner" userId="1d9b2d89684621c1" providerId="LiveId" clId="{9EE537F5-4492-46A9-8A6E-F6D0D797EC45}" dt="2023-12-18T22:20:35.543" v="1759" actId="20577"/>
        <pc:sldMkLst>
          <pc:docMk/>
          <pc:sldMk cId="656300170" sldId="309"/>
        </pc:sldMkLst>
      </pc:sldChg>
      <pc:sldChg chg="addSp delSp modSp add mod">
        <pc:chgData name="Tim Warner" userId="1d9b2d89684621c1" providerId="LiveId" clId="{9EE537F5-4492-46A9-8A6E-F6D0D797EC45}" dt="2023-12-18T22:21:38.707" v="1793" actId="478"/>
        <pc:sldMkLst>
          <pc:docMk/>
          <pc:sldMk cId="3223982532" sldId="310"/>
        </pc:sldMkLst>
      </pc:sldChg>
      <pc:sldChg chg="addSp delSp modSp add mod">
        <pc:chgData name="Tim Warner" userId="1d9b2d89684621c1" providerId="LiveId" clId="{9EE537F5-4492-46A9-8A6E-F6D0D797EC45}" dt="2023-12-18T22:22:24.694" v="1854" actId="478"/>
        <pc:sldMkLst>
          <pc:docMk/>
          <pc:sldMk cId="157688393" sldId="311"/>
        </pc:sldMkLst>
      </pc:sldChg>
      <pc:sldChg chg="modSp add mod">
        <pc:chgData name="Tim Warner" userId="1d9b2d89684621c1" providerId="LiveId" clId="{9EE537F5-4492-46A9-8A6E-F6D0D797EC45}" dt="2023-12-18T22:23:52.550" v="1866" actId="1076"/>
        <pc:sldMkLst>
          <pc:docMk/>
          <pc:sldMk cId="314385709" sldId="312"/>
        </pc:sldMkLst>
      </pc:sldChg>
      <pc:sldChg chg="add del">
        <pc:chgData name="Tim Warner" userId="1d9b2d89684621c1" providerId="LiveId" clId="{9EE537F5-4492-46A9-8A6E-F6D0D797EC45}" dt="2023-12-07T13:21:45.177" v="15" actId="47"/>
        <pc:sldMkLst>
          <pc:docMk/>
          <pc:sldMk cId="3301194106" sldId="779"/>
        </pc:sldMkLst>
      </pc:sldChg>
    </pc:docChg>
  </pc:docChgLst>
  <pc:docChgLst>
    <pc:chgData name="Tim Warner" userId="1d9b2d89684621c1" providerId="LiveId" clId="{D0B44B65-70BF-4519-8E4C-BDC5735B7FF3}"/>
    <pc:docChg chg="custSel addSld delSld modSld">
      <pc:chgData name="Tim Warner" userId="1d9b2d89684621c1" providerId="LiveId" clId="{D0B44B65-70BF-4519-8E4C-BDC5735B7FF3}" dt="2025-06-24T20:30:42.639" v="74"/>
      <pc:docMkLst>
        <pc:docMk/>
      </pc:docMkLst>
      <pc:sldChg chg="delSp modSp mod">
        <pc:chgData name="Tim Warner" userId="1d9b2d89684621c1" providerId="LiveId" clId="{D0B44B65-70BF-4519-8E4C-BDC5735B7FF3}" dt="2025-06-24T20:29:59.974" v="68" actId="1076"/>
        <pc:sldMkLst>
          <pc:docMk/>
          <pc:sldMk cId="2539485740" sldId="292"/>
        </pc:sldMkLst>
      </pc:sldChg>
      <pc:sldChg chg="modSp mod">
        <pc:chgData name="Tim Warner" userId="1d9b2d89684621c1" providerId="LiveId" clId="{D0B44B65-70BF-4519-8E4C-BDC5735B7FF3}" dt="2025-06-24T20:30:05.101" v="69"/>
        <pc:sldMkLst>
          <pc:docMk/>
          <pc:sldMk cId="486668636" sldId="293"/>
        </pc:sldMkLst>
      </pc:sldChg>
      <pc:sldChg chg="modSp mod">
        <pc:chgData name="Tim Warner" userId="1d9b2d89684621c1" providerId="LiveId" clId="{D0B44B65-70BF-4519-8E4C-BDC5735B7FF3}" dt="2025-06-24T20:16:51.778" v="1" actId="14100"/>
        <pc:sldMkLst>
          <pc:docMk/>
          <pc:sldMk cId="3662525184" sldId="303"/>
        </pc:sldMkLst>
      </pc:sldChg>
      <pc:sldChg chg="modSp add mod">
        <pc:chgData name="Tim Warner" userId="1d9b2d89684621c1" providerId="LiveId" clId="{D0B44B65-70BF-4519-8E4C-BDC5735B7FF3}" dt="2025-06-24T20:30:13.057" v="70"/>
        <pc:sldMkLst>
          <pc:docMk/>
          <pc:sldMk cId="1829040019" sldId="343"/>
        </pc:sldMkLst>
      </pc:sldChg>
      <pc:sldChg chg="del">
        <pc:chgData name="Tim Warner" userId="1d9b2d89684621c1" providerId="LiveId" clId="{D0B44B65-70BF-4519-8E4C-BDC5735B7FF3}" dt="2025-06-24T20:29:42.719" v="60" actId="47"/>
        <pc:sldMkLst>
          <pc:docMk/>
          <pc:sldMk cId="3522158024" sldId="343"/>
        </pc:sldMkLst>
      </pc:sldChg>
      <pc:sldChg chg="modSp add mod">
        <pc:chgData name="Tim Warner" userId="1d9b2d89684621c1" providerId="LiveId" clId="{D0B44B65-70BF-4519-8E4C-BDC5735B7FF3}" dt="2025-06-24T20:30:35.492" v="73"/>
        <pc:sldMkLst>
          <pc:docMk/>
          <pc:sldMk cId="1558763963" sldId="344"/>
        </pc:sldMkLst>
      </pc:sldChg>
      <pc:sldChg chg="del">
        <pc:chgData name="Tim Warner" userId="1d9b2d89684621c1" providerId="LiveId" clId="{D0B44B65-70BF-4519-8E4C-BDC5735B7FF3}" dt="2025-06-24T20:29:42.719" v="60" actId="47"/>
        <pc:sldMkLst>
          <pc:docMk/>
          <pc:sldMk cId="2930118785" sldId="344"/>
        </pc:sldMkLst>
      </pc:sldChg>
      <pc:sldChg chg="modSp add mod">
        <pc:chgData name="Tim Warner" userId="1d9b2d89684621c1" providerId="LiveId" clId="{D0B44B65-70BF-4519-8E4C-BDC5735B7FF3}" dt="2025-06-24T20:30:42.639" v="74"/>
        <pc:sldMkLst>
          <pc:docMk/>
          <pc:sldMk cId="4156641597" sldId="345"/>
        </pc:sldMkLst>
      </pc:sldChg>
      <pc:sldChg chg="modSp add mod">
        <pc:chgData name="Tim Warner" userId="1d9b2d89684621c1" providerId="LiveId" clId="{D0B44B65-70BF-4519-8E4C-BDC5735B7FF3}" dt="2025-06-24T20:30:20.473" v="71"/>
        <pc:sldMkLst>
          <pc:docMk/>
          <pc:sldMk cId="947907938" sldId="346"/>
        </pc:sldMkLst>
      </pc:sldChg>
      <pc:sldChg chg="modSp add mod">
        <pc:chgData name="Tim Warner" userId="1d9b2d89684621c1" providerId="LiveId" clId="{D0B44B65-70BF-4519-8E4C-BDC5735B7FF3}" dt="2025-06-24T20:30:27.393" v="72"/>
        <pc:sldMkLst>
          <pc:docMk/>
          <pc:sldMk cId="3422763557" sldId="347"/>
        </pc:sldMkLst>
      </pc:sldChg>
    </pc:docChg>
  </pc:docChgLst>
  <pc:docChgLst>
    <pc:chgData name="Tim Warner" userId="1d9b2d89684621c1" providerId="LiveId" clId="{9C1AC220-CD93-46E4-823F-E96AD2EFE762}"/>
    <pc:docChg chg="custSel delSld modSld">
      <pc:chgData name="Tim Warner" userId="1d9b2d89684621c1" providerId="LiveId" clId="{9C1AC220-CD93-46E4-823F-E96AD2EFE762}" dt="2025-09-25T17:07:15.251" v="57" actId="2696"/>
      <pc:docMkLst>
        <pc:docMk/>
      </pc:docMkLst>
      <pc:sldChg chg="modNotesTx">
        <pc:chgData name="Tim Warner" userId="1d9b2d89684621c1" providerId="LiveId" clId="{9C1AC220-CD93-46E4-823F-E96AD2EFE762}" dt="2025-09-22T17:27:36.937" v="27" actId="20577"/>
        <pc:sldMkLst>
          <pc:docMk/>
          <pc:sldMk cId="4092314469" sldId="331"/>
        </pc:sldMkLst>
      </pc:sldChg>
      <pc:sldChg chg="del">
        <pc:chgData name="Tim Warner" userId="1d9b2d89684621c1" providerId="LiveId" clId="{9C1AC220-CD93-46E4-823F-E96AD2EFE762}" dt="2025-09-25T17:07:15.251" v="57" actId="2696"/>
        <pc:sldMkLst>
          <pc:docMk/>
          <pc:sldMk cId="4080705565" sldId="342"/>
        </pc:sldMkLst>
      </pc:sldChg>
      <pc:sldChg chg="modNotesTx">
        <pc:chgData name="Tim Warner" userId="1d9b2d89684621c1" providerId="LiveId" clId="{9C1AC220-CD93-46E4-823F-E96AD2EFE762}" dt="2025-09-22T17:25:43.418" v="8" actId="20577"/>
        <pc:sldMkLst>
          <pc:docMk/>
          <pc:sldMk cId="1938906722" sldId="350"/>
        </pc:sldMkLst>
      </pc:sldChg>
      <pc:sldChg chg="modNotesTx">
        <pc:chgData name="Tim Warner" userId="1d9b2d89684621c1" providerId="LiveId" clId="{9C1AC220-CD93-46E4-823F-E96AD2EFE762}" dt="2025-09-22T17:30:52.200" v="56" actId="20577"/>
        <pc:sldMkLst>
          <pc:docMk/>
          <pc:sldMk cId="2457258729" sldId="351"/>
        </pc:sldMkLst>
      </pc:sldChg>
      <pc:sldChg chg="modNotesTx">
        <pc:chgData name="Tim Warner" userId="1d9b2d89684621c1" providerId="LiveId" clId="{9C1AC220-CD93-46E4-823F-E96AD2EFE762}" dt="2025-09-22T17:29:25.241" v="34" actId="20577"/>
        <pc:sldMkLst>
          <pc:docMk/>
          <pc:sldMk cId="2962944304" sldId="352"/>
        </pc:sldMkLst>
      </pc:sldChg>
      <pc:sldChg chg="modNotesTx">
        <pc:chgData name="Tim Warner" userId="1d9b2d89684621c1" providerId="LiveId" clId="{9C1AC220-CD93-46E4-823F-E96AD2EFE762}" dt="2025-09-22T17:27:01.482" v="17" actId="20577"/>
        <pc:sldMkLst>
          <pc:docMk/>
          <pc:sldMk cId="122406803" sldId="353"/>
        </pc:sldMkLst>
      </pc:sldChg>
      <pc:sldChg chg="modNotesTx">
        <pc:chgData name="Tim Warner" userId="1d9b2d89684621c1" providerId="LiveId" clId="{9C1AC220-CD93-46E4-823F-E96AD2EFE762}" dt="2025-09-22T17:27:21.873" v="22" actId="20577"/>
        <pc:sldMkLst>
          <pc:docMk/>
          <pc:sldMk cId="4142351221" sldId="354"/>
        </pc:sldMkLst>
      </pc:sldChg>
    </pc:docChg>
  </pc:docChgLst>
  <pc:docChgLst>
    <pc:chgData name="Tim Warner" userId="1d9b2d89684621c1" providerId="LiveId" clId="{13C86196-82E3-4E3F-B353-B46AFAE71823}"/>
    <pc:docChg chg="addSld modSld">
      <pc:chgData name="Tim Warner" userId="1d9b2d89684621c1" providerId="LiveId" clId="{13C86196-82E3-4E3F-B353-B46AFAE71823}" dt="2025-08-22T15:34:12.990" v="262" actId="20577"/>
      <pc:docMkLst>
        <pc:docMk/>
      </pc:docMkLst>
      <pc:sldChg chg="modSp mod">
        <pc:chgData name="Tim Warner" userId="1d9b2d89684621c1" providerId="LiveId" clId="{13C86196-82E3-4E3F-B353-B46AFAE71823}" dt="2025-08-21T16:40:31.393" v="5" actId="1076"/>
        <pc:sldMkLst>
          <pc:docMk/>
          <pc:sldMk cId="2539485740" sldId="292"/>
        </pc:sldMkLst>
      </pc:sldChg>
      <pc:sldChg chg="modSp mod">
        <pc:chgData name="Tim Warner" userId="1d9b2d89684621c1" providerId="LiveId" clId="{13C86196-82E3-4E3F-B353-B46AFAE71823}" dt="2025-08-21T16:40:42.596" v="8" actId="20577"/>
        <pc:sldMkLst>
          <pc:docMk/>
          <pc:sldMk cId="486668636" sldId="293"/>
        </pc:sldMkLst>
      </pc:sldChg>
      <pc:sldChg chg="modSp mod modAnim">
        <pc:chgData name="Tim Warner" userId="1d9b2d89684621c1" providerId="LiveId" clId="{13C86196-82E3-4E3F-B353-B46AFAE71823}" dt="2025-08-22T15:34:12.990" v="262" actId="20577"/>
        <pc:sldMkLst>
          <pc:docMk/>
          <pc:sldMk cId="4092314469" sldId="331"/>
        </pc:sldMkLst>
      </pc:sldChg>
      <pc:sldChg chg="modSp mod">
        <pc:chgData name="Tim Warner" userId="1d9b2d89684621c1" providerId="LiveId" clId="{13C86196-82E3-4E3F-B353-B46AFAE71823}" dt="2025-08-21T16:40:49.286" v="9" actId="20577"/>
        <pc:sldMkLst>
          <pc:docMk/>
          <pc:sldMk cId="1829040019" sldId="343"/>
        </pc:sldMkLst>
      </pc:sldChg>
      <pc:sldChg chg="modSp mod">
        <pc:chgData name="Tim Warner" userId="1d9b2d89684621c1" providerId="LiveId" clId="{13C86196-82E3-4E3F-B353-B46AFAE71823}" dt="2025-08-21T16:40:52.396" v="10" actId="20577"/>
        <pc:sldMkLst>
          <pc:docMk/>
          <pc:sldMk cId="947907938" sldId="346"/>
        </pc:sldMkLst>
      </pc:sldChg>
      <pc:sldChg chg="modSp mod">
        <pc:chgData name="Tim Warner" userId="1d9b2d89684621c1" providerId="LiveId" clId="{13C86196-82E3-4E3F-B353-B46AFAE71823}" dt="2025-08-21T16:40:55.755" v="11" actId="20577"/>
        <pc:sldMkLst>
          <pc:docMk/>
          <pc:sldMk cId="914007193" sldId="347"/>
        </pc:sldMkLst>
      </pc:sldChg>
      <pc:sldChg chg="modSp mod">
        <pc:chgData name="Tim Warner" userId="1d9b2d89684621c1" providerId="LiveId" clId="{13C86196-82E3-4E3F-B353-B46AFAE71823}" dt="2025-08-21T16:40:59.363" v="12" actId="20577"/>
        <pc:sldMkLst>
          <pc:docMk/>
          <pc:sldMk cId="1161106545" sldId="348"/>
        </pc:sldMkLst>
      </pc:sldChg>
      <pc:sldChg chg="modSp add mod">
        <pc:chgData name="Tim Warner" userId="1d9b2d89684621c1" providerId="LiveId" clId="{13C86196-82E3-4E3F-B353-B46AFAE71823}" dt="2025-08-21T16:40:38.452" v="7"/>
        <pc:sldMkLst>
          <pc:docMk/>
          <pc:sldMk cId="1912968749" sldId="349"/>
        </pc:sldMkLst>
      </pc:sldChg>
      <pc:sldChg chg="modSp add mod modAnim">
        <pc:chgData name="Tim Warner" userId="1d9b2d89684621c1" providerId="LiveId" clId="{13C86196-82E3-4E3F-B353-B46AFAE71823}" dt="2025-08-22T15:31:23.798" v="69" actId="20577"/>
        <pc:sldMkLst>
          <pc:docMk/>
          <pc:sldMk cId="1938906722" sldId="350"/>
        </pc:sldMkLst>
      </pc:sldChg>
      <pc:sldChg chg="modSp add mod modAnim">
        <pc:chgData name="Tim Warner" userId="1d9b2d89684621c1" providerId="LiveId" clId="{13C86196-82E3-4E3F-B353-B46AFAE71823}" dt="2025-08-22T15:32:01.624" v="77" actId="20577"/>
        <pc:sldMkLst>
          <pc:docMk/>
          <pc:sldMk cId="2457258729" sldId="351"/>
        </pc:sldMkLst>
      </pc:sldChg>
      <pc:sldChg chg="modSp add mod modAnim">
        <pc:chgData name="Tim Warner" userId="1d9b2d89684621c1" providerId="LiveId" clId="{13C86196-82E3-4E3F-B353-B46AFAE71823}" dt="2025-08-22T15:32:34.175" v="126" actId="20577"/>
        <pc:sldMkLst>
          <pc:docMk/>
          <pc:sldMk cId="2962944304" sldId="352"/>
        </pc:sldMkLst>
      </pc:sldChg>
      <pc:sldChg chg="modSp add mod modAnim">
        <pc:chgData name="Tim Warner" userId="1d9b2d89684621c1" providerId="LiveId" clId="{13C86196-82E3-4E3F-B353-B46AFAE71823}" dt="2025-08-22T15:33:11.718" v="210" actId="20577"/>
        <pc:sldMkLst>
          <pc:docMk/>
          <pc:sldMk cId="122406803" sldId="353"/>
        </pc:sldMkLst>
      </pc:sldChg>
      <pc:sldChg chg="modSp add mod modAnim">
        <pc:chgData name="Tim Warner" userId="1d9b2d89684621c1" providerId="LiveId" clId="{13C86196-82E3-4E3F-B353-B46AFAE71823}" dt="2025-08-22T15:33:43.518" v="218" actId="20577"/>
        <pc:sldMkLst>
          <pc:docMk/>
          <pc:sldMk cId="4142351221" sldId="354"/>
        </pc:sldMkLst>
      </pc:sldChg>
    </pc:docChg>
  </pc:docChgLst>
  <pc:docChgLst>
    <pc:chgData name="Tim Warner" userId="1d9b2d89684621c1" providerId="LiveId" clId="{714D1BBA-1A26-4734-9F47-2E733DD8EF17}"/>
    <pc:docChg chg="modSld">
      <pc:chgData name="Tim Warner" userId="1d9b2d89684621c1" providerId="LiveId" clId="{714D1BBA-1A26-4734-9F47-2E733DD8EF17}" dt="2025-06-24T20:50:19.480" v="62"/>
      <pc:docMkLst>
        <pc:docMk/>
      </pc:docMkLst>
      <pc:sldChg chg="modSp mod">
        <pc:chgData name="Tim Warner" userId="1d9b2d89684621c1" providerId="LiveId" clId="{714D1BBA-1A26-4734-9F47-2E733DD8EF17}" dt="2025-06-24T20:49:40.418" v="57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714D1BBA-1A26-4734-9F47-2E733DD8EF17}" dt="2025-06-24T20:49:49.862" v="58"/>
        <pc:sldMkLst>
          <pc:docMk/>
          <pc:sldMk cId="486668636" sldId="293"/>
        </pc:sldMkLst>
      </pc:sldChg>
      <pc:sldChg chg="modSp mod">
        <pc:chgData name="Tim Warner" userId="1d9b2d89684621c1" providerId="LiveId" clId="{714D1BBA-1A26-4734-9F47-2E733DD8EF17}" dt="2025-06-24T20:49:57.282" v="59"/>
        <pc:sldMkLst>
          <pc:docMk/>
          <pc:sldMk cId="1829040019" sldId="343"/>
        </pc:sldMkLst>
      </pc:sldChg>
      <pc:sldChg chg="modSp mod">
        <pc:chgData name="Tim Warner" userId="1d9b2d89684621c1" providerId="LiveId" clId="{714D1BBA-1A26-4734-9F47-2E733DD8EF17}" dt="2025-06-24T20:50:04.324" v="60"/>
        <pc:sldMkLst>
          <pc:docMk/>
          <pc:sldMk cId="947907938" sldId="346"/>
        </pc:sldMkLst>
      </pc:sldChg>
      <pc:sldChg chg="modSp mod">
        <pc:chgData name="Tim Warner" userId="1d9b2d89684621c1" providerId="LiveId" clId="{714D1BBA-1A26-4734-9F47-2E733DD8EF17}" dt="2025-06-24T20:50:12.538" v="61"/>
        <pc:sldMkLst>
          <pc:docMk/>
          <pc:sldMk cId="914007193" sldId="347"/>
        </pc:sldMkLst>
      </pc:sldChg>
      <pc:sldChg chg="modSp mod">
        <pc:chgData name="Tim Warner" userId="1d9b2d89684621c1" providerId="LiveId" clId="{714D1BBA-1A26-4734-9F47-2E733DD8EF17}" dt="2025-06-24T20:50:19.480" v="62"/>
        <pc:sldMkLst>
          <pc:docMk/>
          <pc:sldMk cId="1161106545" sldId="348"/>
        </pc:sldMkLst>
      </pc:sldChg>
    </pc:docChg>
  </pc:docChgLst>
  <pc:docChgLst>
    <pc:chgData name="Tim Warner" userId="1d9b2d89684621c1" providerId="LiveId" clId="{CADB1D46-7252-45D7-9D19-151817DC0A18}"/>
    <pc:docChg chg="custSel addSld delSld modSld sldOrd">
      <pc:chgData name="Tim Warner" userId="1d9b2d89684621c1" providerId="LiveId" clId="{CADB1D46-7252-45D7-9D19-151817DC0A18}" dt="2025-06-21T15:14:02.879" v="325" actId="20577"/>
      <pc:docMkLst>
        <pc:docMk/>
      </pc:docMkLst>
      <pc:sldChg chg="addSp delSp modSp mod modNotesTx">
        <pc:chgData name="Tim Warner" userId="1d9b2d89684621c1" providerId="LiveId" clId="{CADB1D46-7252-45D7-9D19-151817DC0A18}" dt="2025-06-21T15:13:06.135" v="318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CADB1D46-7252-45D7-9D19-151817DC0A18}" dt="2025-06-21T15:13:28.197" v="321"/>
        <pc:sldMkLst>
          <pc:docMk/>
          <pc:sldMk cId="486668636" sldId="293"/>
        </pc:sldMkLst>
      </pc:sldChg>
      <pc:sldChg chg="modSp mod">
        <pc:chgData name="Tim Warner" userId="1d9b2d89684621c1" providerId="LiveId" clId="{CADB1D46-7252-45D7-9D19-151817DC0A18}" dt="2025-06-21T15:04:00.366" v="54" actId="20577"/>
        <pc:sldMkLst>
          <pc:docMk/>
          <pc:sldMk cId="3662525184" sldId="303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061264812" sldId="326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082615972" sldId="328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55801264" sldId="330"/>
        </pc:sldMkLst>
      </pc:sldChg>
      <pc:sldChg chg="modSp mod ord modAnim">
        <pc:chgData name="Tim Warner" userId="1d9b2d89684621c1" providerId="LiveId" clId="{CADB1D46-7252-45D7-9D19-151817DC0A18}" dt="2025-06-21T15:07:02.591" v="147" actId="14100"/>
        <pc:sldMkLst>
          <pc:docMk/>
          <pc:sldMk cId="4092314469" sldId="331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2913861116" sldId="332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635652136" sldId="333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777493193" sldId="334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654406668" sldId="335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056272041" sldId="336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754597853" sldId="337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80794652" sldId="338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976232242" sldId="339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040746147" sldId="340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170127553" sldId="341"/>
        </pc:sldMkLst>
      </pc:sldChg>
      <pc:sldChg chg="delSp modSp mod ord">
        <pc:chgData name="Tim Warner" userId="1d9b2d89684621c1" providerId="LiveId" clId="{CADB1D46-7252-45D7-9D19-151817DC0A18}" dt="2025-06-21T15:08:44.441" v="198" actId="1076"/>
        <pc:sldMkLst>
          <pc:docMk/>
          <pc:sldMk cId="4080705565" sldId="342"/>
        </pc:sldMkLst>
      </pc:sldChg>
      <pc:sldChg chg="modSp add mod">
        <pc:chgData name="Tim Warner" userId="1d9b2d89684621c1" providerId="LiveId" clId="{CADB1D46-7252-45D7-9D19-151817DC0A18}" dt="2025-06-21T15:14:02.879" v="325" actId="20577"/>
        <pc:sldMkLst>
          <pc:docMk/>
          <pc:sldMk cId="3522158024" sldId="343"/>
        </pc:sldMkLst>
      </pc:sldChg>
      <pc:sldChg chg="addSp delSp modSp add del mod">
        <pc:chgData name="Tim Warner" userId="1d9b2d89684621c1" providerId="LiveId" clId="{CADB1D46-7252-45D7-9D19-151817DC0A18}" dt="2025-06-21T15:12:04.409" v="215" actId="2696"/>
        <pc:sldMkLst>
          <pc:docMk/>
          <pc:sldMk cId="3523129307" sldId="343"/>
        </pc:sldMkLst>
      </pc:sldChg>
      <pc:sldChg chg="modSp add mod">
        <pc:chgData name="Tim Warner" userId="1d9b2d89684621c1" providerId="LiveId" clId="{CADB1D46-7252-45D7-9D19-151817DC0A18}" dt="2025-06-21T15:13:35.814" v="322"/>
        <pc:sldMkLst>
          <pc:docMk/>
          <pc:sldMk cId="2930118785" sldId="344"/>
        </pc:sldMkLst>
      </pc:sldChg>
    </pc:docChg>
  </pc:docChgLst>
  <pc:docChgLst>
    <pc:chgData name="Tim Warner" userId="1d9b2d89684621c1" providerId="LiveId" clId="{D3B804F1-31BB-4684-80BA-7BDCF2BE2A5E}"/>
    <pc:docChg chg="modSld">
      <pc:chgData name="Tim Warner" userId="1d9b2d89684621c1" providerId="LiveId" clId="{D3B804F1-31BB-4684-80BA-7BDCF2BE2A5E}" dt="2025-06-24T20:46:52.963" v="42"/>
      <pc:docMkLst>
        <pc:docMk/>
      </pc:docMkLst>
      <pc:sldChg chg="modSp mod">
        <pc:chgData name="Tim Warner" userId="1d9b2d89684621c1" providerId="LiveId" clId="{D3B804F1-31BB-4684-80BA-7BDCF2BE2A5E}" dt="2025-06-24T20:46:30.047" v="39" actId="14100"/>
        <pc:sldMkLst>
          <pc:docMk/>
          <pc:sldMk cId="2539485740" sldId="292"/>
        </pc:sldMkLst>
      </pc:sldChg>
      <pc:sldChg chg="modSp mod">
        <pc:chgData name="Tim Warner" userId="1d9b2d89684621c1" providerId="LiveId" clId="{D3B804F1-31BB-4684-80BA-7BDCF2BE2A5E}" dt="2025-06-24T20:46:38.978" v="40"/>
        <pc:sldMkLst>
          <pc:docMk/>
          <pc:sldMk cId="486668636" sldId="293"/>
        </pc:sldMkLst>
      </pc:sldChg>
      <pc:sldChg chg="modSp mod">
        <pc:chgData name="Tim Warner" userId="1d9b2d89684621c1" providerId="LiveId" clId="{D3B804F1-31BB-4684-80BA-7BDCF2BE2A5E}" dt="2025-06-24T20:46:46.059" v="41"/>
        <pc:sldMkLst>
          <pc:docMk/>
          <pc:sldMk cId="1829040019" sldId="343"/>
        </pc:sldMkLst>
      </pc:sldChg>
      <pc:sldChg chg="modSp mod">
        <pc:chgData name="Tim Warner" userId="1d9b2d89684621c1" providerId="LiveId" clId="{D3B804F1-31BB-4684-80BA-7BDCF2BE2A5E}" dt="2025-06-24T20:46:52.963" v="42"/>
        <pc:sldMkLst>
          <pc:docMk/>
          <pc:sldMk cId="947907938" sldId="346"/>
        </pc:sldMkLst>
      </pc:sldChg>
    </pc:docChg>
  </pc:docChgLst>
  <pc:docChgLst>
    <pc:chgData name="Tim Warner" userId="1d9b2d89684621c1" providerId="LiveId" clId="{53524EDE-485A-47DD-9453-A419D6719EBE}"/>
    <pc:docChg chg="addSld delSld modSld">
      <pc:chgData name="Tim Warner" userId="1d9b2d89684621c1" providerId="LiveId" clId="{53524EDE-485A-47DD-9453-A419D6719EBE}" dt="2024-04-10T22:18:06.398" v="115" actId="20577"/>
      <pc:docMkLst>
        <pc:docMk/>
      </pc:docMkLst>
      <pc:sldChg chg="modSp mod modAnim">
        <pc:chgData name="Tim Warner" userId="1d9b2d89684621c1" providerId="LiveId" clId="{53524EDE-485A-47DD-9453-A419D6719EBE}" dt="2024-04-10T18:02:34.574" v="7" actId="20577"/>
        <pc:sldMkLst>
          <pc:docMk/>
          <pc:sldMk cId="921485155" sldId="286"/>
        </pc:sldMkLst>
      </pc:sldChg>
      <pc:sldChg chg="modSp mod">
        <pc:chgData name="Tim Warner" userId="1d9b2d89684621c1" providerId="LiveId" clId="{53524EDE-485A-47DD-9453-A419D6719EBE}" dt="2024-04-10T21:58:37.087" v="104" actId="20577"/>
        <pc:sldMkLst>
          <pc:docMk/>
          <pc:sldMk cId="378133628" sldId="302"/>
        </pc:sldMkLst>
      </pc:sldChg>
      <pc:sldChg chg="del">
        <pc:chgData name="Tim Warner" userId="1d9b2d89684621c1" providerId="LiveId" clId="{53524EDE-485A-47DD-9453-A419D6719EBE}" dt="2024-04-10T18:23:53.330" v="94" actId="2696"/>
        <pc:sldMkLst>
          <pc:docMk/>
          <pc:sldMk cId="157688393" sldId="311"/>
        </pc:sldMkLst>
      </pc:sldChg>
      <pc:sldChg chg="modSp mod modAnim">
        <pc:chgData name="Tim Warner" userId="1d9b2d89684621c1" providerId="LiveId" clId="{53524EDE-485A-47DD-9453-A419D6719EBE}" dt="2024-04-10T18:03:09.531" v="13" actId="20577"/>
        <pc:sldMkLst>
          <pc:docMk/>
          <pc:sldMk cId="2714711897" sldId="313"/>
        </pc:sldMkLst>
      </pc:sldChg>
      <pc:sldChg chg="modSp mod modAnim">
        <pc:chgData name="Tim Warner" userId="1d9b2d89684621c1" providerId="LiveId" clId="{53524EDE-485A-47DD-9453-A419D6719EBE}" dt="2024-04-10T22:18:01.139" v="114" actId="20577"/>
        <pc:sldMkLst>
          <pc:docMk/>
          <pc:sldMk cId="3757843041" sldId="315"/>
        </pc:sldMkLst>
      </pc:sldChg>
      <pc:sldChg chg="modSp mod modAnim">
        <pc:chgData name="Tim Warner" userId="1d9b2d89684621c1" providerId="LiveId" clId="{53524EDE-485A-47DD-9453-A419D6719EBE}" dt="2024-04-10T22:18:06.398" v="115" actId="20577"/>
        <pc:sldMkLst>
          <pc:docMk/>
          <pc:sldMk cId="3196191762" sldId="317"/>
        </pc:sldMkLst>
      </pc:sldChg>
      <pc:sldChg chg="modSp mod modAnim">
        <pc:chgData name="Tim Warner" userId="1d9b2d89684621c1" providerId="LiveId" clId="{53524EDE-485A-47DD-9453-A419D6719EBE}" dt="2024-04-10T22:17:25.589" v="110" actId="20577"/>
        <pc:sldMkLst>
          <pc:docMk/>
          <pc:sldMk cId="1902191890" sldId="319"/>
        </pc:sldMkLst>
      </pc:sldChg>
      <pc:sldChg chg="modSp mod modAnim">
        <pc:chgData name="Tim Warner" userId="1d9b2d89684621c1" providerId="LiveId" clId="{53524EDE-485A-47DD-9453-A419D6719EBE}" dt="2024-04-10T22:16:41.357" v="106" actId="20577"/>
        <pc:sldMkLst>
          <pc:docMk/>
          <pc:sldMk cId="2142833354" sldId="321"/>
        </pc:sldMkLst>
      </pc:sldChg>
      <pc:sldChg chg="modSp add mod modAnim">
        <pc:chgData name="Tim Warner" userId="1d9b2d89684621c1" providerId="LiveId" clId="{53524EDE-485A-47DD-9453-A419D6719EBE}" dt="2024-04-10T18:23:45.959" v="93" actId="14100"/>
        <pc:sldMkLst>
          <pc:docMk/>
          <pc:sldMk cId="1576907163" sldId="322"/>
        </pc:sldMkLst>
      </pc:sldChg>
    </pc:docChg>
  </pc:docChgLst>
  <pc:docChgLst>
    <pc:chgData name="Axel Cain" userId="d0c9bf4b9e7c87bb" providerId="LiveId" clId="{172E5107-2A9F-44C6-B6F0-396E08119876}"/>
    <pc:docChg chg="custSel delSld modSld">
      <pc:chgData name="Axel Cain" userId="d0c9bf4b9e7c87bb" providerId="LiveId" clId="{172E5107-2A9F-44C6-B6F0-396E08119876}" dt="2024-03-30T10:37:12.469" v="22" actId="20577"/>
      <pc:docMkLst>
        <pc:docMk/>
      </pc:docMkLst>
      <pc:sldChg chg="del">
        <pc:chgData name="Axel Cain" userId="d0c9bf4b9e7c87bb" providerId="LiveId" clId="{172E5107-2A9F-44C6-B6F0-396E08119876}" dt="2024-03-30T10:24:21.843" v="6" actId="2696"/>
        <pc:sldMkLst>
          <pc:docMk/>
          <pc:sldMk cId="2200105640" sldId="291"/>
        </pc:sldMkLst>
      </pc:sldChg>
      <pc:sldChg chg="modSp mod">
        <pc:chgData name="Axel Cain" userId="d0c9bf4b9e7c87bb" providerId="LiveId" clId="{172E5107-2A9F-44C6-B6F0-396E08119876}" dt="2024-03-30T10:37:12.469" v="22" actId="20577"/>
        <pc:sldMkLst>
          <pc:docMk/>
          <pc:sldMk cId="3662525184" sldId="303"/>
        </pc:sldMkLst>
      </pc:sldChg>
      <pc:sldChg chg="modSp">
        <pc:chgData name="Axel Cain" userId="d0c9bf4b9e7c87bb" providerId="LiveId" clId="{172E5107-2A9F-44C6-B6F0-396E08119876}" dt="2024-03-30T10:22:22.552" v="1" actId="20577"/>
        <pc:sldMkLst>
          <pc:docMk/>
          <pc:sldMk cId="2601488157" sldId="313"/>
        </pc:sldMkLst>
      </pc:sldChg>
      <pc:sldChg chg="modSp">
        <pc:chgData name="Axel Cain" userId="d0c9bf4b9e7c87bb" providerId="LiveId" clId="{172E5107-2A9F-44C6-B6F0-396E08119876}" dt="2024-03-30T10:23:26.234" v="5" actId="20577"/>
        <pc:sldMkLst>
          <pc:docMk/>
          <pc:sldMk cId="2319311322" sldId="324"/>
        </pc:sldMkLst>
      </pc:sldChg>
    </pc:docChg>
  </pc:docChgLst>
  <pc:docChgLst>
    <pc:chgData name="scsjcain84" userId="S::scsjcain84_gmail.com#ext#@pearsoneducationinc.onmicrosoft.com::4399dd98-ee8b-4212-9001-7919755a3260" providerId="AD" clId="Web-{AB450A6C-9B37-4C34-BEE9-5C0649D30C06}"/>
    <pc:docChg chg="modSld">
      <pc:chgData name="scsjcain84" userId="S::scsjcain84_gmail.com#ext#@pearsoneducationinc.onmicrosoft.com::4399dd98-ee8b-4212-9001-7919755a3260" providerId="AD" clId="Web-{AB450A6C-9B37-4C34-BEE9-5C0649D30C06}" dt="2025-08-23T00:42:35.301" v="0"/>
      <pc:docMkLst>
        <pc:docMk/>
      </pc:docMkLst>
      <pc:sldChg chg="mod modShow">
        <pc:chgData name="scsjcain84" userId="S::scsjcain84_gmail.com#ext#@pearsoneducationinc.onmicrosoft.com::4399dd98-ee8b-4212-9001-7919755a3260" providerId="AD" clId="Web-{AB450A6C-9B37-4C34-BEE9-5C0649D30C06}" dt="2025-08-23T00:42:35.301" v="0"/>
        <pc:sldMkLst>
          <pc:docMk/>
          <pc:sldMk cId="4080705565" sldId="342"/>
        </pc:sldMkLst>
      </pc:sldChg>
    </pc:docChg>
  </pc:docChgLst>
  <pc:docChgLst>
    <pc:chgData name="scsjcain84" userId="S::scsjcain84_gmail.com#ext#@pearsoneducationinc.onmicrosoft.com::4399dd98-ee8b-4212-9001-7919755a3260" providerId="AD" clId="Web-{5EC06FD0-219E-4A60-944A-60A3F207E9F0}"/>
    <pc:docChg chg="">
      <pc:chgData name="scsjcain84" userId="S::scsjcain84_gmail.com#ext#@pearsoneducationinc.onmicrosoft.com::4399dd98-ee8b-4212-9001-7919755a3260" providerId="AD" clId="Web-{5EC06FD0-219E-4A60-944A-60A3F207E9F0}" dt="2023-12-15T08:40:15.373" v="0"/>
      <pc:docMkLst>
        <pc:docMk/>
      </pc:docMkLst>
      <pc:sldChg chg="modCm">
        <pc:chgData name="scsjcain84" userId="S::scsjcain84_gmail.com#ext#@pearsoneducationinc.onmicrosoft.com::4399dd98-ee8b-4212-9001-7919755a3260" providerId="AD" clId="Web-{5EC06FD0-219E-4A60-944A-60A3F207E9F0}" dt="2023-12-15T08:40:15.373" v="0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csjcain84" userId="S::scsjcain84_gmail.com#ext#@pearsoneducationinc.onmicrosoft.com::4399dd98-ee8b-4212-9001-7919755a3260" providerId="AD" clId="Web-{5EC06FD0-219E-4A60-944A-60A3F207E9F0}" dt="2023-12-15T08:40:15.373" v="0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</pc226:cmChg>
          </p:ext>
        </pc:extLst>
      </pc:sldChg>
    </pc:docChg>
  </pc:docChgLst>
  <pc:docChgLst>
    <pc:chgData name="Axel Cain" userId="d0c9bf4b9e7c87bb" providerId="LiveId" clId="{1CE0FA44-3ADF-4706-8970-798A5395084E}"/>
    <pc:docChg chg="modSld">
      <pc:chgData name="Axel Cain" userId="d0c9bf4b9e7c87bb" providerId="LiveId" clId="{1CE0FA44-3ADF-4706-8970-798A5395084E}" dt="2025-04-16T08:19:19.641" v="18" actId="6549"/>
      <pc:docMkLst>
        <pc:docMk/>
      </pc:docMkLst>
      <pc:sldChg chg="modSp">
        <pc:chgData name="Axel Cain" userId="d0c9bf4b9e7c87bb" providerId="LiveId" clId="{1CE0FA44-3ADF-4706-8970-798A5395084E}" dt="2025-04-16T08:17:16.202" v="1" actId="113"/>
        <pc:sldMkLst>
          <pc:docMk/>
          <pc:sldMk cId="55801264" sldId="330"/>
        </pc:sldMkLst>
      </pc:sldChg>
      <pc:sldChg chg="modSp">
        <pc:chgData name="Axel Cain" userId="d0c9bf4b9e7c87bb" providerId="LiveId" clId="{1CE0FA44-3ADF-4706-8970-798A5395084E}" dt="2025-04-16T08:17:44.980" v="7" actId="113"/>
        <pc:sldMkLst>
          <pc:docMk/>
          <pc:sldMk cId="2913861116" sldId="332"/>
        </pc:sldMkLst>
      </pc:sldChg>
      <pc:sldChg chg="modSp">
        <pc:chgData name="Axel Cain" userId="d0c9bf4b9e7c87bb" providerId="LiveId" clId="{1CE0FA44-3ADF-4706-8970-798A5395084E}" dt="2025-04-16T08:18:28.460" v="8" actId="20577"/>
        <pc:sldMkLst>
          <pc:docMk/>
          <pc:sldMk cId="3654406668" sldId="335"/>
        </pc:sldMkLst>
      </pc:sldChg>
      <pc:sldChg chg="modSp modAnim">
        <pc:chgData name="Axel Cain" userId="d0c9bf4b9e7c87bb" providerId="LiveId" clId="{1CE0FA44-3ADF-4706-8970-798A5395084E}" dt="2025-04-16T08:19:06.760" v="17" actId="20577"/>
        <pc:sldMkLst>
          <pc:docMk/>
          <pc:sldMk cId="3976232242" sldId="339"/>
        </pc:sldMkLst>
      </pc:sldChg>
      <pc:sldChg chg="modSp">
        <pc:chgData name="Axel Cain" userId="d0c9bf4b9e7c87bb" providerId="LiveId" clId="{1CE0FA44-3ADF-4706-8970-798A5395084E}" dt="2025-04-16T08:19:19.641" v="18" actId="6549"/>
        <pc:sldMkLst>
          <pc:docMk/>
          <pc:sldMk cId="4040746147" sldId="340"/>
        </pc:sldMkLst>
      </pc:sldChg>
    </pc:docChg>
  </pc:docChgLst>
  <pc:docChgLst>
    <pc:chgData name="Tim Warner" userId="1d9b2d89684621c1" providerId="LiveId" clId="{C51613CA-9081-4D80-8B21-3ED98F1A1FC0}"/>
    <pc:docChg chg="custSel delSld modSld">
      <pc:chgData name="Tim Warner" userId="1d9b2d89684621c1" providerId="LiveId" clId="{C51613CA-9081-4D80-8B21-3ED98F1A1FC0}" dt="2025-06-24T20:45:32.397" v="52" actId="1076"/>
      <pc:docMkLst>
        <pc:docMk/>
      </pc:docMkLst>
      <pc:sldChg chg="addSp modSp mod modClrScheme chgLayout">
        <pc:chgData name="Tim Warner" userId="1d9b2d89684621c1" providerId="LiveId" clId="{C51613CA-9081-4D80-8B21-3ED98F1A1FC0}" dt="2025-06-24T20:45:32.397" v="52" actId="1076"/>
        <pc:sldMkLst>
          <pc:docMk/>
          <pc:sldMk cId="2539485740" sldId="292"/>
        </pc:sldMkLst>
      </pc:sldChg>
      <pc:sldChg chg="modSp mod">
        <pc:chgData name="Tim Warner" userId="1d9b2d89684621c1" providerId="LiveId" clId="{C51613CA-9081-4D80-8B21-3ED98F1A1FC0}" dt="2025-06-24T20:36:24.916" v="42"/>
        <pc:sldMkLst>
          <pc:docMk/>
          <pc:sldMk cId="486668636" sldId="293"/>
        </pc:sldMkLst>
      </pc:sldChg>
      <pc:sldChg chg="modSp mod">
        <pc:chgData name="Tim Warner" userId="1d9b2d89684621c1" providerId="LiveId" clId="{C51613CA-9081-4D80-8B21-3ED98F1A1FC0}" dt="2025-06-24T20:36:32.145" v="43"/>
        <pc:sldMkLst>
          <pc:docMk/>
          <pc:sldMk cId="1829040019" sldId="343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1558763963" sldId="344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4156641597" sldId="345"/>
        </pc:sldMkLst>
      </pc:sldChg>
      <pc:sldChg chg="modSp mod">
        <pc:chgData name="Tim Warner" userId="1d9b2d89684621c1" providerId="LiveId" clId="{C51613CA-9081-4D80-8B21-3ED98F1A1FC0}" dt="2025-06-24T20:36:38.385" v="44"/>
        <pc:sldMkLst>
          <pc:docMk/>
          <pc:sldMk cId="947907938" sldId="346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3422763557" sldId="347"/>
        </pc:sldMkLst>
      </pc:sldChg>
    </pc:docChg>
  </pc:docChgLst>
  <pc:docChgLst>
    <pc:chgData name="scsjcain84" userId="S::scsjcain84_gmail.com#ext#@pearsoneducationinc.onmicrosoft.com::4399dd98-ee8b-4212-9001-7919755a3260" providerId="AD" clId="Web-{BA81FB52-7D97-407B-A053-23D8E211ED4C}"/>
    <pc:docChg chg="mod modSld">
      <pc:chgData name="scsjcain84" userId="S::scsjcain84_gmail.com#ext#@pearsoneducationinc.onmicrosoft.com::4399dd98-ee8b-4212-9001-7919755a3260" providerId="AD" clId="Web-{BA81FB52-7D97-407B-A053-23D8E211ED4C}" dt="2023-12-13T17:51:58.220" v="8" actId="20577"/>
      <pc:docMkLst>
        <pc:docMk/>
      </pc:docMkLst>
      <pc:sldChg chg="modSp">
        <pc:chgData name="scsjcain84" userId="S::scsjcain84_gmail.com#ext#@pearsoneducationinc.onmicrosoft.com::4399dd98-ee8b-4212-9001-7919755a3260" providerId="AD" clId="Web-{BA81FB52-7D97-407B-A053-23D8E211ED4C}" dt="2023-12-13T17:47:28.078" v="2" actId="20577"/>
        <pc:sldMkLst>
          <pc:docMk/>
          <pc:sldMk cId="921485155" sldId="286"/>
        </pc:sldMkLst>
      </pc:sldChg>
      <pc:sldChg chg="modSp">
        <pc:chgData name="scsjcain84" userId="S::scsjcain84_gmail.com#ext#@pearsoneducationinc.onmicrosoft.com::4399dd98-ee8b-4212-9001-7919755a3260" providerId="AD" clId="Web-{BA81FB52-7D97-407B-A053-23D8E211ED4C}" dt="2023-12-13T17:51:58.220" v="8" actId="20577"/>
        <pc:sldMkLst>
          <pc:docMk/>
          <pc:sldMk cId="2614713382" sldId="301"/>
        </pc:sldMkLst>
      </pc:sldChg>
      <pc:sldChg chg="addCm">
        <pc:chgData name="scsjcain84" userId="S::scsjcain84_gmail.com#ext#@pearsoneducationinc.onmicrosoft.com::4399dd98-ee8b-4212-9001-7919755a3260" providerId="AD" clId="Web-{BA81FB52-7D97-407B-A053-23D8E211ED4C}" dt="2023-12-13T17:48:13.065" v="4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csjcain84" userId="S::scsjcain84_gmail.com#ext#@pearsoneducationinc.onmicrosoft.com::4399dd98-ee8b-4212-9001-7919755a3260" providerId="AD" clId="Web-{BA81FB52-7D97-407B-A053-23D8E211ED4C}" dt="2023-12-13T17:48:13.065" v="4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</pc226:cmChg>
          </p:ext>
        </pc:extLst>
      </pc:sldChg>
    </pc:docChg>
  </pc:docChgLst>
  <pc:docChgLst>
    <pc:chgData name="Tim Warner" userId="1d9b2d89684621c1" providerId="LiveId" clId="{D492D3F7-A47E-49C7-A890-44F786178671}"/>
    <pc:docChg chg="addSld modSld">
      <pc:chgData name="Tim Warner" userId="1d9b2d89684621c1" providerId="LiveId" clId="{D492D3F7-A47E-49C7-A890-44F786178671}" dt="2025-06-24T20:48:36.970" v="50"/>
      <pc:docMkLst>
        <pc:docMk/>
      </pc:docMkLst>
      <pc:sldChg chg="modSp mod">
        <pc:chgData name="Tim Warner" userId="1d9b2d89684621c1" providerId="LiveId" clId="{D492D3F7-A47E-49C7-A890-44F786178671}" dt="2025-06-24T20:47:54.867" v="43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D492D3F7-A47E-49C7-A890-44F786178671}" dt="2025-06-24T20:48:05.402" v="45"/>
        <pc:sldMkLst>
          <pc:docMk/>
          <pc:sldMk cId="486668636" sldId="293"/>
        </pc:sldMkLst>
      </pc:sldChg>
      <pc:sldChg chg="modSp mod">
        <pc:chgData name="Tim Warner" userId="1d9b2d89684621c1" providerId="LiveId" clId="{D492D3F7-A47E-49C7-A890-44F786178671}" dt="2025-06-24T20:48:11.870" v="46"/>
        <pc:sldMkLst>
          <pc:docMk/>
          <pc:sldMk cId="1829040019" sldId="343"/>
        </pc:sldMkLst>
      </pc:sldChg>
      <pc:sldChg chg="modSp mod">
        <pc:chgData name="Tim Warner" userId="1d9b2d89684621c1" providerId="LiveId" clId="{D492D3F7-A47E-49C7-A890-44F786178671}" dt="2025-06-24T20:48:18.143" v="47"/>
        <pc:sldMkLst>
          <pc:docMk/>
          <pc:sldMk cId="947907938" sldId="346"/>
        </pc:sldMkLst>
      </pc:sldChg>
      <pc:sldChg chg="modSp add mod">
        <pc:chgData name="Tim Warner" userId="1d9b2d89684621c1" providerId="LiveId" clId="{D492D3F7-A47E-49C7-A890-44F786178671}" dt="2025-06-24T20:48:25.657" v="48"/>
        <pc:sldMkLst>
          <pc:docMk/>
          <pc:sldMk cId="914007193" sldId="347"/>
        </pc:sldMkLst>
      </pc:sldChg>
      <pc:sldChg chg="modSp add mod">
        <pc:chgData name="Tim Warner" userId="1d9b2d89684621c1" providerId="LiveId" clId="{D492D3F7-A47E-49C7-A890-44F786178671}" dt="2025-06-24T20:48:36.970" v="50"/>
        <pc:sldMkLst>
          <pc:docMk/>
          <pc:sldMk cId="1161106545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4D36D-3512-6D44-83C8-1A4DB417EA2C}" type="datetimeFigureOut">
              <a:rPr lang="en-US" smtClean="0"/>
              <a:t>Thu, 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C8BCB-A8D7-074E-AD53-2B9312150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4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80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credit: Tim + ChatGPT Image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58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</a:t>
            </a:r>
            <a:r>
              <a:rPr lang="en-US" i="1" dirty="0"/>
              <a:t>Active Directory is ground zero — if attackers own AD, they own your whole estate. Defender for Identity gives you visibility and control.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Sensors on domain controllers monitor authentication traffic</a:t>
            </a:r>
            <a:br>
              <a:rPr lang="en-US" dirty="0"/>
            </a:br>
            <a:r>
              <a:rPr lang="en-US" dirty="0"/>
              <a:t>Sensors run locally on DCs — capture Kerberos, NTLM, LDAP, DNS traffic. Lightweight install, no reboot.</a:t>
            </a:r>
            <a:br>
              <a:rPr lang="en-US" dirty="0"/>
            </a:br>
            <a:endParaRPr lang="en-US" dirty="0"/>
          </a:p>
          <a:p>
            <a:r>
              <a:rPr lang="en-US" i="1" dirty="0"/>
              <a:t>Exam tip:</a:t>
            </a:r>
            <a:r>
              <a:rPr lang="en-US" dirty="0"/>
              <a:t> MDI sensors must run on every DC to get complete coverage.</a:t>
            </a:r>
          </a:p>
          <a:p>
            <a:endParaRPr lang="en-US" b="1" dirty="0"/>
          </a:p>
          <a:p>
            <a:r>
              <a:rPr lang="en-US" b="1" dirty="0"/>
              <a:t>Machine learning detects suspicious account behavior</a:t>
            </a:r>
            <a:br>
              <a:rPr lang="en-US" dirty="0"/>
            </a:br>
            <a:r>
              <a:rPr lang="en-US" dirty="0"/>
              <a:t>Builds a 30-day baseline, then flags anomalies like Pass-the-Hash, </a:t>
            </a:r>
            <a:r>
              <a:rPr lang="en-US" dirty="0" err="1"/>
              <a:t>DCSync</a:t>
            </a:r>
            <a:r>
              <a:rPr lang="en-US" dirty="0"/>
              <a:t>, Golden Ticket.</a:t>
            </a:r>
            <a:br>
              <a:rPr lang="en-US" dirty="0"/>
            </a:br>
            <a:endParaRPr lang="en-US" dirty="0"/>
          </a:p>
          <a:p>
            <a:r>
              <a:rPr lang="en-US" i="1" dirty="0"/>
              <a:t>Exam tip:</a:t>
            </a:r>
            <a:r>
              <a:rPr lang="en-US" dirty="0"/>
              <a:t> Know that impossible travel and abnormal protocol use are common alerts.</a:t>
            </a:r>
          </a:p>
          <a:p>
            <a:endParaRPr lang="en-US" b="1" dirty="0"/>
          </a:p>
          <a:p>
            <a:r>
              <a:rPr lang="en-US" b="1" dirty="0"/>
              <a:t>Lateral movement path analysis shows attack progression</a:t>
            </a:r>
            <a:br>
              <a:rPr lang="en-US" dirty="0"/>
            </a:br>
            <a:r>
              <a:rPr lang="en-US" dirty="0"/>
              <a:t>Daily refresh shows which accounts could pivot to Domain Admin. Uses SAM-R queries to map relationships.</a:t>
            </a:r>
            <a:br>
              <a:rPr lang="en-US" dirty="0"/>
            </a:br>
            <a:endParaRPr lang="en-US" dirty="0"/>
          </a:p>
          <a:p>
            <a:r>
              <a:rPr lang="en-US" i="1" dirty="0"/>
              <a:t>Teaching tip:</a:t>
            </a:r>
            <a:r>
              <a:rPr lang="en-US" dirty="0"/>
              <a:t> Say “attack path visibility” — resonates with SecOps.</a:t>
            </a:r>
          </a:p>
          <a:p>
            <a:endParaRPr lang="en-US" b="1" dirty="0"/>
          </a:p>
          <a:p>
            <a:r>
              <a:rPr lang="en-US" b="1" dirty="0"/>
              <a:t>Honeytokens and decoy accounts provide early warning</a:t>
            </a:r>
            <a:br>
              <a:rPr lang="en-US" dirty="0"/>
            </a:br>
            <a:r>
              <a:rPr lang="en-US" dirty="0"/>
              <a:t>Create a fake privileged account, tag as honeytoken. Any auth attempt = Priority 1 alert.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Honeytokens are low-effort, high-impact detection.</a:t>
            </a:r>
          </a:p>
          <a:p>
            <a:endParaRPr lang="en-US" b="1" dirty="0"/>
          </a:p>
          <a:p>
            <a:r>
              <a:rPr lang="en-US" b="1" dirty="0"/>
              <a:t>Contoso integrates Defender for Identity with Microsoft 365 Defender</a:t>
            </a:r>
            <a:br>
              <a:rPr lang="en-US" dirty="0"/>
            </a:br>
            <a:r>
              <a:rPr lang="en-US" dirty="0"/>
              <a:t>Unified portal shows correlation between identity, endpoint, email, and cloud events.</a:t>
            </a:r>
            <a:br>
              <a:rPr lang="en-US" dirty="0"/>
            </a:br>
            <a:endParaRPr lang="en-US" dirty="0"/>
          </a:p>
          <a:p>
            <a:r>
              <a:rPr lang="en-US" i="1" dirty="0"/>
              <a:t>Exam tip:</a:t>
            </a:r>
            <a:r>
              <a:rPr lang="en-US" dirty="0"/>
              <a:t> Watch for integration questions — MDI is part of Microsoft 365 Defender suite.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34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Framing:</a:t>
            </a:r>
            <a:r>
              <a:rPr lang="en-US" dirty="0"/>
              <a:t> </a:t>
            </a:r>
            <a:r>
              <a:rPr lang="en-US" i="1" dirty="0"/>
              <a:t>NTLM is that zombie protocol from the ’90s that refuses to die. It’s vulnerable to pass-the-hash, it doesn’t verify servers properly, and it’s still hanging around in way too many environments. Let’s talk about how we safely get rid of it.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NTLM auditing identifies applications still using legacy auth</a:t>
            </a:r>
            <a:br>
              <a:rPr lang="en-US" dirty="0"/>
            </a:br>
            <a:r>
              <a:rPr lang="en-US" dirty="0"/>
              <a:t>Step one is always audit. Turn on </a:t>
            </a:r>
            <a:r>
              <a:rPr lang="en-US" i="1" dirty="0"/>
              <a:t>“Restrict NTLM: Audit NTLM authentication in this domain”</a:t>
            </a:r>
            <a:r>
              <a:rPr lang="en-US" dirty="0"/>
              <a:t> via Group Policy, then watch the Microsoft-Windows-NTLM log for Event IDs 8001–8004. That tells you which apps are still relying on NTLM before you break anything.</a:t>
            </a:r>
          </a:p>
          <a:p>
            <a:endParaRPr lang="en-US" b="1" dirty="0"/>
          </a:p>
          <a:p>
            <a:r>
              <a:rPr lang="en-US" b="1" dirty="0"/>
              <a:t>Group Policy enforces NTLM blocking or restrictions</a:t>
            </a:r>
            <a:br>
              <a:rPr lang="en-US" dirty="0"/>
            </a:br>
            <a:r>
              <a:rPr lang="en-US" dirty="0"/>
              <a:t>Once you know your dependencies, you can start tightening the screws. In GPO, look at </a:t>
            </a:r>
            <a:r>
              <a:rPr lang="en-US" i="1" dirty="0"/>
              <a:t>“Network security: Restrict NTLM: Outgoing NTLM traffic to remote servers”</a:t>
            </a:r>
            <a:r>
              <a:rPr lang="en-US" dirty="0"/>
              <a:t>. You can Allow, Audit, or Deny, and you’ve got an exceptions list for migration.</a:t>
            </a:r>
          </a:p>
          <a:p>
            <a:endParaRPr lang="en-US" b="1" dirty="0"/>
          </a:p>
          <a:p>
            <a:r>
              <a:rPr lang="en-US" b="1" dirty="0"/>
              <a:t>Phased disablement prevents breaking critical services</a:t>
            </a:r>
            <a:br>
              <a:rPr lang="en-US" dirty="0"/>
            </a:br>
            <a:r>
              <a:rPr lang="en-US" dirty="0"/>
              <a:t>Don’t flip the kill switch overnight. Week 1, just audit. Week 2, block on a test OU. Week 3, production with exceptions. Week 4, remove the exceptions. Document exceptions in the registry under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ClientAllowedNTLMServers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Kerberos provides stronger and modern authentication</a:t>
            </a:r>
            <a:br>
              <a:rPr lang="en-US" dirty="0"/>
            </a:br>
            <a:r>
              <a:rPr lang="en-US" dirty="0"/>
              <a:t>Kerberos is the modern standard — AES encryption, mutual authentication, and 10-hour default ticket lifetimes. But it does depend on working DNS and accurate time sync. Remember to register service principal names with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setspn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Tailwind Traders monitors downgrade attempts to NTLM</a:t>
            </a:r>
            <a:br>
              <a:rPr lang="en-US" dirty="0"/>
            </a:br>
            <a:r>
              <a:rPr lang="en-US" dirty="0"/>
              <a:t>A classic attack is forcing a downgrade from Kerberos to NTLM. If you see Event ID 4776 after a failed 4768, that’s what’s happening. Performance Monitor has an “NTLM Authentications” counter you can baseline.</a:t>
            </a:r>
          </a:p>
          <a:p>
            <a:endParaRPr lang="en-US" b="1"/>
          </a:p>
          <a:p>
            <a:r>
              <a:rPr lang="en-US" b="1"/>
              <a:t>Exam </a:t>
            </a:r>
            <a:r>
              <a:rPr lang="en-US" b="1" dirty="0"/>
              <a:t>tip:</a:t>
            </a:r>
            <a:r>
              <a:rPr lang="en-US" dirty="0"/>
              <a:t> </a:t>
            </a:r>
            <a:r>
              <a:rPr lang="en-US" i="1" dirty="0"/>
              <a:t>On AZ-801, if you see a question about reducing NTLM usage, the safe first step is always “enable auditing” — not “disable NTLM outright.” Microsoft wants you to phase it out, not break your apps.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2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Slide: Centralize monitoring with cloud-native SIEM</a:t>
            </a:r>
          </a:p>
          <a:p>
            <a:endParaRPr lang="en-US" b="1" dirty="0"/>
          </a:p>
          <a:p>
            <a:r>
              <a:rPr lang="en-US" b="1" dirty="0"/>
              <a:t>Framing:</a:t>
            </a:r>
            <a:r>
              <a:rPr lang="en-US" dirty="0"/>
              <a:t> </a:t>
            </a:r>
            <a:r>
              <a:rPr lang="en-US" i="1" dirty="0"/>
              <a:t>Microsoft Sentinel shifts you from reactive log collection to proactive threat detection at cloud scale. We’re not just piling up events — we’re correlating them into actionable signals.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Azure Monitor Agent collects Windows logs and events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Azure Monitor Agent (AMA)</a:t>
            </a:r>
            <a:r>
              <a:rPr lang="en-US" dirty="0"/>
              <a:t> is the modern replacement for the older </a:t>
            </a:r>
            <a:r>
              <a:rPr lang="en-US" b="1" dirty="0"/>
              <a:t>Microsoft Monitoring Agent (MMA)</a:t>
            </a:r>
            <a:r>
              <a:rPr lang="en-US" dirty="0"/>
              <a:t>. It supports multi-homing and fine-grained Data Collection Rules (DCRs).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AMA is the right answer on AZ-801 — MMA/OMS are legacy.</a:t>
            </a:r>
          </a:p>
          <a:p>
            <a:endParaRPr lang="en-US" b="1" dirty="0"/>
          </a:p>
          <a:p>
            <a:r>
              <a:rPr lang="en-US" b="1" dirty="0"/>
              <a:t>Data connectors simplify ingestion setup for Active Directory, Domain Name System (DNS), and Dynamic Host Configuration Protocol (DHCP)</a:t>
            </a:r>
            <a:br>
              <a:rPr lang="en-US" dirty="0"/>
            </a:br>
            <a:r>
              <a:rPr lang="en-US" dirty="0"/>
              <a:t>These pre-built connectors map data directly into Sentinel tables — </a:t>
            </a:r>
            <a:r>
              <a:rPr lang="en-US" i="1" dirty="0" err="1"/>
              <a:t>DnsEvents</a:t>
            </a:r>
            <a:r>
              <a:rPr lang="en-US" dirty="0"/>
              <a:t> for DNS, </a:t>
            </a:r>
            <a:r>
              <a:rPr lang="en-US" i="1" dirty="0" err="1"/>
              <a:t>DHCPActivity</a:t>
            </a:r>
            <a:r>
              <a:rPr lang="en-US" dirty="0"/>
              <a:t> for DHCP. They remove the need for custom parsers.</a:t>
            </a:r>
          </a:p>
          <a:p>
            <a:endParaRPr lang="en-US" b="1" dirty="0"/>
          </a:p>
          <a:p>
            <a:r>
              <a:rPr lang="en-US" b="1" dirty="0"/>
              <a:t>Custom parsing rules extract security-relevant data</a:t>
            </a:r>
            <a:br>
              <a:rPr lang="en-US" dirty="0"/>
            </a:br>
            <a:r>
              <a:rPr lang="en-US" dirty="0"/>
              <a:t>Using </a:t>
            </a:r>
            <a:r>
              <a:rPr lang="en-US" b="1" dirty="0"/>
              <a:t>Kusto Query Language (KQL)</a:t>
            </a:r>
            <a:r>
              <a:rPr lang="en-US" dirty="0"/>
              <a:t> you can parse out fields at ingestion. Example: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 parse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EventData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with * "User:" User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mv-expand</a:t>
            </a:r>
            <a:r>
              <a:rPr lang="en-US" dirty="0"/>
              <a:t> handles multi-value fields.</a:t>
            </a:r>
          </a:p>
          <a:p>
            <a:endParaRPr lang="en-US" b="1" dirty="0"/>
          </a:p>
          <a:p>
            <a:r>
              <a:rPr lang="en-US" b="1" dirty="0"/>
              <a:t>Correlation rules detect hybrid attack patterns</a:t>
            </a:r>
            <a:br>
              <a:rPr lang="en-US" dirty="0"/>
            </a:br>
            <a:r>
              <a:rPr lang="en-US" dirty="0"/>
              <a:t>Sentinel can spot when on-premises and cloud signals combine. For example: on-premises failed logon (Event ID 4625) followed by a Microsoft Entra ID sign-in success — clear red flag. Query: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IdentityLogonEvents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join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SigninLogs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UserPrincipalName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b="1" dirty="0"/>
          </a:p>
          <a:p>
            <a:r>
              <a:rPr lang="en-US" b="1" dirty="0" err="1"/>
              <a:t>Fabrikam</a:t>
            </a:r>
            <a:r>
              <a:rPr lang="en-US" b="1" dirty="0"/>
              <a:t> uses Sentinel dashboards for unified visibility</a:t>
            </a:r>
            <a:br>
              <a:rPr lang="en-US" dirty="0"/>
            </a:br>
            <a:r>
              <a:rPr lang="en-US" dirty="0"/>
              <a:t>Workbooks consolidate events across sources, with default 10-minute correlation windows. Customers often see ~60% fewer redundant alerts thanks to this correlation.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01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</a:t>
            </a:r>
            <a:r>
              <a:rPr lang="en-US" i="1" dirty="0"/>
              <a:t>Defender for Cloud gives you that continuous x-ray vision into your servers, whether on-prem or in Azure.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Security Posture Management (SPM)</a:t>
            </a:r>
            <a:br>
              <a:rPr lang="en-US" dirty="0"/>
            </a:br>
            <a:r>
              <a:rPr lang="en-US" dirty="0"/>
              <a:t>Continuous checks against Microsoft Cloud Security Benchmark. Secure Score shows compliance.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Secure Score = current/max × 100 — exam may test the formula.</a:t>
            </a:r>
          </a:p>
          <a:p>
            <a:endParaRPr lang="en-US" b="1" dirty="0"/>
          </a:p>
          <a:p>
            <a:r>
              <a:rPr lang="en-US" b="1" dirty="0"/>
              <a:t>Defender for Cloud benchmarks servers against CIS/Microsoft standards</a:t>
            </a:r>
            <a:br>
              <a:rPr lang="en-US" dirty="0"/>
            </a:br>
            <a:r>
              <a:rPr lang="en-US" dirty="0"/>
              <a:t>Built-in initiatives cover CIS, PCI, ISO. You can add custom ones.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Know that CIS is the default baseline in exam questions.</a:t>
            </a:r>
          </a:p>
          <a:p>
            <a:endParaRPr lang="en-US" b="1" dirty="0"/>
          </a:p>
          <a:p>
            <a:r>
              <a:rPr lang="en-US" b="1" dirty="0"/>
              <a:t>Vulnerability assessments highlight missing patches or misconfigurations</a:t>
            </a:r>
            <a:br>
              <a:rPr lang="en-US" dirty="0"/>
            </a:br>
            <a:r>
              <a:rPr lang="en-US" dirty="0"/>
              <a:t>Agentless scanning, CVE/CVSS scoring. Prioritizes based on exploitability.</a:t>
            </a:r>
            <a:br>
              <a:rPr lang="en-US" dirty="0"/>
            </a:br>
            <a:r>
              <a:rPr lang="en-US" i="1" dirty="0"/>
              <a:t>Teaching point:</a:t>
            </a:r>
            <a:r>
              <a:rPr lang="en-US" dirty="0"/>
              <a:t> Tie to patch management strategy.</a:t>
            </a:r>
          </a:p>
          <a:p>
            <a:endParaRPr lang="en-US" b="1" dirty="0"/>
          </a:p>
          <a:p>
            <a:r>
              <a:rPr lang="en-US" b="1" dirty="0"/>
              <a:t>Just-in-time VM access reduces standing administrative privileges</a:t>
            </a:r>
            <a:br>
              <a:rPr lang="en-US" dirty="0"/>
            </a:br>
            <a:r>
              <a:rPr lang="en-US" dirty="0"/>
              <a:t>Time-bound approvals for RDP/SSH. Default 3-hour windows.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JIT = enforce least privilege at the network edge.</a:t>
            </a:r>
          </a:p>
          <a:p>
            <a:endParaRPr lang="en-US" b="1" dirty="0"/>
          </a:p>
          <a:p>
            <a:r>
              <a:rPr lang="en-US" b="1" dirty="0"/>
              <a:t>Adaptive application controls enforce safe app execution</a:t>
            </a:r>
            <a:br>
              <a:rPr lang="en-US" dirty="0"/>
            </a:br>
            <a:r>
              <a:rPr lang="en-US" dirty="0"/>
              <a:t>Learns common apps for two weeks, then enforce. Uses WDAC under the hood.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Watch for “audit vs enforce” WDAC questions.</a:t>
            </a:r>
          </a:p>
          <a:p>
            <a:endParaRPr lang="en-US" b="1" dirty="0"/>
          </a:p>
          <a:p>
            <a:r>
              <a:rPr lang="en-US" b="1" dirty="0"/>
              <a:t>Adventure Works tracks compliance in Defender for Cloud dashboards</a:t>
            </a:r>
            <a:br>
              <a:rPr lang="en-US" dirty="0"/>
            </a:br>
            <a:r>
              <a:rPr lang="en-US" dirty="0"/>
              <a:t>Regulatory compliance dashboard + weekly export.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Azure Policy is the engine behind compliance reporting.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5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</a:t>
            </a:r>
            <a:r>
              <a:rPr lang="en-US" i="1" dirty="0"/>
              <a:t>Defender for Servers is where EDR meets your Windows Server estate.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Endpoint detection and response monitors suspicious processes</a:t>
            </a:r>
            <a:br>
              <a:rPr lang="en-US" dirty="0"/>
            </a:br>
            <a:r>
              <a:rPr lang="en-US" dirty="0"/>
              <a:t>EDR engine from Microsoft Defender for Endpoint, integrated with Plan 1/2.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Plan 2 includes full EDR, Plan 1 does not — memorize this.</a:t>
            </a:r>
          </a:p>
          <a:p>
            <a:endParaRPr lang="en-US" b="1" dirty="0"/>
          </a:p>
          <a:p>
            <a:r>
              <a:rPr lang="en-US" b="1" dirty="0"/>
              <a:t>Behavioral analysis blocks fileless and in-memory attacks</a:t>
            </a:r>
            <a:br>
              <a:rPr lang="en-US" dirty="0"/>
            </a:br>
            <a:r>
              <a:rPr lang="en-US" dirty="0"/>
              <a:t>AMSI inspects PowerShell/WMI scripts, even in memory.</a:t>
            </a:r>
            <a:br>
              <a:rPr lang="en-US" dirty="0"/>
            </a:br>
            <a:r>
              <a:rPr lang="en-US" i="1" dirty="0"/>
              <a:t>Teaching tip:</a:t>
            </a:r>
            <a:r>
              <a:rPr lang="en-US" dirty="0"/>
              <a:t> Call out </a:t>
            </a:r>
            <a:r>
              <a:rPr lang="en-US" dirty="0" err="1"/>
              <a:t>Mimikatz</a:t>
            </a:r>
            <a:r>
              <a:rPr lang="en-US" dirty="0"/>
              <a:t>/Empire as examples learners know.</a:t>
            </a:r>
          </a:p>
          <a:p>
            <a:endParaRPr lang="en-US" b="1" dirty="0"/>
          </a:p>
          <a:p>
            <a:r>
              <a:rPr lang="en-US" b="1" dirty="0"/>
              <a:t>Threat intelligence identifies known malicious indicators</a:t>
            </a:r>
            <a:br>
              <a:rPr lang="en-US" dirty="0"/>
            </a:br>
            <a:r>
              <a:rPr lang="en-US" dirty="0"/>
              <a:t>Signals from Microsoft Threat Intel feed. Hourly IOC updates.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Remember “24B daily signals from Microsoft” tagline.</a:t>
            </a:r>
          </a:p>
          <a:p>
            <a:endParaRPr lang="en-US" b="1" dirty="0"/>
          </a:p>
          <a:p>
            <a:r>
              <a:rPr lang="en-US" b="1" dirty="0"/>
              <a:t>Automated investigation and remediation speeds response</a:t>
            </a:r>
            <a:br>
              <a:rPr lang="en-US" dirty="0"/>
            </a:br>
            <a:r>
              <a:rPr lang="en-US" dirty="0"/>
              <a:t>Auto-remediation graph ties alerts to actions: isolate, remove persistence.</a:t>
            </a:r>
            <a:br>
              <a:rPr lang="en-US" dirty="0"/>
            </a:br>
            <a:r>
              <a:rPr lang="en-US" i="1" dirty="0"/>
              <a:t>Teaching tip:</a:t>
            </a:r>
            <a:r>
              <a:rPr lang="en-US" dirty="0"/>
              <a:t> Great place to show a portal screenshot.</a:t>
            </a:r>
          </a:p>
          <a:p>
            <a:endParaRPr lang="en-US" b="1" dirty="0"/>
          </a:p>
          <a:p>
            <a:r>
              <a:rPr lang="en-US" b="1" dirty="0"/>
              <a:t>Tailwind Traders applies adaptive network hardening rules</a:t>
            </a:r>
            <a:br>
              <a:rPr lang="en-US" dirty="0"/>
            </a:br>
            <a:r>
              <a:rPr lang="en-US" dirty="0"/>
              <a:t>ML baselines traffic, suggests NSG firewall rules. 1-click apply.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Adaptive network hardening = Azure-only feature.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44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</a:t>
            </a:r>
            <a:r>
              <a:rPr lang="en-US" i="1" dirty="0" err="1"/>
              <a:t>Hotpatching</a:t>
            </a:r>
            <a:r>
              <a:rPr lang="en-US" i="1" dirty="0"/>
              <a:t> is the closest thing we have to magic in patch management — update without downtime.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Windows Server 2025 Azure Edition supports </a:t>
            </a:r>
            <a:r>
              <a:rPr lang="en-US" b="1" dirty="0" err="1"/>
              <a:t>hotpatching</a:t>
            </a:r>
            <a:r>
              <a:rPr lang="en-US" b="1" dirty="0"/>
              <a:t> in memory</a:t>
            </a:r>
            <a:br>
              <a:rPr lang="en-US" dirty="0"/>
            </a:br>
            <a:r>
              <a:rPr lang="en-US" dirty="0"/>
              <a:t>Only available on Azure Edition VMs. Kernel-level patching, no reboot.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Expect a “Azure Edition only” question.</a:t>
            </a:r>
          </a:p>
          <a:p>
            <a:endParaRPr lang="en-US" b="1" dirty="0"/>
          </a:p>
          <a:p>
            <a:r>
              <a:rPr lang="en-US" b="1" dirty="0"/>
              <a:t>Security patches apply with zero downtime for critical workloads</a:t>
            </a:r>
            <a:br>
              <a:rPr lang="en-US" dirty="0"/>
            </a:br>
            <a:r>
              <a:rPr lang="en-US" dirty="0"/>
              <a:t>Monthly </a:t>
            </a:r>
            <a:r>
              <a:rPr lang="en-US" dirty="0" err="1"/>
              <a:t>hotpatches</a:t>
            </a:r>
            <a:r>
              <a:rPr lang="en-US" dirty="0"/>
              <a:t>, quarterly baseline reboots.</a:t>
            </a:r>
            <a:br>
              <a:rPr lang="en-US" dirty="0"/>
            </a:br>
            <a:r>
              <a:rPr lang="en-US" i="1" dirty="0"/>
              <a:t>Teaching tip:</a:t>
            </a:r>
            <a:r>
              <a:rPr lang="en-US" dirty="0"/>
              <a:t> Stress that baselines still need reboots.</a:t>
            </a:r>
          </a:p>
          <a:p>
            <a:endParaRPr lang="en-US" b="1" dirty="0"/>
          </a:p>
          <a:p>
            <a:r>
              <a:rPr lang="en-US" b="1" dirty="0"/>
              <a:t>Orchestration coordinates updates across VM scale sets</a:t>
            </a:r>
            <a:br>
              <a:rPr lang="en-US" dirty="0"/>
            </a:br>
            <a:r>
              <a:rPr lang="en-US" dirty="0"/>
              <a:t>Azure handles the rollout, respecting zones/fault domains.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Orchestration ensures HA during </a:t>
            </a:r>
            <a:r>
              <a:rPr lang="en-US" dirty="0" err="1"/>
              <a:t>hotpatching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Patch compliance dashboards ensure coverage across fleets</a:t>
            </a:r>
            <a:br>
              <a:rPr lang="en-US" dirty="0"/>
            </a:br>
            <a:r>
              <a:rPr lang="en-US" dirty="0"/>
              <a:t>Update Compliance, Azure Policy integration. Alerts on drift.</a:t>
            </a:r>
            <a:br>
              <a:rPr lang="en-US" dirty="0"/>
            </a:br>
            <a:r>
              <a:rPr lang="en-US" i="1" dirty="0"/>
              <a:t>Teaching tip:</a:t>
            </a:r>
            <a:r>
              <a:rPr lang="en-US" dirty="0"/>
              <a:t> Mention real-world reduction in patching windows.</a:t>
            </a:r>
          </a:p>
          <a:p>
            <a:endParaRPr lang="en-US" b="1" dirty="0"/>
          </a:p>
          <a:p>
            <a:r>
              <a:rPr lang="en-US" b="1" dirty="0" err="1"/>
              <a:t>Fabrikam</a:t>
            </a:r>
            <a:r>
              <a:rPr lang="en-US" b="1" dirty="0"/>
              <a:t> reduces planned downtime with </a:t>
            </a:r>
            <a:r>
              <a:rPr lang="en-US" b="1" dirty="0" err="1"/>
              <a:t>hotpatching</a:t>
            </a:r>
            <a:br>
              <a:rPr lang="en-US" dirty="0"/>
            </a:br>
            <a:r>
              <a:rPr lang="en-US" dirty="0"/>
              <a:t>75% downtime reduction case study.</a:t>
            </a:r>
            <a:br>
              <a:rPr lang="en-US" dirty="0"/>
            </a:br>
            <a:r>
              <a:rPr lang="en-US" i="1" dirty="0"/>
              <a:t>Exam tip:</a:t>
            </a:r>
            <a:r>
              <a:rPr lang="en-US" dirty="0"/>
              <a:t> Remember that </a:t>
            </a:r>
            <a:r>
              <a:rPr lang="en-US" dirty="0" err="1"/>
              <a:t>hotpatch</a:t>
            </a:r>
            <a:r>
              <a:rPr lang="en-US" dirty="0"/>
              <a:t> reduces maintenance windows but doesn’t eliminate quarterly baseline reboots.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67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7" name="Picture 6" descr="A blue and white background&#10;&#10;Description automatically generated">
            <a:extLst>
              <a:ext uri="{FF2B5EF4-FFF2-40B4-BE49-F238E27FC236}">
                <a16:creationId xmlns:a16="http://schemas.microsoft.com/office/drawing/2014/main" id="{DCB4EE68-6906-C0D2-628A-07C92F87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40663" y="1365666"/>
            <a:ext cx="6143485" cy="674899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4400" b="0" baseline="0">
                <a:solidFill>
                  <a:srgbClr val="454D4E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59980" y="3095097"/>
            <a:ext cx="1112885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819" y="3263590"/>
            <a:ext cx="3802750" cy="384813"/>
          </a:xfrm>
        </p:spPr>
        <p:txBody>
          <a:bodyPr>
            <a:noAutofit/>
          </a:bodyPr>
          <a:lstStyle>
            <a:lvl1pPr marL="0" indent="0">
              <a:buNone/>
              <a:defRPr sz="2000" b="0" i="0" u="none" baseline="0">
                <a:latin typeface="Open Sans" panose="020B0606030504020204" pitchFamily="34" charset="0"/>
              </a:defRPr>
            </a:lvl1pPr>
          </a:lstStyle>
          <a:p>
            <a:pPr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2347" y="3648402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41A57-2545-0CDA-3A11-C1281610CCD7}"/>
              </a:ext>
            </a:extLst>
          </p:cNvPr>
          <p:cNvSpPr txBox="1"/>
          <p:nvPr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709AF5-2D39-3318-476A-B7DB868293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662" y="2040565"/>
            <a:ext cx="6143485" cy="771235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 Subtitle here</a:t>
            </a: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1EB85-4E6B-81AF-E3DE-25146E89F7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37032E1F-36A3-E746-345C-BA05CE6121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657EAA-C43A-E155-4654-56E83B180ABB}"/>
              </a:ext>
            </a:extLst>
          </p:cNvPr>
          <p:cNvSpPr txBox="1"/>
          <p:nvPr userDrawn="1"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448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Course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Course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1: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2: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3: Title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Lesson 4: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5: Title</a:t>
            </a:r>
          </a:p>
        </p:txBody>
      </p:sp>
      <p:pic>
        <p:nvPicPr>
          <p:cNvPr id="2" name="Picture 1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08182D27-E2F5-2883-AF50-ABB7E42A41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8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Lesson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124147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1.1 Sub-lesson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ED1EBB-6BC5-DFD0-E2B6-8349F2148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297" y="1869540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1.2 Sub-lesson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EAFDF9-6B1A-C0EB-0DEB-8FFA696AC9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298" y="2598108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1.3 Sub-lesson Title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1F5051F-7083-3DC3-EC81-E04D81C97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Picture 5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69F2EE42-E762-6F5F-CC37-7233E5D11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8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Content Slide (top titl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F592B98-E829-4D75-987C-E10A1777D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F004E1-6C6E-A41B-2708-AF445AAF3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0E15C9-D306-B736-F041-3C5729A1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1E03FF75-F906-DFC4-F2DB-E6A0D0C643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7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Content Slide (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8F5A7659-558D-5850-50C2-72AB7FD8F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A3BCAA-490B-BAA5-D814-04214EC50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43A29F-9950-00FC-54AD-2F3EA912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5E576AAE-EDF3-8574-4732-C4A9E1587D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7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Content Slide (header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10F185E1-4992-9D3A-B3E8-45EEBB7E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F92DCD30-BA28-F0D3-0128-BF69D7B726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0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ontent Slide (footer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ABB46-522D-9531-1393-55BDDBA98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88AC8A-674A-76E5-9602-A90DC8B808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6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Content Slide (footer only w/ two conten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EB95E-AB5B-2489-EDB6-8BD32E98E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BBD1A7-D040-8AA9-D945-8E9453D4DA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1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Content Slide (open spa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9D5BD-777B-FB47-A928-3A748708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5979BF-344D-CDD6-5808-1E3A396E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038BA8-C749-8779-4A17-78898366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6A0AD5-CB3F-8169-AF25-456262A7BA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0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7" name="Picture 6" descr="A blue and white background&#10;&#10;Description automatically generated">
            <a:extLst>
              <a:ext uri="{FF2B5EF4-FFF2-40B4-BE49-F238E27FC236}">
                <a16:creationId xmlns:a16="http://schemas.microsoft.com/office/drawing/2014/main" id="{DCB4EE68-6906-C0D2-628A-07C92F878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40663" y="1365666"/>
            <a:ext cx="6143485" cy="674899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4400" b="0" baseline="0">
                <a:solidFill>
                  <a:srgbClr val="454D4E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59980" y="3095097"/>
            <a:ext cx="1112885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819" y="3263590"/>
            <a:ext cx="3802750" cy="384813"/>
          </a:xfrm>
        </p:spPr>
        <p:txBody>
          <a:bodyPr>
            <a:noAutofit/>
          </a:bodyPr>
          <a:lstStyle>
            <a:lvl1pPr marL="0" indent="0">
              <a:buNone/>
              <a:defRPr sz="2000" b="0" i="0" u="none" baseline="0">
                <a:latin typeface="Open Sans" panose="020B0606030504020204" pitchFamily="34" charset="0"/>
              </a:defRPr>
            </a:lvl1pPr>
          </a:lstStyle>
          <a:p>
            <a:pPr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2347" y="3648402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41A57-2545-0CDA-3A11-C1281610CCD7}"/>
              </a:ext>
            </a:extLst>
          </p:cNvPr>
          <p:cNvSpPr txBox="1"/>
          <p:nvPr userDrawn="1"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709AF5-2D39-3318-476A-B7DB868293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662" y="2040565"/>
            <a:ext cx="6143485" cy="771235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urse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Course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1: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2: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3: Title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Lesson 4: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5: Title</a:t>
            </a:r>
          </a:p>
        </p:txBody>
      </p:sp>
    </p:spTree>
    <p:extLst>
      <p:ext uri="{BB962C8B-B14F-4D97-AF65-F5344CB8AC3E}">
        <p14:creationId xmlns:p14="http://schemas.microsoft.com/office/powerpoint/2010/main" val="3853228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sson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124147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1.1 Sub-lesson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ED1EBB-6BC5-DFD0-E2B6-8349F2148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297" y="1869540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1.2 Sub-lesson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EAFDF9-6B1A-C0EB-0DEB-8FFA696AC9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298" y="2598108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1.3 Sub-lesson Title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1F5051F-7083-3DC3-EC81-E04D81C97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57878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(top titl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F592B98-E829-4D75-987C-E10A1777DF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F004E1-6C6E-A41B-2708-AF445AAF3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0E15C9-D306-B736-F041-3C5729A1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1570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(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8F5A7659-558D-5850-50C2-72AB7FD8F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A3BCAA-490B-BAA5-D814-04214EC50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43A29F-9950-00FC-54AD-2F3EA912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376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Slide (header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10F185E1-4992-9D3A-B3E8-45EEBB7E6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04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 Slide (footer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ABB46-522D-9531-1393-55BDDBA98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489220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 Slide (footer only w/ two conten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EB95E-AB5B-2489-EDB6-8BD32E98E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734011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 Slide (open spa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9D5BD-777B-FB47-A928-3A74870851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5979BF-344D-CDD6-5808-1E3A396E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038BA8-C749-8779-4A17-78898366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366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Thu, 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F7376-91BF-E078-2A66-21FFC1EC9B9D}"/>
              </a:ext>
            </a:extLst>
          </p:cNvPr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878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649" r:id="rId10"/>
    <p:sldLayoutId id="2147483659" r:id="rId11"/>
    <p:sldLayoutId id="2147483658" r:id="rId12"/>
    <p:sldLayoutId id="2147483664" r:id="rId13"/>
    <p:sldLayoutId id="2147483662" r:id="rId14"/>
    <p:sldLayoutId id="2147483665" r:id="rId15"/>
    <p:sldLayoutId id="2147483660" r:id="rId16"/>
    <p:sldLayoutId id="2147483661" r:id="rId17"/>
    <p:sldLayoutId id="2147483663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B06A7D5-89E7-EAD9-D088-2A2125602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62" y="265417"/>
            <a:ext cx="3673828" cy="838095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5E025FF1-FA05-58E9-B110-E456E82B4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2594" y="652894"/>
            <a:ext cx="6933141" cy="674899"/>
          </a:xfrm>
        </p:spPr>
        <p:txBody>
          <a:bodyPr>
            <a:noAutofit/>
          </a:bodyPr>
          <a:lstStyle/>
          <a:p>
            <a:r>
              <a:rPr lang="en-US" sz="3600" b="1"/>
              <a:t>Exam AZ-801: Configuring Windows Server Hybrid Advanced Services, 2nd Ed </a:t>
            </a:r>
            <a:endParaRPr lang="en-US" sz="3600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56C324-4E4C-B0F4-6DC5-3C9DDA851E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Tim Warner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C667F3-A6DD-AE8F-325F-B5B6FE741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2347" y="3648402"/>
            <a:ext cx="3023362" cy="584200"/>
          </a:xfrm>
        </p:spPr>
        <p:txBody>
          <a:bodyPr/>
          <a:lstStyle/>
          <a:p>
            <a:r>
              <a:rPr lang="en-US" dirty="0"/>
              <a:t>Microsoft Certified Trainer and Microsoft MVP</a:t>
            </a:r>
          </a:p>
        </p:txBody>
      </p:sp>
      <p:pic>
        <p:nvPicPr>
          <p:cNvPr id="5" name="Picture Placeholder 4" descr="A person wearing glasses and a black jacket&#10;&#10;AI-generated content may be incorrect.">
            <a:extLst>
              <a:ext uri="{FF2B5EF4-FFF2-40B4-BE49-F238E27FC236}">
                <a16:creationId xmlns:a16="http://schemas.microsoft.com/office/drawing/2014/main" id="{272C23CC-6DAA-D474-5879-59974AA40D0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2378" r="2378"/>
          <a:stretch>
            <a:fillRect/>
          </a:stretch>
        </p:blipFill>
        <p:spPr>
          <a:xfrm>
            <a:off x="2294356" y="3064110"/>
            <a:ext cx="1112885" cy="1168586"/>
          </a:xfrm>
        </p:spPr>
      </p:pic>
    </p:spTree>
    <p:extLst>
      <p:ext uri="{BB962C8B-B14F-4D97-AF65-F5344CB8AC3E}">
        <p14:creationId xmlns:p14="http://schemas.microsoft.com/office/powerpoint/2010/main" val="36625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loud with icons&#10;&#10;AI-generated content may be incorrect.">
            <a:extLst>
              <a:ext uri="{FF2B5EF4-FFF2-40B4-BE49-F238E27FC236}">
                <a16:creationId xmlns:a16="http://schemas.microsoft.com/office/drawing/2014/main" id="{1FA7CD43-BA80-82DD-E644-E85660A8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95" y="741009"/>
            <a:ext cx="3617287" cy="315608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785BEF-5805-305A-23FF-1BB88D477F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/>
          <a:p>
            <a:r>
              <a:rPr lang="en-US" dirty="0"/>
              <a:t>Lesson 5: Monitor and Defend with Microsoft Security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DC3F4-DF86-6837-4352-BE6EBD4304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90686" y="1246705"/>
            <a:ext cx="3617286" cy="2979037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5.1. Implement and manage Microsoft Defender for Identity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5.2. Audit usage of and disable NTLM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5.3. Implement ingestion of Windows Server data into Microsoft Sentinel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5.4. Manage security for Windows Server by using Microsoft Defender for Cloud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5.5. Manage security for Windows Server by using Microsoft Defender for Servers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5.6 Implement </a:t>
            </a:r>
            <a:r>
              <a:rPr lang="en-US" sz="1400" dirty="0" err="1"/>
              <a:t>hotpatching</a:t>
            </a:r>
            <a:r>
              <a:rPr lang="en-US" sz="1400" dirty="0"/>
              <a:t> for Windows Server Azure Edition virtual machines</a:t>
            </a:r>
          </a:p>
        </p:txBody>
      </p:sp>
    </p:spTree>
    <p:extLst>
      <p:ext uri="{BB962C8B-B14F-4D97-AF65-F5344CB8AC3E}">
        <p14:creationId xmlns:p14="http://schemas.microsoft.com/office/powerpoint/2010/main" val="253948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5.1 Implement and manage Microsoft Defender for Identity</a:t>
            </a:r>
          </a:p>
        </p:txBody>
      </p:sp>
    </p:spTree>
    <p:extLst>
      <p:ext uri="{BB962C8B-B14F-4D97-AF65-F5344CB8AC3E}">
        <p14:creationId xmlns:p14="http://schemas.microsoft.com/office/powerpoint/2010/main" val="48666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 advanced threats in Active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Sensors on domain controllers monitor authentication traffic</a:t>
            </a:r>
          </a:p>
          <a:p>
            <a:r>
              <a:rPr lang="en-US" sz="1800" dirty="0"/>
              <a:t>Machine learning detects suspicious account behavior</a:t>
            </a:r>
          </a:p>
          <a:p>
            <a:r>
              <a:rPr lang="en-US" sz="1800" dirty="0"/>
              <a:t>Lateral movement path analysis shows attack progression</a:t>
            </a:r>
          </a:p>
          <a:p>
            <a:r>
              <a:rPr lang="en-US" sz="1800" dirty="0"/>
              <a:t>Honeytokens and decoy accounts provide early warning</a:t>
            </a:r>
          </a:p>
          <a:p>
            <a:r>
              <a:rPr lang="en-US" sz="1800" dirty="0"/>
              <a:t>Contoso integrates Defender for Identity with Microsoft 365 Defender</a:t>
            </a:r>
          </a:p>
        </p:txBody>
      </p:sp>
    </p:spTree>
    <p:extLst>
      <p:ext uri="{BB962C8B-B14F-4D97-AF65-F5344CB8AC3E}">
        <p14:creationId xmlns:p14="http://schemas.microsoft.com/office/powerpoint/2010/main" val="193890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5.2 Audit usage of and disable NTLM </a:t>
            </a:r>
          </a:p>
        </p:txBody>
      </p:sp>
    </p:spTree>
    <p:extLst>
      <p:ext uri="{BB962C8B-B14F-4D97-AF65-F5344CB8AC3E}">
        <p14:creationId xmlns:p14="http://schemas.microsoft.com/office/powerpoint/2010/main" val="1829040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170238" cy="463628"/>
          </a:xfrm>
        </p:spPr>
        <p:txBody>
          <a:bodyPr/>
          <a:lstStyle/>
          <a:p>
            <a:r>
              <a:rPr lang="en-US" sz="2400"/>
              <a:t>Reduce attack surface by eliminating legacy protocols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NTLM auditing identifies applications still using legacy auth</a:t>
            </a:r>
          </a:p>
          <a:p>
            <a:r>
              <a:rPr lang="en-US" sz="1800" dirty="0"/>
              <a:t>Group Policy enforces NTLM blocking or restrictions</a:t>
            </a:r>
          </a:p>
          <a:p>
            <a:r>
              <a:rPr lang="en-US" sz="1800" dirty="0"/>
              <a:t>Phased disablement prevents breaking critical services</a:t>
            </a:r>
          </a:p>
          <a:p>
            <a:r>
              <a:rPr lang="en-US" sz="1800" dirty="0"/>
              <a:t>Kerberos provides stronger and modern authentication</a:t>
            </a:r>
          </a:p>
          <a:p>
            <a:r>
              <a:rPr lang="en-US" sz="1800" dirty="0"/>
              <a:t>Tailwind Traders monitors downgrade attempts to NTLM</a:t>
            </a:r>
          </a:p>
        </p:txBody>
      </p:sp>
    </p:spTree>
    <p:extLst>
      <p:ext uri="{BB962C8B-B14F-4D97-AF65-F5344CB8AC3E}">
        <p14:creationId xmlns:p14="http://schemas.microsoft.com/office/powerpoint/2010/main" val="245725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5.3 Implement ingestion of Windows Server data into Microsoft Sentinel </a:t>
            </a:r>
          </a:p>
        </p:txBody>
      </p:sp>
    </p:spTree>
    <p:extLst>
      <p:ext uri="{BB962C8B-B14F-4D97-AF65-F5344CB8AC3E}">
        <p14:creationId xmlns:p14="http://schemas.microsoft.com/office/powerpoint/2010/main" val="947907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 monitoring with cloud-native SIEM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Azure Monitor Agent collects Windows logs and events</a:t>
            </a:r>
          </a:p>
          <a:p>
            <a:r>
              <a:rPr lang="en-US" sz="1800" dirty="0"/>
              <a:t>Data connectors simplify ingestion setup for AD, DNS, DHCP</a:t>
            </a:r>
          </a:p>
          <a:p>
            <a:r>
              <a:rPr lang="en-US" sz="1800" dirty="0"/>
              <a:t>Custom parsing rules extract security-relevant data</a:t>
            </a:r>
          </a:p>
          <a:p>
            <a:r>
              <a:rPr lang="en-US" sz="1800" dirty="0"/>
              <a:t>Correlation rules detect hybrid attack patterns</a:t>
            </a:r>
          </a:p>
          <a:p>
            <a:r>
              <a:rPr lang="en-US" sz="1800" dirty="0" err="1"/>
              <a:t>Fabrikam</a:t>
            </a:r>
            <a:r>
              <a:rPr lang="en-US" sz="1800" dirty="0"/>
              <a:t> uses Sentinel dashboards for unified visibility</a:t>
            </a:r>
          </a:p>
        </p:txBody>
      </p:sp>
    </p:spTree>
    <p:extLst>
      <p:ext uri="{BB962C8B-B14F-4D97-AF65-F5344CB8AC3E}">
        <p14:creationId xmlns:p14="http://schemas.microsoft.com/office/powerpoint/2010/main" val="296294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5.4 Manage security for Windows Server by using Microsoft Defender for Cloud </a:t>
            </a:r>
          </a:p>
        </p:txBody>
      </p:sp>
    </p:spTree>
    <p:extLst>
      <p:ext uri="{BB962C8B-B14F-4D97-AF65-F5344CB8AC3E}">
        <p14:creationId xmlns:p14="http://schemas.microsoft.com/office/powerpoint/2010/main" val="914007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Strengthen workloads with SPM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Security Posture Management (SPM)</a:t>
            </a:r>
          </a:p>
          <a:p>
            <a:r>
              <a:rPr lang="en-US" sz="1800" dirty="0"/>
              <a:t>Defender for Cloud benchmarks servers against CIS/Microsoft standards</a:t>
            </a:r>
          </a:p>
          <a:p>
            <a:r>
              <a:rPr lang="en-US" sz="1800" dirty="0"/>
              <a:t>Vulnerability assessments highlight missing patches or misconfigurations</a:t>
            </a:r>
          </a:p>
          <a:p>
            <a:r>
              <a:rPr lang="en-US" sz="1800" dirty="0"/>
              <a:t>Just-in-time VM access reduces standing administrative privilege</a:t>
            </a:r>
          </a:p>
          <a:p>
            <a:r>
              <a:rPr lang="en-US" sz="1800" dirty="0"/>
              <a:t>Adaptive application controls enforce safe app execution</a:t>
            </a:r>
          </a:p>
          <a:p>
            <a:r>
              <a:rPr lang="en-US" sz="1800" dirty="0"/>
              <a:t>Adventure Works tracks compliance in Defender for Cloud dashboards</a:t>
            </a:r>
          </a:p>
        </p:txBody>
      </p:sp>
    </p:spTree>
    <p:extLst>
      <p:ext uri="{BB962C8B-B14F-4D97-AF65-F5344CB8AC3E}">
        <p14:creationId xmlns:p14="http://schemas.microsoft.com/office/powerpoint/2010/main" val="12240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5.5 Manage security for Windows Server by using Microsoft Defender for Servers </a:t>
            </a:r>
          </a:p>
        </p:txBody>
      </p:sp>
    </p:spTree>
    <p:extLst>
      <p:ext uri="{BB962C8B-B14F-4D97-AF65-F5344CB8AC3E}">
        <p14:creationId xmlns:p14="http://schemas.microsoft.com/office/powerpoint/2010/main" val="1161106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067727" cy="463628"/>
          </a:xfrm>
        </p:spPr>
        <p:txBody>
          <a:bodyPr/>
          <a:lstStyle/>
          <a:p>
            <a:r>
              <a:rPr lang="en-US" sz="2400"/>
              <a:t>Defend servers with endpoint detection and response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Endpoint detection and response monitors suspicious processes</a:t>
            </a:r>
          </a:p>
          <a:p>
            <a:r>
              <a:rPr lang="en-US" sz="1800" dirty="0"/>
              <a:t>Behavioral analysis blocks fileless and in-memory attacks</a:t>
            </a:r>
          </a:p>
          <a:p>
            <a:r>
              <a:rPr lang="en-US" sz="1800" dirty="0"/>
              <a:t>Threat intelligence identifies known malicious indicators</a:t>
            </a:r>
          </a:p>
          <a:p>
            <a:r>
              <a:rPr lang="en-US" sz="1800" dirty="0"/>
              <a:t>Automated investigation and remediation speeds response</a:t>
            </a:r>
          </a:p>
          <a:p>
            <a:r>
              <a:rPr lang="en-US" sz="1800" dirty="0"/>
              <a:t>Tailwind Traders applies adaptive network hardening rules</a:t>
            </a:r>
          </a:p>
        </p:txBody>
      </p:sp>
    </p:spTree>
    <p:extLst>
      <p:ext uri="{BB962C8B-B14F-4D97-AF65-F5344CB8AC3E}">
        <p14:creationId xmlns:p14="http://schemas.microsoft.com/office/powerpoint/2010/main" val="414235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>
                <a:solidFill>
                  <a:srgbClr val="0978D8"/>
                </a:solidFill>
              </a:rPr>
              <a:t>5.6 Implement hotpatching for Windows Server Azure Edition virtual machines</a:t>
            </a:r>
            <a:endParaRPr lang="en-US" sz="3600" dirty="0">
              <a:solidFill>
                <a:srgbClr val="0978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968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security updates without restarts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Windows Server 2025 Azure Edition supports </a:t>
            </a:r>
            <a:r>
              <a:rPr lang="en-US" sz="1800" dirty="0" err="1"/>
              <a:t>hotpatching</a:t>
            </a:r>
            <a:r>
              <a:rPr lang="en-US" sz="1800" dirty="0"/>
              <a:t> in memory</a:t>
            </a:r>
          </a:p>
          <a:p>
            <a:r>
              <a:rPr lang="en-US" sz="1800" dirty="0"/>
              <a:t>Security patches apply with zero downtime for critical workloads</a:t>
            </a:r>
          </a:p>
          <a:p>
            <a:r>
              <a:rPr lang="en-US" sz="1800" dirty="0"/>
              <a:t>Orchestration coordinates updates across VM scale sets</a:t>
            </a:r>
          </a:p>
          <a:p>
            <a:r>
              <a:rPr lang="en-US" sz="1800" dirty="0"/>
              <a:t>Patch compliance dashboards ensure coverage across fleets</a:t>
            </a:r>
          </a:p>
          <a:p>
            <a:r>
              <a:rPr lang="en-US" sz="1800" dirty="0" err="1"/>
              <a:t>Fabrikam</a:t>
            </a:r>
            <a:r>
              <a:rPr lang="en-US" sz="1800" dirty="0"/>
              <a:t> reduces planned downtime with </a:t>
            </a:r>
            <a:r>
              <a:rPr lang="en-US" sz="1800" dirty="0" err="1"/>
              <a:t>hotpatching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9231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defRPr sz="1200" b="0" baseline="0" dirty="0" smtClean="0">
            <a:solidFill>
              <a:srgbClr val="454D4E"/>
            </a:solidFill>
            <a:latin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01a101-02f8-4cb9-8ad4-ac4c2bb50a5e">
      <Terms xmlns="http://schemas.microsoft.com/office/infopath/2007/PartnerControls"/>
    </lcf76f155ced4ddcb4097134ff3c332f>
    <TaxCatchAll xmlns="53af226d-ba0a-4b77-ace2-7e16defb849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942DAA29B6641B847DD25AB6364DF" ma:contentTypeVersion="20" ma:contentTypeDescription="Create a new document." ma:contentTypeScope="" ma:versionID="e60464b2502f4f4c6d575a702f4efcf7">
  <xsd:schema xmlns:xsd="http://www.w3.org/2001/XMLSchema" xmlns:xs="http://www.w3.org/2001/XMLSchema" xmlns:p="http://schemas.microsoft.com/office/2006/metadata/properties" xmlns:ns1="http://schemas.microsoft.com/sharepoint/v3" xmlns:ns2="1501a101-02f8-4cb9-8ad4-ac4c2bb50a5e" xmlns:ns3="53af226d-ba0a-4b77-ace2-7e16defb8490" targetNamespace="http://schemas.microsoft.com/office/2006/metadata/properties" ma:root="true" ma:fieldsID="c75e329bb324eb7f1fd76e0ecf7fa1c1" ns1:_="" ns2:_="" ns3:_="">
    <xsd:import namespace="http://schemas.microsoft.com/sharepoint/v3"/>
    <xsd:import namespace="1501a101-02f8-4cb9-8ad4-ac4c2bb50a5e"/>
    <xsd:import namespace="53af226d-ba0a-4b77-ace2-7e16defb84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01a101-02f8-4cb9-8ad4-ac4c2bb50a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af226d-ba0a-4b77-ace2-7e16defb8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f1b6984-261b-4571-b7f9-8a6d366cc3e2}" ma:internalName="TaxCatchAll" ma:showField="CatchAllData" ma:web="53af226d-ba0a-4b77-ace2-7e16defb8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303C75-6DA1-4624-8E1F-10C605E5764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53af226d-ba0a-4b77-ace2-7e16defb8490"/>
    <ds:schemaRef ds:uri="1501a101-02f8-4cb9-8ad4-ac4c2bb50a5e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920C99BF-5DBB-4E5E-8232-1660DCDA7D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0F38E2-DBCC-4FCD-B127-2FF5D4581C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501a101-02f8-4cb9-8ad4-ac4c2bb50a5e"/>
    <ds:schemaRef ds:uri="53af226d-ba0a-4b77-ace2-7e16defb84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cc434d7-97d0-47d3-b5c5-14fe0e33e34b}" enabled="0" method="" siteId="{8cc434d7-97d0-47d3-b5c5-14fe0e33e34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 Press_PowerPoint Template (2023 Re-brand)</Template>
  <TotalTime>34526</TotalTime>
  <Words>1870</Words>
  <Application>Microsoft Office PowerPoint</Application>
  <PresentationFormat>On-screen Show (16:9)</PresentationFormat>
  <Paragraphs>141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Open Sans</vt:lpstr>
      <vt:lpstr>Segoe UI</vt:lpstr>
      <vt:lpstr>Segoe UI Light</vt:lpstr>
      <vt:lpstr>Segoe UI Semilight</vt:lpstr>
      <vt:lpstr>Standard_LiveLessons_2017</vt:lpstr>
      <vt:lpstr>PowerPoint Presentation</vt:lpstr>
      <vt:lpstr>PowerPoint Presentation</vt:lpstr>
      <vt:lpstr>PowerPoint Presentation</vt:lpstr>
      <vt:lpstr>Detect advanced threats in Active Directory</vt:lpstr>
      <vt:lpstr>PowerPoint Presentation</vt:lpstr>
      <vt:lpstr>Reduce attack surface by eliminating legacy protocols</vt:lpstr>
      <vt:lpstr>PowerPoint Presentation</vt:lpstr>
      <vt:lpstr>Centralize monitoring with cloud-native SIEM</vt:lpstr>
      <vt:lpstr>PowerPoint Presentation</vt:lpstr>
      <vt:lpstr>Strengthen workloads with SPM</vt:lpstr>
      <vt:lpstr>PowerPoint Presentation</vt:lpstr>
      <vt:lpstr>Defend servers with endpoint detection and response</vt:lpstr>
      <vt:lpstr>PowerPoint Presentation</vt:lpstr>
      <vt:lpstr>Apply security updates without restarts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Tim Warner</cp:lastModifiedBy>
  <cp:revision>104</cp:revision>
  <dcterms:created xsi:type="dcterms:W3CDTF">2015-09-28T19:52:00Z</dcterms:created>
  <dcterms:modified xsi:type="dcterms:W3CDTF">2025-09-25T17:10:37Z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0x0101009EB942DAA29B6641B847DD25AB6364DF</vt:lpwstr>
  </property>
  <property fmtid="{D5CDD505-2E9C-101B-9397-08002B2CF9AE}" pid="3" name="MediaServiceImageTags">
    <vt:lpwstr/>
  </property>
  <property fmtid="{D5CDD505-2E9C-101B-9397-08002B2CF9AE}" pid="4" name="MSIP_Label_d31dd64d-da6b-43d5-9ac5-8dec692131c3_Enabled">
    <vt:lpwstr>true</vt:lpwstr>
  </property>
  <property fmtid="{D5CDD505-2E9C-101B-9397-08002B2CF9AE}" pid="5" name="MSIP_Label_d31dd64d-da6b-43d5-9ac5-8dec692131c3_SetDate">
    <vt:lpwstr>2024-02-18T18:18:25Z</vt:lpwstr>
  </property>
  <property fmtid="{D5CDD505-2E9C-101B-9397-08002B2CF9AE}" pid="6" name="MSIP_Label_d31dd64d-da6b-43d5-9ac5-8dec692131c3_Method">
    <vt:lpwstr>Standard</vt:lpwstr>
  </property>
  <property fmtid="{D5CDD505-2E9C-101B-9397-08002B2CF9AE}" pid="7" name="MSIP_Label_d31dd64d-da6b-43d5-9ac5-8dec692131c3_Name">
    <vt:lpwstr>General</vt:lpwstr>
  </property>
  <property fmtid="{D5CDD505-2E9C-101B-9397-08002B2CF9AE}" pid="8" name="MSIP_Label_d31dd64d-da6b-43d5-9ac5-8dec692131c3_SiteId">
    <vt:lpwstr>db1766ec-5540-4cde-ad8d-b2b59fb2ed8e</vt:lpwstr>
  </property>
  <property fmtid="{D5CDD505-2E9C-101B-9397-08002B2CF9AE}" pid="9" name="MSIP_Label_d31dd64d-da6b-43d5-9ac5-8dec692131c3_ActionId">
    <vt:lpwstr>e519282f-68ee-4290-b67d-67e40ded71bd</vt:lpwstr>
  </property>
  <property fmtid="{D5CDD505-2E9C-101B-9397-08002B2CF9AE}" pid="10" name="MSIP_Label_d31dd64d-da6b-43d5-9ac5-8dec692131c3_ContentBits">
    <vt:lpwstr>0</vt:lpwstr>
  </property>
</Properties>
</file>